
<file path=[Content_Types].xml><?xml version="1.0" encoding="utf-8"?>
<Types xmlns="http://schemas.openxmlformats.org/package/2006/content-types"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</p:sldMasterIdLst>
  <p:notesMasterIdLst>
    <p:notesMasterId r:id="rId30"/>
  </p:notesMasterIdLst>
  <p:sldIdLst>
    <p:sldId id="256" r:id="rId28"/>
    <p:sldId id="257" r:id="rId29"/>
    <p:sldId id="259" r:id="rId31"/>
    <p:sldId id="260" r:id="rId32"/>
    <p:sldId id="268" r:id="rId33"/>
    <p:sldId id="265" r:id="rId34"/>
  </p:sldIdLst>
  <p:sldSz cx="9144000" cy="5143500" type="screen16x9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0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slide" Target="slides/slide6.xml"/><Relationship Id="rId33" Type="http://schemas.openxmlformats.org/officeDocument/2006/relationships/slide" Target="slides/slide5.xml"/><Relationship Id="rId32" Type="http://schemas.openxmlformats.org/officeDocument/2006/relationships/slide" Target="slides/slide4.xml"/><Relationship Id="rId31" Type="http://schemas.openxmlformats.org/officeDocument/2006/relationships/slide" Target="slides/slide3.xml"/><Relationship Id="rId30" Type="http://schemas.openxmlformats.org/officeDocument/2006/relationships/notesMaster" Target="notesMasters/notesMaster1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.xml"/><Relationship Id="rId28" Type="http://schemas.openxmlformats.org/officeDocument/2006/relationships/slide" Target="slides/slide1.xml"/><Relationship Id="rId27" Type="http://schemas.openxmlformats.org/officeDocument/2006/relationships/slideMaster" Target="slideMasters/slideMaster26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962000" y="669960"/>
            <a:ext cx="5219280" cy="99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OpenSymbo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3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PlaceHolder 1"/>
          <p:cNvSpPr>
            <a:spLocks noGrp="1"/>
          </p:cNvSpPr>
          <p:nvPr>
            <p:ph type="title"/>
          </p:nvPr>
        </p:nvSpPr>
        <p:spPr>
          <a:xfrm>
            <a:off x="1962000" y="669960"/>
            <a:ext cx="5219280" cy="99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50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PlaceHolder 1"/>
          <p:cNvSpPr>
            <a:spLocks noGrp="1"/>
          </p:cNvSpPr>
          <p:nvPr>
            <p:ph type="title"/>
          </p:nvPr>
        </p:nvSpPr>
        <p:spPr>
          <a:xfrm>
            <a:off x="1962000" y="669960"/>
            <a:ext cx="5219280" cy="99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5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3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PlaceHolder 1"/>
          <p:cNvSpPr>
            <a:spLocks noGrp="1"/>
          </p:cNvSpPr>
          <p:nvPr>
            <p:ph type="title"/>
          </p:nvPr>
        </p:nvSpPr>
        <p:spPr>
          <a:xfrm>
            <a:off x="1962000" y="669960"/>
            <a:ext cx="5219280" cy="99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3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4.xml"/></Relationships>
</file>

<file path=ppt/slideMasters/_rels/slideMaster15.xml.rels><?xml version="1.0" encoding="UTF-8" standalone="yes"?>
<Relationships xmlns="http://schemas.openxmlformats.org/package/2006/relationships"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5.xml"/></Relationships>
</file>

<file path=ppt/slideMasters/_rels/slideMaster16.xml.rels><?xml version="1.0" encoding="UTF-8" standalone="yes"?>
<Relationships xmlns="http://schemas.openxmlformats.org/package/2006/relationships"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16.xml"/></Relationships>
</file>

<file path=ppt/slideMasters/_rels/slideMaster17.xml.rels><?xml version="1.0" encoding="UTF-8" standalone="yes"?>
<Relationships xmlns="http://schemas.openxmlformats.org/package/2006/relationships"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17.xml"/></Relationships>
</file>

<file path=ppt/slideMasters/_rels/slideMaster18.xml.rels><?xml version="1.0" encoding="UTF-8" standalone="yes"?>
<Relationships xmlns="http://schemas.openxmlformats.org/package/2006/relationships"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18.xml"/></Relationships>
</file>

<file path=ppt/slideMasters/_rels/slideMaster19.xml.rels><?xml version="1.0" encoding="UTF-8" standalone="yes"?>
<Relationships xmlns="http://schemas.openxmlformats.org/package/2006/relationships"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19.xml"/></Relationships>
</file>

<file path=ppt/slideMasters/_rels/slideMaster20.xml.rels><?xml version="1.0" encoding="UTF-8" standalone="yes"?>
<Relationships xmlns="http://schemas.openxmlformats.org/package/2006/relationships"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20.xml"/></Relationships>
</file>

<file path=ppt/slideMasters/_rels/slideMaster21.xml.rels><?xml version="1.0" encoding="UTF-8" standalone="yes"?>
<Relationships xmlns="http://schemas.openxmlformats.org/package/2006/relationships"><Relationship Id="rId2" Type="http://schemas.openxmlformats.org/officeDocument/2006/relationships/theme" Target="../theme/theme21.xml"/><Relationship Id="rId1" Type="http://schemas.openxmlformats.org/officeDocument/2006/relationships/slideLayout" Target="../slideLayouts/slideLayout21.xml"/></Relationships>
</file>

<file path=ppt/slideMasters/_rels/slideMaster2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2.xml"/><Relationship Id="rId1" Type="http://schemas.openxmlformats.org/officeDocument/2006/relationships/slideLayout" Target="../slideLayouts/slideLayout22.xml"/></Relationships>
</file>

<file path=ppt/slideMasters/_rels/slideMaster23.xml.rels><?xml version="1.0" encoding="UTF-8" standalone="yes"?>
<Relationships xmlns="http://schemas.openxmlformats.org/package/2006/relationships"><Relationship Id="rId2" Type="http://schemas.openxmlformats.org/officeDocument/2006/relationships/theme" Target="../theme/theme23.xml"/><Relationship Id="rId1" Type="http://schemas.openxmlformats.org/officeDocument/2006/relationships/slideLayout" Target="../slideLayouts/slideLayout23.xml"/></Relationships>
</file>

<file path=ppt/slideMasters/_rels/slideMaster24.xml.rels><?xml version="1.0" encoding="UTF-8" standalone="yes"?>
<Relationships xmlns="http://schemas.openxmlformats.org/package/2006/relationships"><Relationship Id="rId2" Type="http://schemas.openxmlformats.org/officeDocument/2006/relationships/theme" Target="../theme/theme24.xml"/><Relationship Id="rId1" Type="http://schemas.openxmlformats.org/officeDocument/2006/relationships/slideLayout" Target="../slideLayouts/slideLayout24.xml"/></Relationships>
</file>

<file path=ppt/slideMasters/_rels/slideMaster25.xml.rels><?xml version="1.0" encoding="UTF-8" standalone="yes"?>
<Relationships xmlns="http://schemas.openxmlformats.org/package/2006/relationships"><Relationship Id="rId2" Type="http://schemas.openxmlformats.org/officeDocument/2006/relationships/theme" Target="../theme/theme25.xml"/><Relationship Id="rId1" Type="http://schemas.openxmlformats.org/officeDocument/2006/relationships/slideLayout" Target="../slideLayouts/slideLayout25.xml"/></Relationships>
</file>

<file path=ppt/slideMasters/_rels/slideMaster26.xml.rels><?xml version="1.0" encoding="UTF-8" standalone="yes"?>
<Relationships xmlns="http://schemas.openxmlformats.org/package/2006/relationships"><Relationship Id="rId2" Type="http://schemas.openxmlformats.org/officeDocument/2006/relationships/theme" Target="../theme/theme26.xml"/><Relationship Id="rId1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7477FB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oogle Shape;9;p2"/>
          <p:cNvGrpSpPr/>
          <p:nvPr/>
        </p:nvGrpSpPr>
        <p:grpSpPr>
          <a:xfrm>
            <a:off x="0" y="0"/>
            <a:ext cx="9143640" cy="5143320"/>
            <a:chOff x="0" y="0"/>
            <a:chExt cx="9143640" cy="5143320"/>
          </a:xfrm>
        </p:grpSpPr>
        <p:sp>
          <p:nvSpPr>
            <p:cNvPr id="2" name="Google Shape;10;p2"/>
            <p:cNvSpPr/>
            <p:nvPr/>
          </p:nvSpPr>
          <p:spPr>
            <a:xfrm>
              <a:off x="5324040" y="0"/>
              <a:ext cx="3819600" cy="4427640"/>
            </a:xfrm>
            <a:custGeom>
              <a:avLst/>
              <a:gdLst>
                <a:gd name="textAreaLeft" fmla="*/ 0 w 3819600"/>
                <a:gd name="textAreaRight" fmla="*/ 3819960 w 3819600"/>
                <a:gd name="textAreaTop" fmla="*/ 0 h 4427640"/>
                <a:gd name="textAreaBottom" fmla="*/ 4428000 h 4427640"/>
              </a:gdLst>
              <a:ahLst/>
              <a:cxnLst/>
              <a:rect l="textAreaLeft" t="textAreaTop" r="textAreaRight" b="textAreaBottom"/>
              <a:pathLst>
                <a:path w="118924" h="151474">
                  <a:moveTo>
                    <a:pt x="103008" y="151473"/>
                  </a:moveTo>
                  <a:cubicBezTo>
                    <a:pt x="98522" y="151448"/>
                    <a:pt x="94063" y="150781"/>
                    <a:pt x="89731" y="149525"/>
                  </a:cubicBezTo>
                  <a:cubicBezTo>
                    <a:pt x="87425" y="148833"/>
                    <a:pt x="85118" y="148090"/>
                    <a:pt x="82862" y="147270"/>
                  </a:cubicBezTo>
                  <a:cubicBezTo>
                    <a:pt x="77531" y="145348"/>
                    <a:pt x="72200" y="143374"/>
                    <a:pt x="66869" y="141375"/>
                  </a:cubicBezTo>
                  <a:cubicBezTo>
                    <a:pt x="65024" y="140657"/>
                    <a:pt x="63178" y="139888"/>
                    <a:pt x="61384" y="139094"/>
                  </a:cubicBezTo>
                  <a:cubicBezTo>
                    <a:pt x="56130" y="136787"/>
                    <a:pt x="52414" y="133302"/>
                    <a:pt x="50158" y="128739"/>
                  </a:cubicBezTo>
                  <a:cubicBezTo>
                    <a:pt x="48979" y="126407"/>
                    <a:pt x="48031" y="123947"/>
                    <a:pt x="47288" y="121435"/>
                  </a:cubicBezTo>
                  <a:cubicBezTo>
                    <a:pt x="46493" y="118616"/>
                    <a:pt x="45724" y="115822"/>
                    <a:pt x="45084" y="112977"/>
                  </a:cubicBezTo>
                  <a:cubicBezTo>
                    <a:pt x="44545" y="110465"/>
                    <a:pt x="44161" y="107902"/>
                    <a:pt x="43776" y="105365"/>
                  </a:cubicBezTo>
                  <a:cubicBezTo>
                    <a:pt x="43469" y="103084"/>
                    <a:pt x="43187" y="100803"/>
                    <a:pt x="42982" y="98522"/>
                  </a:cubicBezTo>
                  <a:cubicBezTo>
                    <a:pt x="42444" y="93114"/>
                    <a:pt x="42187" y="87706"/>
                    <a:pt x="42674" y="82298"/>
                  </a:cubicBezTo>
                  <a:cubicBezTo>
                    <a:pt x="43161" y="77351"/>
                    <a:pt x="44340" y="72507"/>
                    <a:pt x="46160" y="67868"/>
                  </a:cubicBezTo>
                  <a:cubicBezTo>
                    <a:pt x="47518" y="64357"/>
                    <a:pt x="49236" y="60948"/>
                    <a:pt x="50902" y="57514"/>
                  </a:cubicBezTo>
                  <a:cubicBezTo>
                    <a:pt x="55028" y="49081"/>
                    <a:pt x="59975" y="40982"/>
                    <a:pt x="65460" y="33088"/>
                  </a:cubicBezTo>
                  <a:cubicBezTo>
                    <a:pt x="67664" y="29961"/>
                    <a:pt x="69765" y="26758"/>
                    <a:pt x="71867" y="23554"/>
                  </a:cubicBezTo>
                  <a:cubicBezTo>
                    <a:pt x="72585" y="22503"/>
                    <a:pt x="73200" y="21375"/>
                    <a:pt x="73789" y="20273"/>
                  </a:cubicBezTo>
                  <a:cubicBezTo>
                    <a:pt x="74456" y="19094"/>
                    <a:pt x="74917" y="17813"/>
                    <a:pt x="75148" y="16480"/>
                  </a:cubicBezTo>
                  <a:cubicBezTo>
                    <a:pt x="75225" y="15967"/>
                    <a:pt x="75225" y="15429"/>
                    <a:pt x="75148" y="14891"/>
                  </a:cubicBezTo>
                  <a:cubicBezTo>
                    <a:pt x="75020" y="13866"/>
                    <a:pt x="74251" y="13276"/>
                    <a:pt x="73097" y="12994"/>
                  </a:cubicBezTo>
                  <a:cubicBezTo>
                    <a:pt x="72303" y="12815"/>
                    <a:pt x="71508" y="12764"/>
                    <a:pt x="70714" y="12841"/>
                  </a:cubicBezTo>
                  <a:cubicBezTo>
                    <a:pt x="69560" y="12943"/>
                    <a:pt x="68407" y="13123"/>
                    <a:pt x="67254" y="13404"/>
                  </a:cubicBezTo>
                  <a:cubicBezTo>
                    <a:pt x="65460" y="13866"/>
                    <a:pt x="63691" y="14430"/>
                    <a:pt x="61974" y="15122"/>
                  </a:cubicBezTo>
                  <a:cubicBezTo>
                    <a:pt x="58693" y="16378"/>
                    <a:pt x="55489" y="17838"/>
                    <a:pt x="52414" y="19479"/>
                  </a:cubicBezTo>
                  <a:cubicBezTo>
                    <a:pt x="48339" y="21606"/>
                    <a:pt x="44468" y="23964"/>
                    <a:pt x="40624" y="26373"/>
                  </a:cubicBezTo>
                  <a:cubicBezTo>
                    <a:pt x="37830" y="28142"/>
                    <a:pt x="35011" y="29910"/>
                    <a:pt x="32192" y="31653"/>
                  </a:cubicBezTo>
                  <a:cubicBezTo>
                    <a:pt x="30193" y="32883"/>
                    <a:pt x="28142" y="34037"/>
                    <a:pt x="26040" y="35062"/>
                  </a:cubicBezTo>
                  <a:cubicBezTo>
                    <a:pt x="24169" y="36010"/>
                    <a:pt x="22196" y="36753"/>
                    <a:pt x="20171" y="37292"/>
                  </a:cubicBezTo>
                  <a:cubicBezTo>
                    <a:pt x="14686" y="38650"/>
                    <a:pt x="10073" y="37445"/>
                    <a:pt x="6228" y="34037"/>
                  </a:cubicBezTo>
                  <a:cubicBezTo>
                    <a:pt x="5229" y="33114"/>
                    <a:pt x="4383" y="32089"/>
                    <a:pt x="3717" y="30935"/>
                  </a:cubicBezTo>
                  <a:cubicBezTo>
                    <a:pt x="2563" y="29039"/>
                    <a:pt x="1717" y="27014"/>
                    <a:pt x="1205" y="24912"/>
                  </a:cubicBezTo>
                  <a:cubicBezTo>
                    <a:pt x="564" y="22452"/>
                    <a:pt x="205" y="19966"/>
                    <a:pt x="103" y="17454"/>
                  </a:cubicBezTo>
                  <a:cubicBezTo>
                    <a:pt x="0" y="15173"/>
                    <a:pt x="26" y="12866"/>
                    <a:pt x="205" y="10585"/>
                  </a:cubicBezTo>
                  <a:cubicBezTo>
                    <a:pt x="436" y="7612"/>
                    <a:pt x="667" y="4665"/>
                    <a:pt x="897" y="1692"/>
                  </a:cubicBezTo>
                  <a:cubicBezTo>
                    <a:pt x="949" y="1128"/>
                    <a:pt x="949" y="564"/>
                    <a:pt x="949" y="0"/>
                  </a:cubicBezTo>
                  <a:lnTo>
                    <a:pt x="8689" y="0"/>
                  </a:lnTo>
                  <a:cubicBezTo>
                    <a:pt x="8766" y="179"/>
                    <a:pt x="8791" y="359"/>
                    <a:pt x="8791" y="538"/>
                  </a:cubicBezTo>
                  <a:cubicBezTo>
                    <a:pt x="8586" y="2153"/>
                    <a:pt x="8356" y="3768"/>
                    <a:pt x="8151" y="5382"/>
                  </a:cubicBezTo>
                  <a:cubicBezTo>
                    <a:pt x="7715" y="8637"/>
                    <a:pt x="7587" y="11944"/>
                    <a:pt x="7817" y="15224"/>
                  </a:cubicBezTo>
                  <a:cubicBezTo>
                    <a:pt x="7946" y="16993"/>
                    <a:pt x="8330" y="18736"/>
                    <a:pt x="8945" y="20401"/>
                  </a:cubicBezTo>
                  <a:cubicBezTo>
                    <a:pt x="9355" y="21606"/>
                    <a:pt x="9996" y="22708"/>
                    <a:pt x="10816" y="23682"/>
                  </a:cubicBezTo>
                  <a:cubicBezTo>
                    <a:pt x="11559" y="24579"/>
                    <a:pt x="12482" y="25297"/>
                    <a:pt x="13507" y="25809"/>
                  </a:cubicBezTo>
                  <a:cubicBezTo>
                    <a:pt x="15071" y="26604"/>
                    <a:pt x="16865" y="26809"/>
                    <a:pt x="18531" y="26348"/>
                  </a:cubicBezTo>
                  <a:cubicBezTo>
                    <a:pt x="19530" y="26091"/>
                    <a:pt x="20504" y="25707"/>
                    <a:pt x="21427" y="25220"/>
                  </a:cubicBezTo>
                  <a:cubicBezTo>
                    <a:pt x="22785" y="24528"/>
                    <a:pt x="24093" y="23733"/>
                    <a:pt x="25323" y="22811"/>
                  </a:cubicBezTo>
                  <a:cubicBezTo>
                    <a:pt x="26630" y="21862"/>
                    <a:pt x="27963" y="20914"/>
                    <a:pt x="29193" y="19914"/>
                  </a:cubicBezTo>
                  <a:cubicBezTo>
                    <a:pt x="36190" y="14302"/>
                    <a:pt x="43930" y="9483"/>
                    <a:pt x="52183" y="5229"/>
                  </a:cubicBezTo>
                  <a:cubicBezTo>
                    <a:pt x="55464" y="3537"/>
                    <a:pt x="58796" y="1820"/>
                    <a:pt x="62204" y="256"/>
                  </a:cubicBezTo>
                  <a:cubicBezTo>
                    <a:pt x="62384" y="179"/>
                    <a:pt x="62538" y="77"/>
                    <a:pt x="62691" y="0"/>
                  </a:cubicBezTo>
                  <a:lnTo>
                    <a:pt x="118924" y="0"/>
                  </a:lnTo>
                  <a:lnTo>
                    <a:pt x="118924" y="8278"/>
                  </a:lnTo>
                  <a:cubicBezTo>
                    <a:pt x="118616" y="8407"/>
                    <a:pt x="118334" y="8535"/>
                    <a:pt x="118027" y="8663"/>
                  </a:cubicBezTo>
                  <a:cubicBezTo>
                    <a:pt x="112029" y="10995"/>
                    <a:pt x="106416" y="14225"/>
                    <a:pt x="101393" y="18274"/>
                  </a:cubicBezTo>
                  <a:cubicBezTo>
                    <a:pt x="94729" y="23554"/>
                    <a:pt x="88527" y="29372"/>
                    <a:pt x="82811" y="35651"/>
                  </a:cubicBezTo>
                  <a:cubicBezTo>
                    <a:pt x="76532" y="42571"/>
                    <a:pt x="71893" y="50158"/>
                    <a:pt x="68843" y="58411"/>
                  </a:cubicBezTo>
                  <a:cubicBezTo>
                    <a:pt x="67510" y="62025"/>
                    <a:pt x="66126" y="65587"/>
                    <a:pt x="65101" y="69252"/>
                  </a:cubicBezTo>
                  <a:cubicBezTo>
                    <a:pt x="63691" y="74096"/>
                    <a:pt x="62897" y="78992"/>
                    <a:pt x="63102" y="83964"/>
                  </a:cubicBezTo>
                  <a:cubicBezTo>
                    <a:pt x="63281" y="88654"/>
                    <a:pt x="64383" y="93216"/>
                    <a:pt x="66075" y="97702"/>
                  </a:cubicBezTo>
                  <a:cubicBezTo>
                    <a:pt x="68202" y="103238"/>
                    <a:pt x="71278" y="108389"/>
                    <a:pt x="75199" y="112849"/>
                  </a:cubicBezTo>
                  <a:cubicBezTo>
                    <a:pt x="78505" y="116668"/>
                    <a:pt x="82427" y="119923"/>
                    <a:pt x="86758" y="122486"/>
                  </a:cubicBezTo>
                  <a:cubicBezTo>
                    <a:pt x="94447" y="127073"/>
                    <a:pt x="103059" y="129201"/>
                    <a:pt x="112568" y="128739"/>
                  </a:cubicBezTo>
                  <a:cubicBezTo>
                    <a:pt x="114362" y="128663"/>
                    <a:pt x="116182" y="128432"/>
                    <a:pt x="117950" y="128073"/>
                  </a:cubicBezTo>
                  <a:cubicBezTo>
                    <a:pt x="118283" y="128022"/>
                    <a:pt x="118591" y="127894"/>
                    <a:pt x="118924" y="127817"/>
                  </a:cubicBezTo>
                  <a:lnTo>
                    <a:pt x="118924" y="149064"/>
                  </a:lnTo>
                  <a:cubicBezTo>
                    <a:pt x="118514" y="149141"/>
                    <a:pt x="118129" y="149218"/>
                    <a:pt x="117719" y="149346"/>
                  </a:cubicBezTo>
                  <a:cubicBezTo>
                    <a:pt x="112952" y="150730"/>
                    <a:pt x="108005" y="151448"/>
                    <a:pt x="103008" y="151473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" name="Google Shape;11;p2"/>
            <p:cNvSpPr/>
            <p:nvPr/>
          </p:nvSpPr>
          <p:spPr>
            <a:xfrm>
              <a:off x="1080" y="0"/>
              <a:ext cx="6626880" cy="5142240"/>
            </a:xfrm>
            <a:custGeom>
              <a:avLst/>
              <a:gdLst>
                <a:gd name="textAreaLeft" fmla="*/ 0 w 6626880"/>
                <a:gd name="textAreaRight" fmla="*/ 6627240 w 6626880"/>
                <a:gd name="textAreaTop" fmla="*/ 0 h 5142240"/>
                <a:gd name="textAreaBottom" fmla="*/ 5142600 h 5142240"/>
              </a:gdLst>
              <a:ahLst/>
              <a:cxnLst/>
              <a:rect l="textAreaLeft" t="textAreaTop" r="textAreaRight" b="textAreaBottom"/>
              <a:pathLst>
                <a:path w="206323" h="175925">
                  <a:moveTo>
                    <a:pt x="141196" y="19504"/>
                  </a:moveTo>
                  <a:cubicBezTo>
                    <a:pt x="142093" y="23041"/>
                    <a:pt x="142965" y="26604"/>
                    <a:pt x="143836" y="30166"/>
                  </a:cubicBezTo>
                  <a:cubicBezTo>
                    <a:pt x="145400" y="36318"/>
                    <a:pt x="147424" y="42315"/>
                    <a:pt x="149936" y="48133"/>
                  </a:cubicBezTo>
                  <a:cubicBezTo>
                    <a:pt x="151089" y="50824"/>
                    <a:pt x="152217" y="53515"/>
                    <a:pt x="153089" y="56283"/>
                  </a:cubicBezTo>
                  <a:cubicBezTo>
                    <a:pt x="153858" y="58770"/>
                    <a:pt x="154447" y="61333"/>
                    <a:pt x="154831" y="63921"/>
                  </a:cubicBezTo>
                  <a:cubicBezTo>
                    <a:pt x="155421" y="67612"/>
                    <a:pt x="155703" y="71277"/>
                    <a:pt x="156036" y="74968"/>
                  </a:cubicBezTo>
                  <a:cubicBezTo>
                    <a:pt x="156241" y="77813"/>
                    <a:pt x="156600" y="80658"/>
                    <a:pt x="157138" y="83477"/>
                  </a:cubicBezTo>
                  <a:cubicBezTo>
                    <a:pt x="157574" y="85912"/>
                    <a:pt x="158343" y="88270"/>
                    <a:pt x="159394" y="90525"/>
                  </a:cubicBezTo>
                  <a:cubicBezTo>
                    <a:pt x="160675" y="93191"/>
                    <a:pt x="162520" y="95549"/>
                    <a:pt x="164802" y="97420"/>
                  </a:cubicBezTo>
                  <a:cubicBezTo>
                    <a:pt x="165776" y="98214"/>
                    <a:pt x="166724" y="99034"/>
                    <a:pt x="167723" y="99803"/>
                  </a:cubicBezTo>
                  <a:cubicBezTo>
                    <a:pt x="171645" y="102751"/>
                    <a:pt x="174618" y="106826"/>
                    <a:pt x="176207" y="111490"/>
                  </a:cubicBezTo>
                  <a:cubicBezTo>
                    <a:pt x="177027" y="113797"/>
                    <a:pt x="177565" y="116155"/>
                    <a:pt x="177873" y="118590"/>
                  </a:cubicBezTo>
                  <a:cubicBezTo>
                    <a:pt x="178155" y="120820"/>
                    <a:pt x="178257" y="123075"/>
                    <a:pt x="178129" y="125331"/>
                  </a:cubicBezTo>
                  <a:cubicBezTo>
                    <a:pt x="178027" y="127330"/>
                    <a:pt x="177565" y="129278"/>
                    <a:pt x="176796" y="131123"/>
                  </a:cubicBezTo>
                  <a:cubicBezTo>
                    <a:pt x="175694" y="133686"/>
                    <a:pt x="174567" y="136249"/>
                    <a:pt x="173439" y="138812"/>
                  </a:cubicBezTo>
                  <a:cubicBezTo>
                    <a:pt x="172824" y="140222"/>
                    <a:pt x="172209" y="141631"/>
                    <a:pt x="171645" y="143067"/>
                  </a:cubicBezTo>
                  <a:cubicBezTo>
                    <a:pt x="170491" y="146040"/>
                    <a:pt x="170696" y="148987"/>
                    <a:pt x="172055" y="151909"/>
                  </a:cubicBezTo>
                  <a:cubicBezTo>
                    <a:pt x="172798" y="153447"/>
                    <a:pt x="173721" y="154882"/>
                    <a:pt x="174797" y="156215"/>
                  </a:cubicBezTo>
                  <a:cubicBezTo>
                    <a:pt x="176925" y="158829"/>
                    <a:pt x="179488" y="161136"/>
                    <a:pt x="182281" y="163263"/>
                  </a:cubicBezTo>
                  <a:cubicBezTo>
                    <a:pt x="188971" y="168415"/>
                    <a:pt x="196609" y="172387"/>
                    <a:pt x="205015" y="175386"/>
                  </a:cubicBezTo>
                  <a:cubicBezTo>
                    <a:pt x="205451" y="175540"/>
                    <a:pt x="205887" y="175745"/>
                    <a:pt x="206322" y="175924"/>
                  </a:cubicBezTo>
                  <a:lnTo>
                    <a:pt x="178539" y="175924"/>
                  </a:lnTo>
                  <a:cubicBezTo>
                    <a:pt x="178257" y="175668"/>
                    <a:pt x="178001" y="175412"/>
                    <a:pt x="177694" y="175181"/>
                  </a:cubicBezTo>
                  <a:cubicBezTo>
                    <a:pt x="174054" y="172439"/>
                    <a:pt x="170594" y="169491"/>
                    <a:pt x="167313" y="166364"/>
                  </a:cubicBezTo>
                  <a:cubicBezTo>
                    <a:pt x="164597" y="163801"/>
                    <a:pt x="162136" y="161008"/>
                    <a:pt x="159932" y="158009"/>
                  </a:cubicBezTo>
                  <a:cubicBezTo>
                    <a:pt x="157753" y="154985"/>
                    <a:pt x="156010" y="151806"/>
                    <a:pt x="154960" y="148372"/>
                  </a:cubicBezTo>
                  <a:cubicBezTo>
                    <a:pt x="154550" y="146988"/>
                    <a:pt x="154268" y="145553"/>
                    <a:pt x="154139" y="144117"/>
                  </a:cubicBezTo>
                  <a:cubicBezTo>
                    <a:pt x="153909" y="141401"/>
                    <a:pt x="154344" y="138658"/>
                    <a:pt x="155421" y="136146"/>
                  </a:cubicBezTo>
                  <a:cubicBezTo>
                    <a:pt x="156036" y="134686"/>
                    <a:pt x="156754" y="133225"/>
                    <a:pt x="157394" y="131764"/>
                  </a:cubicBezTo>
                  <a:cubicBezTo>
                    <a:pt x="157856" y="130739"/>
                    <a:pt x="158266" y="129688"/>
                    <a:pt x="158625" y="128637"/>
                  </a:cubicBezTo>
                  <a:cubicBezTo>
                    <a:pt x="159650" y="125356"/>
                    <a:pt x="159163" y="122178"/>
                    <a:pt x="157471" y="119103"/>
                  </a:cubicBezTo>
                  <a:cubicBezTo>
                    <a:pt x="156779" y="117898"/>
                    <a:pt x="155959" y="116745"/>
                    <a:pt x="154985" y="115745"/>
                  </a:cubicBezTo>
                  <a:cubicBezTo>
                    <a:pt x="154344" y="115079"/>
                    <a:pt x="153678" y="114438"/>
                    <a:pt x="152986" y="113823"/>
                  </a:cubicBezTo>
                  <a:cubicBezTo>
                    <a:pt x="152422" y="113285"/>
                    <a:pt x="151833" y="112746"/>
                    <a:pt x="151218" y="112234"/>
                  </a:cubicBezTo>
                  <a:cubicBezTo>
                    <a:pt x="147040" y="108748"/>
                    <a:pt x="144016" y="104083"/>
                    <a:pt x="142580" y="98829"/>
                  </a:cubicBezTo>
                  <a:cubicBezTo>
                    <a:pt x="141837" y="96164"/>
                    <a:pt x="141299" y="93473"/>
                    <a:pt x="140966" y="90756"/>
                  </a:cubicBezTo>
                  <a:cubicBezTo>
                    <a:pt x="140402" y="86476"/>
                    <a:pt x="139915" y="82170"/>
                    <a:pt x="139325" y="77864"/>
                  </a:cubicBezTo>
                  <a:cubicBezTo>
                    <a:pt x="138813" y="74173"/>
                    <a:pt x="138172" y="70482"/>
                    <a:pt x="137403" y="66817"/>
                  </a:cubicBezTo>
                  <a:cubicBezTo>
                    <a:pt x="136685" y="63409"/>
                    <a:pt x="136045" y="60025"/>
                    <a:pt x="135250" y="56642"/>
                  </a:cubicBezTo>
                  <a:cubicBezTo>
                    <a:pt x="133533" y="49107"/>
                    <a:pt x="131636" y="41572"/>
                    <a:pt x="129124" y="34216"/>
                  </a:cubicBezTo>
                  <a:cubicBezTo>
                    <a:pt x="128279" y="31576"/>
                    <a:pt x="127202" y="29039"/>
                    <a:pt x="125946" y="26578"/>
                  </a:cubicBezTo>
                  <a:cubicBezTo>
                    <a:pt x="125152" y="25015"/>
                    <a:pt x="124203" y="23554"/>
                    <a:pt x="123127" y="22170"/>
                  </a:cubicBezTo>
                  <a:cubicBezTo>
                    <a:pt x="122025" y="20786"/>
                    <a:pt x="120718" y="19530"/>
                    <a:pt x="119231" y="18530"/>
                  </a:cubicBezTo>
                  <a:cubicBezTo>
                    <a:pt x="118360" y="17941"/>
                    <a:pt x="117437" y="17454"/>
                    <a:pt x="116463" y="17070"/>
                  </a:cubicBezTo>
                  <a:cubicBezTo>
                    <a:pt x="113951" y="16096"/>
                    <a:pt x="111183" y="15942"/>
                    <a:pt x="108595" y="16659"/>
                  </a:cubicBezTo>
                  <a:cubicBezTo>
                    <a:pt x="107031" y="17095"/>
                    <a:pt x="105519" y="17710"/>
                    <a:pt x="104135" y="18530"/>
                  </a:cubicBezTo>
                  <a:cubicBezTo>
                    <a:pt x="101880" y="19838"/>
                    <a:pt x="99829" y="21478"/>
                    <a:pt x="98035" y="23400"/>
                  </a:cubicBezTo>
                  <a:cubicBezTo>
                    <a:pt x="95370" y="26194"/>
                    <a:pt x="93114" y="29321"/>
                    <a:pt x="91320" y="32729"/>
                  </a:cubicBezTo>
                  <a:cubicBezTo>
                    <a:pt x="90218" y="34806"/>
                    <a:pt x="89167" y="36907"/>
                    <a:pt x="88116" y="38958"/>
                  </a:cubicBezTo>
                  <a:cubicBezTo>
                    <a:pt x="86758" y="41674"/>
                    <a:pt x="85246" y="44314"/>
                    <a:pt x="83580" y="46852"/>
                  </a:cubicBezTo>
                  <a:cubicBezTo>
                    <a:pt x="82298" y="48748"/>
                    <a:pt x="80837" y="50491"/>
                    <a:pt x="79197" y="52080"/>
                  </a:cubicBezTo>
                  <a:cubicBezTo>
                    <a:pt x="78300" y="52926"/>
                    <a:pt x="77352" y="53695"/>
                    <a:pt x="76326" y="54387"/>
                  </a:cubicBezTo>
                  <a:cubicBezTo>
                    <a:pt x="73302" y="56335"/>
                    <a:pt x="69791" y="57437"/>
                    <a:pt x="66177" y="57539"/>
                  </a:cubicBezTo>
                  <a:cubicBezTo>
                    <a:pt x="62332" y="57693"/>
                    <a:pt x="58616" y="57104"/>
                    <a:pt x="55002" y="56104"/>
                  </a:cubicBezTo>
                  <a:cubicBezTo>
                    <a:pt x="50414" y="54797"/>
                    <a:pt x="45980" y="52952"/>
                    <a:pt x="41828" y="50619"/>
                  </a:cubicBezTo>
                  <a:cubicBezTo>
                    <a:pt x="37830" y="48441"/>
                    <a:pt x="34139" y="45955"/>
                    <a:pt x="30423" y="43443"/>
                  </a:cubicBezTo>
                  <a:cubicBezTo>
                    <a:pt x="26194" y="40572"/>
                    <a:pt x="21991" y="37625"/>
                    <a:pt x="17710" y="34806"/>
                  </a:cubicBezTo>
                  <a:cubicBezTo>
                    <a:pt x="12405" y="31269"/>
                    <a:pt x="6843" y="28065"/>
                    <a:pt x="1128" y="25040"/>
                  </a:cubicBezTo>
                  <a:cubicBezTo>
                    <a:pt x="769" y="24861"/>
                    <a:pt x="461" y="24605"/>
                    <a:pt x="0" y="24630"/>
                  </a:cubicBezTo>
                  <a:lnTo>
                    <a:pt x="0" y="19351"/>
                  </a:lnTo>
                  <a:cubicBezTo>
                    <a:pt x="179" y="19351"/>
                    <a:pt x="359" y="19376"/>
                    <a:pt x="538" y="19428"/>
                  </a:cubicBezTo>
                  <a:cubicBezTo>
                    <a:pt x="846" y="19556"/>
                    <a:pt x="1128" y="19709"/>
                    <a:pt x="1435" y="19863"/>
                  </a:cubicBezTo>
                  <a:cubicBezTo>
                    <a:pt x="11354" y="24964"/>
                    <a:pt x="20991" y="30653"/>
                    <a:pt x="30269" y="36907"/>
                  </a:cubicBezTo>
                  <a:cubicBezTo>
                    <a:pt x="33447" y="39060"/>
                    <a:pt x="36677" y="41136"/>
                    <a:pt x="39906" y="43187"/>
                  </a:cubicBezTo>
                  <a:cubicBezTo>
                    <a:pt x="42315" y="44724"/>
                    <a:pt x="44827" y="46083"/>
                    <a:pt x="47416" y="47287"/>
                  </a:cubicBezTo>
                  <a:cubicBezTo>
                    <a:pt x="50389" y="48723"/>
                    <a:pt x="53516" y="49773"/>
                    <a:pt x="56745" y="50440"/>
                  </a:cubicBezTo>
                  <a:cubicBezTo>
                    <a:pt x="58795" y="50876"/>
                    <a:pt x="60871" y="51029"/>
                    <a:pt x="62948" y="50952"/>
                  </a:cubicBezTo>
                  <a:cubicBezTo>
                    <a:pt x="66510" y="50799"/>
                    <a:pt x="69586" y="49748"/>
                    <a:pt x="72149" y="47697"/>
                  </a:cubicBezTo>
                  <a:cubicBezTo>
                    <a:pt x="73353" y="46723"/>
                    <a:pt x="74455" y="45570"/>
                    <a:pt x="75404" y="44314"/>
                  </a:cubicBezTo>
                  <a:cubicBezTo>
                    <a:pt x="76813" y="42443"/>
                    <a:pt x="78018" y="40418"/>
                    <a:pt x="79018" y="38266"/>
                  </a:cubicBezTo>
                  <a:cubicBezTo>
                    <a:pt x="80427" y="35190"/>
                    <a:pt x="81658" y="32037"/>
                    <a:pt x="82657" y="28808"/>
                  </a:cubicBezTo>
                  <a:cubicBezTo>
                    <a:pt x="83477" y="26091"/>
                    <a:pt x="84502" y="23477"/>
                    <a:pt x="85733" y="20940"/>
                  </a:cubicBezTo>
                  <a:cubicBezTo>
                    <a:pt x="87527" y="17454"/>
                    <a:pt x="89680" y="14148"/>
                    <a:pt x="92166" y="11123"/>
                  </a:cubicBezTo>
                  <a:cubicBezTo>
                    <a:pt x="94883" y="7817"/>
                    <a:pt x="97753" y="4562"/>
                    <a:pt x="100778" y="1435"/>
                  </a:cubicBezTo>
                  <a:cubicBezTo>
                    <a:pt x="101239" y="948"/>
                    <a:pt x="101752" y="461"/>
                    <a:pt x="102238" y="0"/>
                  </a:cubicBezTo>
                  <a:lnTo>
                    <a:pt x="125921" y="0"/>
                  </a:lnTo>
                  <a:cubicBezTo>
                    <a:pt x="126100" y="308"/>
                    <a:pt x="126485" y="384"/>
                    <a:pt x="126792" y="564"/>
                  </a:cubicBezTo>
                  <a:cubicBezTo>
                    <a:pt x="128663" y="1512"/>
                    <a:pt x="130457" y="2640"/>
                    <a:pt x="132123" y="3921"/>
                  </a:cubicBezTo>
                  <a:cubicBezTo>
                    <a:pt x="134968" y="6126"/>
                    <a:pt x="137224" y="8996"/>
                    <a:pt x="138684" y="12277"/>
                  </a:cubicBezTo>
                  <a:cubicBezTo>
                    <a:pt x="139735" y="14609"/>
                    <a:pt x="140555" y="17018"/>
                    <a:pt x="141196" y="19504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" name="Google Shape;12;p2"/>
            <p:cNvSpPr/>
            <p:nvPr/>
          </p:nvSpPr>
          <p:spPr>
            <a:xfrm>
              <a:off x="1080" y="1168200"/>
              <a:ext cx="4783320" cy="3974400"/>
            </a:xfrm>
            <a:custGeom>
              <a:avLst/>
              <a:gdLst>
                <a:gd name="textAreaLeft" fmla="*/ 0 w 4783320"/>
                <a:gd name="textAreaRight" fmla="*/ 4783680 w 4783320"/>
                <a:gd name="textAreaTop" fmla="*/ 0 h 3974400"/>
                <a:gd name="textAreaBottom" fmla="*/ 3974760 h 3974400"/>
              </a:gdLst>
              <a:ahLst/>
              <a:cxnLst/>
              <a:rect l="textAreaLeft" t="textAreaTop" r="textAreaRight" b="textAreaBottom"/>
              <a:pathLst>
                <a:path w="148937" h="135968">
                  <a:moveTo>
                    <a:pt x="1307" y="308"/>
                  </a:moveTo>
                  <a:cubicBezTo>
                    <a:pt x="3306" y="897"/>
                    <a:pt x="5229" y="1615"/>
                    <a:pt x="7125" y="2435"/>
                  </a:cubicBezTo>
                  <a:cubicBezTo>
                    <a:pt x="10329" y="3819"/>
                    <a:pt x="13430" y="5331"/>
                    <a:pt x="16429" y="6972"/>
                  </a:cubicBezTo>
                  <a:cubicBezTo>
                    <a:pt x="21068" y="9483"/>
                    <a:pt x="25656" y="12021"/>
                    <a:pt x="30295" y="14507"/>
                  </a:cubicBezTo>
                  <a:cubicBezTo>
                    <a:pt x="35805" y="17505"/>
                    <a:pt x="41546" y="19992"/>
                    <a:pt x="47493" y="21991"/>
                  </a:cubicBezTo>
                  <a:cubicBezTo>
                    <a:pt x="51414" y="23323"/>
                    <a:pt x="55412" y="24374"/>
                    <a:pt x="59487" y="25169"/>
                  </a:cubicBezTo>
                  <a:cubicBezTo>
                    <a:pt x="62512" y="25758"/>
                    <a:pt x="65562" y="26040"/>
                    <a:pt x="68637" y="26040"/>
                  </a:cubicBezTo>
                  <a:cubicBezTo>
                    <a:pt x="74174" y="25989"/>
                    <a:pt x="79146" y="24631"/>
                    <a:pt x="83554" y="21863"/>
                  </a:cubicBezTo>
                  <a:cubicBezTo>
                    <a:pt x="85476" y="20632"/>
                    <a:pt x="87296" y="19248"/>
                    <a:pt x="88988" y="17736"/>
                  </a:cubicBezTo>
                  <a:cubicBezTo>
                    <a:pt x="90269" y="16608"/>
                    <a:pt x="91499" y="15455"/>
                    <a:pt x="92781" y="14353"/>
                  </a:cubicBezTo>
                  <a:cubicBezTo>
                    <a:pt x="94062" y="13225"/>
                    <a:pt x="95395" y="12149"/>
                    <a:pt x="96754" y="11124"/>
                  </a:cubicBezTo>
                  <a:cubicBezTo>
                    <a:pt x="97574" y="10534"/>
                    <a:pt x="98420" y="10021"/>
                    <a:pt x="99317" y="9535"/>
                  </a:cubicBezTo>
                  <a:cubicBezTo>
                    <a:pt x="100086" y="9124"/>
                    <a:pt x="100931" y="8817"/>
                    <a:pt x="101803" y="8637"/>
                  </a:cubicBezTo>
                  <a:cubicBezTo>
                    <a:pt x="103571" y="8202"/>
                    <a:pt x="105417" y="8432"/>
                    <a:pt x="107031" y="9278"/>
                  </a:cubicBezTo>
                  <a:cubicBezTo>
                    <a:pt x="107928" y="9765"/>
                    <a:pt x="108749" y="10380"/>
                    <a:pt x="109492" y="11098"/>
                  </a:cubicBezTo>
                  <a:cubicBezTo>
                    <a:pt x="110466" y="12072"/>
                    <a:pt x="111337" y="13123"/>
                    <a:pt x="112080" y="14302"/>
                  </a:cubicBezTo>
                  <a:cubicBezTo>
                    <a:pt x="113413" y="16326"/>
                    <a:pt x="114515" y="18505"/>
                    <a:pt x="115387" y="20786"/>
                  </a:cubicBezTo>
                  <a:cubicBezTo>
                    <a:pt x="116848" y="24528"/>
                    <a:pt x="117950" y="28424"/>
                    <a:pt x="118667" y="32371"/>
                  </a:cubicBezTo>
                  <a:cubicBezTo>
                    <a:pt x="119667" y="37471"/>
                    <a:pt x="120026" y="42648"/>
                    <a:pt x="119769" y="47826"/>
                  </a:cubicBezTo>
                  <a:cubicBezTo>
                    <a:pt x="119641" y="50056"/>
                    <a:pt x="119436" y="52311"/>
                    <a:pt x="119180" y="54566"/>
                  </a:cubicBezTo>
                  <a:cubicBezTo>
                    <a:pt x="118693" y="58795"/>
                    <a:pt x="118078" y="63024"/>
                    <a:pt x="117591" y="67253"/>
                  </a:cubicBezTo>
                  <a:cubicBezTo>
                    <a:pt x="117027" y="71610"/>
                    <a:pt x="116719" y="75993"/>
                    <a:pt x="116617" y="80401"/>
                  </a:cubicBezTo>
                  <a:cubicBezTo>
                    <a:pt x="116566" y="83374"/>
                    <a:pt x="116771" y="86348"/>
                    <a:pt x="117258" y="89295"/>
                  </a:cubicBezTo>
                  <a:cubicBezTo>
                    <a:pt x="118129" y="94498"/>
                    <a:pt x="120000" y="99444"/>
                    <a:pt x="123358" y="103930"/>
                  </a:cubicBezTo>
                  <a:cubicBezTo>
                    <a:pt x="125049" y="106262"/>
                    <a:pt x="126818" y="108543"/>
                    <a:pt x="128663" y="110824"/>
                  </a:cubicBezTo>
                  <a:cubicBezTo>
                    <a:pt x="131559" y="114412"/>
                    <a:pt x="134276" y="118129"/>
                    <a:pt x="137019" y="121794"/>
                  </a:cubicBezTo>
                  <a:cubicBezTo>
                    <a:pt x="140581" y="126561"/>
                    <a:pt x="144426" y="131123"/>
                    <a:pt x="148526" y="135429"/>
                  </a:cubicBezTo>
                  <a:cubicBezTo>
                    <a:pt x="148680" y="135583"/>
                    <a:pt x="148808" y="135788"/>
                    <a:pt x="148937" y="135967"/>
                  </a:cubicBezTo>
                  <a:lnTo>
                    <a:pt x="115028" y="135967"/>
                  </a:lnTo>
                  <a:cubicBezTo>
                    <a:pt x="114772" y="135608"/>
                    <a:pt x="114515" y="135275"/>
                    <a:pt x="114310" y="134916"/>
                  </a:cubicBezTo>
                  <a:cubicBezTo>
                    <a:pt x="111055" y="129227"/>
                    <a:pt x="108313" y="123255"/>
                    <a:pt x="106134" y="117104"/>
                  </a:cubicBezTo>
                  <a:cubicBezTo>
                    <a:pt x="104340" y="112157"/>
                    <a:pt x="102905" y="107082"/>
                    <a:pt x="101880" y="101931"/>
                  </a:cubicBezTo>
                  <a:cubicBezTo>
                    <a:pt x="101136" y="98086"/>
                    <a:pt x="100624" y="94242"/>
                    <a:pt x="100393" y="90346"/>
                  </a:cubicBezTo>
                  <a:cubicBezTo>
                    <a:pt x="100162" y="86860"/>
                    <a:pt x="100214" y="83374"/>
                    <a:pt x="100470" y="79914"/>
                  </a:cubicBezTo>
                  <a:cubicBezTo>
                    <a:pt x="100726" y="76813"/>
                    <a:pt x="101111" y="73738"/>
                    <a:pt x="101675" y="70688"/>
                  </a:cubicBezTo>
                  <a:cubicBezTo>
                    <a:pt x="102520" y="65997"/>
                    <a:pt x="103751" y="61384"/>
                    <a:pt x="104853" y="56745"/>
                  </a:cubicBezTo>
                  <a:cubicBezTo>
                    <a:pt x="105673" y="53541"/>
                    <a:pt x="106211" y="50286"/>
                    <a:pt x="106467" y="46980"/>
                  </a:cubicBezTo>
                  <a:cubicBezTo>
                    <a:pt x="106724" y="43135"/>
                    <a:pt x="106339" y="39342"/>
                    <a:pt x="105007" y="35651"/>
                  </a:cubicBezTo>
                  <a:cubicBezTo>
                    <a:pt x="104596" y="34524"/>
                    <a:pt x="104058" y="33447"/>
                    <a:pt x="103366" y="32448"/>
                  </a:cubicBezTo>
                  <a:cubicBezTo>
                    <a:pt x="102854" y="31653"/>
                    <a:pt x="102238" y="30936"/>
                    <a:pt x="101521" y="30320"/>
                  </a:cubicBezTo>
                  <a:cubicBezTo>
                    <a:pt x="99957" y="28962"/>
                    <a:pt x="98061" y="28321"/>
                    <a:pt x="95805" y="28398"/>
                  </a:cubicBezTo>
                  <a:cubicBezTo>
                    <a:pt x="94780" y="28398"/>
                    <a:pt x="93781" y="28526"/>
                    <a:pt x="92781" y="28783"/>
                  </a:cubicBezTo>
                  <a:cubicBezTo>
                    <a:pt x="91397" y="29141"/>
                    <a:pt x="90039" y="29500"/>
                    <a:pt x="88680" y="29885"/>
                  </a:cubicBezTo>
                  <a:cubicBezTo>
                    <a:pt x="86271" y="30577"/>
                    <a:pt x="83913" y="31346"/>
                    <a:pt x="81452" y="31884"/>
                  </a:cubicBezTo>
                  <a:cubicBezTo>
                    <a:pt x="76788" y="32909"/>
                    <a:pt x="72021" y="33319"/>
                    <a:pt x="67253" y="33063"/>
                  </a:cubicBezTo>
                  <a:cubicBezTo>
                    <a:pt x="61282" y="32730"/>
                    <a:pt x="55464" y="31807"/>
                    <a:pt x="49671" y="30654"/>
                  </a:cubicBezTo>
                  <a:cubicBezTo>
                    <a:pt x="43956" y="29500"/>
                    <a:pt x="38343" y="28014"/>
                    <a:pt x="32755" y="26502"/>
                  </a:cubicBezTo>
                  <a:cubicBezTo>
                    <a:pt x="28578" y="25399"/>
                    <a:pt x="24400" y="24246"/>
                    <a:pt x="20145" y="23298"/>
                  </a:cubicBezTo>
                  <a:cubicBezTo>
                    <a:pt x="17864" y="22785"/>
                    <a:pt x="15557" y="22401"/>
                    <a:pt x="13225" y="22170"/>
                  </a:cubicBezTo>
                  <a:cubicBezTo>
                    <a:pt x="11226" y="21965"/>
                    <a:pt x="9227" y="21965"/>
                    <a:pt x="7228" y="22196"/>
                  </a:cubicBezTo>
                  <a:cubicBezTo>
                    <a:pt x="4972" y="22426"/>
                    <a:pt x="2845" y="23272"/>
                    <a:pt x="1051" y="24605"/>
                  </a:cubicBezTo>
                  <a:cubicBezTo>
                    <a:pt x="846" y="24759"/>
                    <a:pt x="641" y="24912"/>
                    <a:pt x="436" y="25041"/>
                  </a:cubicBezTo>
                  <a:cubicBezTo>
                    <a:pt x="282" y="25066"/>
                    <a:pt x="154" y="25092"/>
                    <a:pt x="0" y="25092"/>
                  </a:cubicBezTo>
                  <a:lnTo>
                    <a:pt x="0" y="103"/>
                  </a:lnTo>
                  <a:cubicBezTo>
                    <a:pt x="487" y="0"/>
                    <a:pt x="897" y="180"/>
                    <a:pt x="1307" y="30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" name="Google Shape;13;p2"/>
            <p:cNvSpPr/>
            <p:nvPr/>
          </p:nvSpPr>
          <p:spPr>
            <a:xfrm>
              <a:off x="4425840" y="0"/>
              <a:ext cx="4717800" cy="5142960"/>
            </a:xfrm>
            <a:custGeom>
              <a:avLst/>
              <a:gdLst>
                <a:gd name="textAreaLeft" fmla="*/ 0 w 4717800"/>
                <a:gd name="textAreaRight" fmla="*/ 4718160 w 4717800"/>
                <a:gd name="textAreaTop" fmla="*/ 0 h 5142960"/>
                <a:gd name="textAreaBottom" fmla="*/ 5143320 h 5142960"/>
              </a:gdLst>
              <a:ahLst/>
              <a:cxnLst/>
              <a:rect l="textAreaLeft" t="textAreaTop" r="textAreaRight" b="textAreaBottom"/>
              <a:pathLst>
                <a:path w="146887" h="175950">
                  <a:moveTo>
                    <a:pt x="114772" y="175924"/>
                  </a:moveTo>
                  <a:cubicBezTo>
                    <a:pt x="114644" y="175822"/>
                    <a:pt x="114516" y="175719"/>
                    <a:pt x="114362" y="175642"/>
                  </a:cubicBezTo>
                  <a:cubicBezTo>
                    <a:pt x="110364" y="174310"/>
                    <a:pt x="106289" y="173079"/>
                    <a:pt x="102060" y="172310"/>
                  </a:cubicBezTo>
                  <a:cubicBezTo>
                    <a:pt x="98472" y="171695"/>
                    <a:pt x="94832" y="171439"/>
                    <a:pt x="91193" y="171516"/>
                  </a:cubicBezTo>
                  <a:cubicBezTo>
                    <a:pt x="88989" y="171567"/>
                    <a:pt x="86810" y="171593"/>
                    <a:pt x="84606" y="171644"/>
                  </a:cubicBezTo>
                  <a:cubicBezTo>
                    <a:pt x="78531" y="171772"/>
                    <a:pt x="72457" y="170849"/>
                    <a:pt x="66690" y="168978"/>
                  </a:cubicBezTo>
                  <a:cubicBezTo>
                    <a:pt x="59591" y="166697"/>
                    <a:pt x="53311" y="163391"/>
                    <a:pt x="47929" y="158932"/>
                  </a:cubicBezTo>
                  <a:cubicBezTo>
                    <a:pt x="46263" y="157573"/>
                    <a:pt x="44751" y="156035"/>
                    <a:pt x="43444" y="154318"/>
                  </a:cubicBezTo>
                  <a:cubicBezTo>
                    <a:pt x="42290" y="152883"/>
                    <a:pt x="41419" y="151217"/>
                    <a:pt x="40932" y="149423"/>
                  </a:cubicBezTo>
                  <a:cubicBezTo>
                    <a:pt x="40573" y="148039"/>
                    <a:pt x="40471" y="146629"/>
                    <a:pt x="40650" y="145219"/>
                  </a:cubicBezTo>
                  <a:cubicBezTo>
                    <a:pt x="40958" y="143041"/>
                    <a:pt x="41496" y="140914"/>
                    <a:pt x="42265" y="138889"/>
                  </a:cubicBezTo>
                  <a:cubicBezTo>
                    <a:pt x="43136" y="136454"/>
                    <a:pt x="44033" y="134019"/>
                    <a:pt x="44956" y="131610"/>
                  </a:cubicBezTo>
                  <a:cubicBezTo>
                    <a:pt x="45853" y="129201"/>
                    <a:pt x="46340" y="126689"/>
                    <a:pt x="46417" y="124126"/>
                  </a:cubicBezTo>
                  <a:cubicBezTo>
                    <a:pt x="46494" y="122024"/>
                    <a:pt x="46545" y="119923"/>
                    <a:pt x="46417" y="117821"/>
                  </a:cubicBezTo>
                  <a:cubicBezTo>
                    <a:pt x="46109" y="112772"/>
                    <a:pt x="45212" y="107800"/>
                    <a:pt x="43264" y="102981"/>
                  </a:cubicBezTo>
                  <a:cubicBezTo>
                    <a:pt x="42752" y="101725"/>
                    <a:pt x="42162" y="100495"/>
                    <a:pt x="41522" y="99316"/>
                  </a:cubicBezTo>
                  <a:cubicBezTo>
                    <a:pt x="40138" y="96804"/>
                    <a:pt x="38241" y="94600"/>
                    <a:pt x="36011" y="92806"/>
                  </a:cubicBezTo>
                  <a:cubicBezTo>
                    <a:pt x="35242" y="92191"/>
                    <a:pt x="34499" y="91576"/>
                    <a:pt x="33730" y="90961"/>
                  </a:cubicBezTo>
                  <a:cubicBezTo>
                    <a:pt x="30731" y="88757"/>
                    <a:pt x="28527" y="85655"/>
                    <a:pt x="27374" y="82118"/>
                  </a:cubicBezTo>
                  <a:cubicBezTo>
                    <a:pt x="26759" y="80196"/>
                    <a:pt x="26374" y="78197"/>
                    <a:pt x="26195" y="76198"/>
                  </a:cubicBezTo>
                  <a:cubicBezTo>
                    <a:pt x="25964" y="73686"/>
                    <a:pt x="25887" y="71174"/>
                    <a:pt x="25938" y="68688"/>
                  </a:cubicBezTo>
                  <a:cubicBezTo>
                    <a:pt x="25938" y="67048"/>
                    <a:pt x="25990" y="65433"/>
                    <a:pt x="25938" y="63793"/>
                  </a:cubicBezTo>
                  <a:cubicBezTo>
                    <a:pt x="25938" y="62383"/>
                    <a:pt x="25759" y="60974"/>
                    <a:pt x="25426" y="59590"/>
                  </a:cubicBezTo>
                  <a:cubicBezTo>
                    <a:pt x="24990" y="57873"/>
                    <a:pt x="24298" y="56232"/>
                    <a:pt x="23350" y="54746"/>
                  </a:cubicBezTo>
                  <a:cubicBezTo>
                    <a:pt x="22453" y="53310"/>
                    <a:pt x="21530" y="51901"/>
                    <a:pt x="20607" y="50517"/>
                  </a:cubicBezTo>
                  <a:cubicBezTo>
                    <a:pt x="18506" y="47492"/>
                    <a:pt x="16635" y="44289"/>
                    <a:pt x="15071" y="40957"/>
                  </a:cubicBezTo>
                  <a:cubicBezTo>
                    <a:pt x="13405" y="37317"/>
                    <a:pt x="12124" y="33550"/>
                    <a:pt x="11201" y="29680"/>
                  </a:cubicBezTo>
                  <a:cubicBezTo>
                    <a:pt x="10278" y="25938"/>
                    <a:pt x="9586" y="22144"/>
                    <a:pt x="8894" y="18377"/>
                  </a:cubicBezTo>
                  <a:cubicBezTo>
                    <a:pt x="8305" y="15327"/>
                    <a:pt x="7690" y="12251"/>
                    <a:pt x="6613" y="9278"/>
                  </a:cubicBezTo>
                  <a:cubicBezTo>
                    <a:pt x="6152" y="7945"/>
                    <a:pt x="5537" y="6664"/>
                    <a:pt x="4845" y="5434"/>
                  </a:cubicBezTo>
                  <a:cubicBezTo>
                    <a:pt x="3820" y="3639"/>
                    <a:pt x="2461" y="2050"/>
                    <a:pt x="872" y="743"/>
                  </a:cubicBezTo>
                  <a:cubicBezTo>
                    <a:pt x="565" y="513"/>
                    <a:pt x="283" y="256"/>
                    <a:pt x="1" y="0"/>
                  </a:cubicBezTo>
                  <a:lnTo>
                    <a:pt x="16635" y="0"/>
                  </a:lnTo>
                  <a:cubicBezTo>
                    <a:pt x="16865" y="1128"/>
                    <a:pt x="17173" y="2281"/>
                    <a:pt x="17378" y="3409"/>
                  </a:cubicBezTo>
                  <a:cubicBezTo>
                    <a:pt x="17532" y="4306"/>
                    <a:pt x="17660" y="5203"/>
                    <a:pt x="17711" y="6126"/>
                  </a:cubicBezTo>
                  <a:cubicBezTo>
                    <a:pt x="17839" y="7817"/>
                    <a:pt x="17916" y="9509"/>
                    <a:pt x="18019" y="11175"/>
                  </a:cubicBezTo>
                  <a:cubicBezTo>
                    <a:pt x="18198" y="14532"/>
                    <a:pt x="18326" y="17890"/>
                    <a:pt x="18711" y="21222"/>
                  </a:cubicBezTo>
                  <a:cubicBezTo>
                    <a:pt x="19198" y="25374"/>
                    <a:pt x="20018" y="29474"/>
                    <a:pt x="21633" y="33447"/>
                  </a:cubicBezTo>
                  <a:cubicBezTo>
                    <a:pt x="22555" y="35754"/>
                    <a:pt x="23760" y="37932"/>
                    <a:pt x="25246" y="39906"/>
                  </a:cubicBezTo>
                  <a:cubicBezTo>
                    <a:pt x="28220" y="43853"/>
                    <a:pt x="32295" y="46749"/>
                    <a:pt x="37498" y="48569"/>
                  </a:cubicBezTo>
                  <a:cubicBezTo>
                    <a:pt x="39394" y="49210"/>
                    <a:pt x="41342" y="49697"/>
                    <a:pt x="43316" y="50184"/>
                  </a:cubicBezTo>
                  <a:cubicBezTo>
                    <a:pt x="44469" y="50491"/>
                    <a:pt x="45648" y="50773"/>
                    <a:pt x="46776" y="51106"/>
                  </a:cubicBezTo>
                  <a:cubicBezTo>
                    <a:pt x="47468" y="51337"/>
                    <a:pt x="48160" y="51619"/>
                    <a:pt x="48801" y="51952"/>
                  </a:cubicBezTo>
                  <a:cubicBezTo>
                    <a:pt x="50005" y="52593"/>
                    <a:pt x="50595" y="53541"/>
                    <a:pt x="50595" y="54720"/>
                  </a:cubicBezTo>
                  <a:cubicBezTo>
                    <a:pt x="50620" y="55489"/>
                    <a:pt x="50466" y="56232"/>
                    <a:pt x="50159" y="56950"/>
                  </a:cubicBezTo>
                  <a:cubicBezTo>
                    <a:pt x="49749" y="57898"/>
                    <a:pt x="49287" y="58872"/>
                    <a:pt x="48826" y="59820"/>
                  </a:cubicBezTo>
                  <a:cubicBezTo>
                    <a:pt x="48237" y="61051"/>
                    <a:pt x="47596" y="62255"/>
                    <a:pt x="47032" y="63485"/>
                  </a:cubicBezTo>
                  <a:cubicBezTo>
                    <a:pt x="46366" y="64895"/>
                    <a:pt x="45930" y="66382"/>
                    <a:pt x="45699" y="67919"/>
                  </a:cubicBezTo>
                  <a:cubicBezTo>
                    <a:pt x="45417" y="70098"/>
                    <a:pt x="45853" y="72328"/>
                    <a:pt x="46981" y="74224"/>
                  </a:cubicBezTo>
                  <a:cubicBezTo>
                    <a:pt x="47237" y="74660"/>
                    <a:pt x="47519" y="75070"/>
                    <a:pt x="47801" y="75455"/>
                  </a:cubicBezTo>
                  <a:cubicBezTo>
                    <a:pt x="48160" y="75993"/>
                    <a:pt x="48519" y="76506"/>
                    <a:pt x="48929" y="76992"/>
                  </a:cubicBezTo>
                  <a:cubicBezTo>
                    <a:pt x="51825" y="80478"/>
                    <a:pt x="53491" y="84400"/>
                    <a:pt x="54439" y="88526"/>
                  </a:cubicBezTo>
                  <a:cubicBezTo>
                    <a:pt x="55157" y="91781"/>
                    <a:pt x="55695" y="95087"/>
                    <a:pt x="56079" y="98394"/>
                  </a:cubicBezTo>
                  <a:cubicBezTo>
                    <a:pt x="56438" y="101546"/>
                    <a:pt x="56720" y="104698"/>
                    <a:pt x="56925" y="107851"/>
                  </a:cubicBezTo>
                  <a:cubicBezTo>
                    <a:pt x="57182" y="111465"/>
                    <a:pt x="57182" y="115053"/>
                    <a:pt x="57207" y="118667"/>
                  </a:cubicBezTo>
                  <a:cubicBezTo>
                    <a:pt x="57207" y="120384"/>
                    <a:pt x="57258" y="122101"/>
                    <a:pt x="57335" y="123818"/>
                  </a:cubicBezTo>
                  <a:cubicBezTo>
                    <a:pt x="57438" y="127330"/>
                    <a:pt x="57258" y="130841"/>
                    <a:pt x="56797" y="134327"/>
                  </a:cubicBezTo>
                  <a:cubicBezTo>
                    <a:pt x="56541" y="136249"/>
                    <a:pt x="56438" y="138197"/>
                    <a:pt x="56490" y="140145"/>
                  </a:cubicBezTo>
                  <a:cubicBezTo>
                    <a:pt x="56541" y="141657"/>
                    <a:pt x="56771" y="143169"/>
                    <a:pt x="57233" y="144604"/>
                  </a:cubicBezTo>
                  <a:cubicBezTo>
                    <a:pt x="58130" y="147398"/>
                    <a:pt x="59898" y="149782"/>
                    <a:pt x="62487" y="151730"/>
                  </a:cubicBezTo>
                  <a:cubicBezTo>
                    <a:pt x="65563" y="154062"/>
                    <a:pt x="69202" y="155574"/>
                    <a:pt x="73252" y="156369"/>
                  </a:cubicBezTo>
                  <a:cubicBezTo>
                    <a:pt x="75892" y="156856"/>
                    <a:pt x="78557" y="157189"/>
                    <a:pt x="81248" y="157342"/>
                  </a:cubicBezTo>
                  <a:cubicBezTo>
                    <a:pt x="84426" y="157573"/>
                    <a:pt x="87604" y="157778"/>
                    <a:pt x="90757" y="158214"/>
                  </a:cubicBezTo>
                  <a:cubicBezTo>
                    <a:pt x="95088" y="158803"/>
                    <a:pt x="99369" y="159829"/>
                    <a:pt x="103521" y="161238"/>
                  </a:cubicBezTo>
                  <a:cubicBezTo>
                    <a:pt x="106494" y="162238"/>
                    <a:pt x="109441" y="163340"/>
                    <a:pt x="112389" y="164416"/>
                  </a:cubicBezTo>
                  <a:cubicBezTo>
                    <a:pt x="115669" y="165621"/>
                    <a:pt x="118976" y="166800"/>
                    <a:pt x="122410" y="167748"/>
                  </a:cubicBezTo>
                  <a:cubicBezTo>
                    <a:pt x="125460" y="168594"/>
                    <a:pt x="128587" y="169107"/>
                    <a:pt x="131740" y="169286"/>
                  </a:cubicBezTo>
                  <a:cubicBezTo>
                    <a:pt x="134918" y="169414"/>
                    <a:pt x="138121" y="169158"/>
                    <a:pt x="141223" y="168492"/>
                  </a:cubicBezTo>
                  <a:cubicBezTo>
                    <a:pt x="142760" y="168184"/>
                    <a:pt x="144273" y="167748"/>
                    <a:pt x="145785" y="167364"/>
                  </a:cubicBezTo>
                  <a:cubicBezTo>
                    <a:pt x="146144" y="167287"/>
                    <a:pt x="146528" y="167184"/>
                    <a:pt x="146887" y="167108"/>
                  </a:cubicBezTo>
                  <a:lnTo>
                    <a:pt x="146887" y="175950"/>
                  </a:ln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" name="Google Shape;14;p2"/>
            <p:cNvSpPr/>
            <p:nvPr/>
          </p:nvSpPr>
          <p:spPr>
            <a:xfrm>
              <a:off x="1080" y="3044160"/>
              <a:ext cx="2357280" cy="2098440"/>
            </a:xfrm>
            <a:custGeom>
              <a:avLst/>
              <a:gdLst>
                <a:gd name="textAreaLeft" fmla="*/ 0 w 2357280"/>
                <a:gd name="textAreaRight" fmla="*/ 2357640 w 2357280"/>
                <a:gd name="textAreaTop" fmla="*/ 0 h 2098440"/>
                <a:gd name="textAreaBottom" fmla="*/ 2098800 h 2098440"/>
              </a:gdLst>
              <a:ahLst/>
              <a:cxnLst/>
              <a:rect l="textAreaLeft" t="textAreaTop" r="textAreaRight" b="textAreaBottom"/>
              <a:pathLst>
                <a:path w="73405" h="71791">
                  <a:moveTo>
                    <a:pt x="15327" y="20582"/>
                  </a:moveTo>
                  <a:cubicBezTo>
                    <a:pt x="18941" y="17865"/>
                    <a:pt x="22580" y="15148"/>
                    <a:pt x="26220" y="12457"/>
                  </a:cubicBezTo>
                  <a:cubicBezTo>
                    <a:pt x="28629" y="10688"/>
                    <a:pt x="31141" y="8997"/>
                    <a:pt x="33755" y="7433"/>
                  </a:cubicBezTo>
                  <a:cubicBezTo>
                    <a:pt x="37907" y="4896"/>
                    <a:pt x="42392" y="2922"/>
                    <a:pt x="47057" y="1590"/>
                  </a:cubicBezTo>
                  <a:cubicBezTo>
                    <a:pt x="50645" y="539"/>
                    <a:pt x="54361" y="1"/>
                    <a:pt x="58103" y="1"/>
                  </a:cubicBezTo>
                  <a:cubicBezTo>
                    <a:pt x="59898" y="1"/>
                    <a:pt x="61640" y="257"/>
                    <a:pt x="63358" y="744"/>
                  </a:cubicBezTo>
                  <a:cubicBezTo>
                    <a:pt x="66408" y="1615"/>
                    <a:pt x="68689" y="3230"/>
                    <a:pt x="70201" y="5562"/>
                  </a:cubicBezTo>
                  <a:cubicBezTo>
                    <a:pt x="71277" y="7305"/>
                    <a:pt x="72021" y="9253"/>
                    <a:pt x="72405" y="11278"/>
                  </a:cubicBezTo>
                  <a:cubicBezTo>
                    <a:pt x="72995" y="14148"/>
                    <a:pt x="73276" y="17096"/>
                    <a:pt x="73302" y="20069"/>
                  </a:cubicBezTo>
                  <a:cubicBezTo>
                    <a:pt x="73405" y="24862"/>
                    <a:pt x="73276" y="29629"/>
                    <a:pt x="72918" y="34422"/>
                  </a:cubicBezTo>
                  <a:cubicBezTo>
                    <a:pt x="72764" y="36780"/>
                    <a:pt x="72610" y="39112"/>
                    <a:pt x="72405" y="41470"/>
                  </a:cubicBezTo>
                  <a:cubicBezTo>
                    <a:pt x="71867" y="47032"/>
                    <a:pt x="71124" y="52542"/>
                    <a:pt x="69688" y="58027"/>
                  </a:cubicBezTo>
                  <a:cubicBezTo>
                    <a:pt x="68561" y="62102"/>
                    <a:pt x="67074" y="66100"/>
                    <a:pt x="65254" y="69945"/>
                  </a:cubicBezTo>
                  <a:cubicBezTo>
                    <a:pt x="64972" y="70560"/>
                    <a:pt x="64716" y="71175"/>
                    <a:pt x="64434" y="71790"/>
                  </a:cubicBezTo>
                  <a:lnTo>
                    <a:pt x="50107" y="71790"/>
                  </a:lnTo>
                  <a:lnTo>
                    <a:pt x="52029" y="66100"/>
                  </a:lnTo>
                  <a:cubicBezTo>
                    <a:pt x="53541" y="61589"/>
                    <a:pt x="54977" y="57053"/>
                    <a:pt x="56104" y="52440"/>
                  </a:cubicBezTo>
                  <a:cubicBezTo>
                    <a:pt x="57155" y="48390"/>
                    <a:pt x="57847" y="44264"/>
                    <a:pt x="58206" y="40086"/>
                  </a:cubicBezTo>
                  <a:cubicBezTo>
                    <a:pt x="58488" y="37190"/>
                    <a:pt x="58411" y="34268"/>
                    <a:pt x="58027" y="31372"/>
                  </a:cubicBezTo>
                  <a:cubicBezTo>
                    <a:pt x="57822" y="29578"/>
                    <a:pt x="57309" y="27835"/>
                    <a:pt x="56514" y="26194"/>
                  </a:cubicBezTo>
                  <a:cubicBezTo>
                    <a:pt x="56130" y="25426"/>
                    <a:pt x="55669" y="24708"/>
                    <a:pt x="55105" y="24042"/>
                  </a:cubicBezTo>
                  <a:cubicBezTo>
                    <a:pt x="53721" y="22478"/>
                    <a:pt x="51850" y="21555"/>
                    <a:pt x="49543" y="21222"/>
                  </a:cubicBezTo>
                  <a:cubicBezTo>
                    <a:pt x="47467" y="20992"/>
                    <a:pt x="45365" y="21094"/>
                    <a:pt x="43341" y="21530"/>
                  </a:cubicBezTo>
                  <a:cubicBezTo>
                    <a:pt x="40803" y="22017"/>
                    <a:pt x="38317" y="22709"/>
                    <a:pt x="35908" y="23580"/>
                  </a:cubicBezTo>
                  <a:cubicBezTo>
                    <a:pt x="31371" y="25169"/>
                    <a:pt x="27014" y="27092"/>
                    <a:pt x="22708" y="29039"/>
                  </a:cubicBezTo>
                  <a:cubicBezTo>
                    <a:pt x="15352" y="32397"/>
                    <a:pt x="8202" y="36216"/>
                    <a:pt x="1333" y="40445"/>
                  </a:cubicBezTo>
                  <a:cubicBezTo>
                    <a:pt x="897" y="40701"/>
                    <a:pt x="436" y="40906"/>
                    <a:pt x="0" y="41137"/>
                  </a:cubicBezTo>
                  <a:lnTo>
                    <a:pt x="0" y="31013"/>
                  </a:lnTo>
                  <a:cubicBezTo>
                    <a:pt x="538" y="30987"/>
                    <a:pt x="871" y="30654"/>
                    <a:pt x="1256" y="30423"/>
                  </a:cubicBezTo>
                  <a:cubicBezTo>
                    <a:pt x="6126" y="27322"/>
                    <a:pt x="10790" y="24016"/>
                    <a:pt x="15327" y="20582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" name="Google Shape;15;p2"/>
            <p:cNvSpPr/>
            <p:nvPr/>
          </p:nvSpPr>
          <p:spPr>
            <a:xfrm>
              <a:off x="1080" y="699120"/>
              <a:ext cx="5529240" cy="4444200"/>
            </a:xfrm>
            <a:custGeom>
              <a:avLst/>
              <a:gdLst>
                <a:gd name="textAreaLeft" fmla="*/ 0 w 5529240"/>
                <a:gd name="textAreaRight" fmla="*/ 5529600 w 5529240"/>
                <a:gd name="textAreaTop" fmla="*/ 0 h 4444200"/>
                <a:gd name="textAreaBottom" fmla="*/ 4444560 h 4444200"/>
              </a:gdLst>
              <a:ahLst/>
              <a:cxnLst/>
              <a:rect l="textAreaLeft" t="textAreaTop" r="textAreaRight" b="textAreaBottom"/>
              <a:pathLst>
                <a:path w="172158" h="152038">
                  <a:moveTo>
                    <a:pt x="21427" y="15661"/>
                  </a:moveTo>
                  <a:cubicBezTo>
                    <a:pt x="24938" y="18070"/>
                    <a:pt x="28424" y="20479"/>
                    <a:pt x="31961" y="22837"/>
                  </a:cubicBezTo>
                  <a:cubicBezTo>
                    <a:pt x="35959" y="25580"/>
                    <a:pt x="40162" y="27989"/>
                    <a:pt x="44545" y="30090"/>
                  </a:cubicBezTo>
                  <a:cubicBezTo>
                    <a:pt x="48928" y="32218"/>
                    <a:pt x="53593" y="33807"/>
                    <a:pt x="58360" y="34806"/>
                  </a:cubicBezTo>
                  <a:cubicBezTo>
                    <a:pt x="61564" y="35447"/>
                    <a:pt x="64767" y="35806"/>
                    <a:pt x="68074" y="35524"/>
                  </a:cubicBezTo>
                  <a:cubicBezTo>
                    <a:pt x="71072" y="35268"/>
                    <a:pt x="73994" y="34396"/>
                    <a:pt x="76660" y="32961"/>
                  </a:cubicBezTo>
                  <a:cubicBezTo>
                    <a:pt x="78274" y="32038"/>
                    <a:pt x="79761" y="30911"/>
                    <a:pt x="81119" y="29629"/>
                  </a:cubicBezTo>
                  <a:cubicBezTo>
                    <a:pt x="82606" y="28194"/>
                    <a:pt x="83964" y="26656"/>
                    <a:pt x="85143" y="24964"/>
                  </a:cubicBezTo>
                  <a:cubicBezTo>
                    <a:pt x="86399" y="23196"/>
                    <a:pt x="87629" y="21376"/>
                    <a:pt x="88757" y="19531"/>
                  </a:cubicBezTo>
                  <a:cubicBezTo>
                    <a:pt x="90090" y="17378"/>
                    <a:pt x="91320" y="15199"/>
                    <a:pt x="92627" y="13046"/>
                  </a:cubicBezTo>
                  <a:cubicBezTo>
                    <a:pt x="94062" y="10612"/>
                    <a:pt x="95728" y="8382"/>
                    <a:pt x="97651" y="6331"/>
                  </a:cubicBezTo>
                  <a:cubicBezTo>
                    <a:pt x="98983" y="4947"/>
                    <a:pt x="100444" y="3743"/>
                    <a:pt x="102033" y="2692"/>
                  </a:cubicBezTo>
                  <a:cubicBezTo>
                    <a:pt x="103366" y="1795"/>
                    <a:pt x="104827" y="1077"/>
                    <a:pt x="106365" y="616"/>
                  </a:cubicBezTo>
                  <a:cubicBezTo>
                    <a:pt x="107749" y="180"/>
                    <a:pt x="109159" y="1"/>
                    <a:pt x="110620" y="52"/>
                  </a:cubicBezTo>
                  <a:cubicBezTo>
                    <a:pt x="112619" y="129"/>
                    <a:pt x="114567" y="744"/>
                    <a:pt x="116233" y="1872"/>
                  </a:cubicBezTo>
                  <a:cubicBezTo>
                    <a:pt x="117437" y="2666"/>
                    <a:pt x="118514" y="3666"/>
                    <a:pt x="119436" y="4768"/>
                  </a:cubicBezTo>
                  <a:cubicBezTo>
                    <a:pt x="120538" y="6101"/>
                    <a:pt x="121487" y="7536"/>
                    <a:pt x="122281" y="9048"/>
                  </a:cubicBezTo>
                  <a:cubicBezTo>
                    <a:pt x="123358" y="11073"/>
                    <a:pt x="124280" y="13175"/>
                    <a:pt x="125024" y="15328"/>
                  </a:cubicBezTo>
                  <a:cubicBezTo>
                    <a:pt x="127228" y="21222"/>
                    <a:pt x="128817" y="27245"/>
                    <a:pt x="130252" y="33320"/>
                  </a:cubicBezTo>
                  <a:cubicBezTo>
                    <a:pt x="131713" y="39445"/>
                    <a:pt x="132995" y="45622"/>
                    <a:pt x="133994" y="51825"/>
                  </a:cubicBezTo>
                  <a:cubicBezTo>
                    <a:pt x="134609" y="55720"/>
                    <a:pt x="135096" y="59616"/>
                    <a:pt x="135481" y="63512"/>
                  </a:cubicBezTo>
                  <a:cubicBezTo>
                    <a:pt x="135788" y="66716"/>
                    <a:pt x="136070" y="69945"/>
                    <a:pt x="136429" y="73149"/>
                  </a:cubicBezTo>
                  <a:cubicBezTo>
                    <a:pt x="136737" y="75789"/>
                    <a:pt x="137326" y="78403"/>
                    <a:pt x="138198" y="80889"/>
                  </a:cubicBezTo>
                  <a:cubicBezTo>
                    <a:pt x="139658" y="85195"/>
                    <a:pt x="142196" y="89065"/>
                    <a:pt x="145553" y="92141"/>
                  </a:cubicBezTo>
                  <a:cubicBezTo>
                    <a:pt x="146117" y="92653"/>
                    <a:pt x="146707" y="93217"/>
                    <a:pt x="147245" y="93781"/>
                  </a:cubicBezTo>
                  <a:cubicBezTo>
                    <a:pt x="147834" y="94422"/>
                    <a:pt x="148450" y="95062"/>
                    <a:pt x="148988" y="95729"/>
                  </a:cubicBezTo>
                  <a:cubicBezTo>
                    <a:pt x="151166" y="98446"/>
                    <a:pt x="151935" y="101419"/>
                    <a:pt x="151269" y="104622"/>
                  </a:cubicBezTo>
                  <a:cubicBezTo>
                    <a:pt x="151038" y="105724"/>
                    <a:pt x="150705" y="106827"/>
                    <a:pt x="150423" y="107929"/>
                  </a:cubicBezTo>
                  <a:cubicBezTo>
                    <a:pt x="149962" y="109518"/>
                    <a:pt x="149449" y="111132"/>
                    <a:pt x="149065" y="112773"/>
                  </a:cubicBezTo>
                  <a:cubicBezTo>
                    <a:pt x="148398" y="115515"/>
                    <a:pt x="148347" y="118386"/>
                    <a:pt x="148885" y="121179"/>
                  </a:cubicBezTo>
                  <a:cubicBezTo>
                    <a:pt x="149449" y="123999"/>
                    <a:pt x="150423" y="126715"/>
                    <a:pt x="151781" y="129253"/>
                  </a:cubicBezTo>
                  <a:cubicBezTo>
                    <a:pt x="153858" y="133225"/>
                    <a:pt x="156600" y="136865"/>
                    <a:pt x="159701" y="140325"/>
                  </a:cubicBezTo>
                  <a:cubicBezTo>
                    <a:pt x="163264" y="144221"/>
                    <a:pt x="167134" y="147860"/>
                    <a:pt x="171235" y="151218"/>
                  </a:cubicBezTo>
                  <a:cubicBezTo>
                    <a:pt x="171568" y="151474"/>
                    <a:pt x="171850" y="151756"/>
                    <a:pt x="172157" y="152038"/>
                  </a:cubicBezTo>
                  <a:lnTo>
                    <a:pt x="166006" y="152038"/>
                  </a:lnTo>
                  <a:cubicBezTo>
                    <a:pt x="165724" y="151782"/>
                    <a:pt x="165494" y="151500"/>
                    <a:pt x="165212" y="151243"/>
                  </a:cubicBezTo>
                  <a:cubicBezTo>
                    <a:pt x="161111" y="147732"/>
                    <a:pt x="157292" y="143913"/>
                    <a:pt x="153781" y="139812"/>
                  </a:cubicBezTo>
                  <a:cubicBezTo>
                    <a:pt x="151038" y="136609"/>
                    <a:pt x="148706" y="133123"/>
                    <a:pt x="146784" y="129381"/>
                  </a:cubicBezTo>
                  <a:cubicBezTo>
                    <a:pt x="145092" y="126049"/>
                    <a:pt x="143990" y="122461"/>
                    <a:pt x="143529" y="118744"/>
                  </a:cubicBezTo>
                  <a:cubicBezTo>
                    <a:pt x="143195" y="115900"/>
                    <a:pt x="143324" y="113055"/>
                    <a:pt x="143580" y="110210"/>
                  </a:cubicBezTo>
                  <a:cubicBezTo>
                    <a:pt x="143708" y="108723"/>
                    <a:pt x="143836" y="107211"/>
                    <a:pt x="143862" y="105724"/>
                  </a:cubicBezTo>
                  <a:cubicBezTo>
                    <a:pt x="143939" y="102956"/>
                    <a:pt x="142939" y="100265"/>
                    <a:pt x="141119" y="98189"/>
                  </a:cubicBezTo>
                  <a:cubicBezTo>
                    <a:pt x="140786" y="97805"/>
                    <a:pt x="140479" y="97420"/>
                    <a:pt x="140145" y="97036"/>
                  </a:cubicBezTo>
                  <a:cubicBezTo>
                    <a:pt x="139530" y="96344"/>
                    <a:pt x="138941" y="95678"/>
                    <a:pt x="138351" y="94986"/>
                  </a:cubicBezTo>
                  <a:cubicBezTo>
                    <a:pt x="136660" y="93038"/>
                    <a:pt x="135327" y="90833"/>
                    <a:pt x="134327" y="88475"/>
                  </a:cubicBezTo>
                  <a:cubicBezTo>
                    <a:pt x="133123" y="85477"/>
                    <a:pt x="132277" y="82324"/>
                    <a:pt x="131867" y="79121"/>
                  </a:cubicBezTo>
                  <a:cubicBezTo>
                    <a:pt x="131508" y="76506"/>
                    <a:pt x="131303" y="73866"/>
                    <a:pt x="131252" y="71252"/>
                  </a:cubicBezTo>
                  <a:cubicBezTo>
                    <a:pt x="131098" y="67126"/>
                    <a:pt x="130919" y="63025"/>
                    <a:pt x="130483" y="58950"/>
                  </a:cubicBezTo>
                  <a:cubicBezTo>
                    <a:pt x="130278" y="56797"/>
                    <a:pt x="130047" y="54644"/>
                    <a:pt x="129714" y="52491"/>
                  </a:cubicBezTo>
                  <a:cubicBezTo>
                    <a:pt x="129201" y="49364"/>
                    <a:pt x="128637" y="46237"/>
                    <a:pt x="128022" y="43110"/>
                  </a:cubicBezTo>
                  <a:cubicBezTo>
                    <a:pt x="126843" y="37190"/>
                    <a:pt x="125306" y="31321"/>
                    <a:pt x="123435" y="25580"/>
                  </a:cubicBezTo>
                  <a:cubicBezTo>
                    <a:pt x="122409" y="22350"/>
                    <a:pt x="121102" y="19198"/>
                    <a:pt x="119590" y="16148"/>
                  </a:cubicBezTo>
                  <a:cubicBezTo>
                    <a:pt x="118744" y="14507"/>
                    <a:pt x="117745" y="12944"/>
                    <a:pt x="116591" y="11534"/>
                  </a:cubicBezTo>
                  <a:cubicBezTo>
                    <a:pt x="115720" y="10483"/>
                    <a:pt x="114746" y="9561"/>
                    <a:pt x="113618" y="8817"/>
                  </a:cubicBezTo>
                  <a:cubicBezTo>
                    <a:pt x="112516" y="8074"/>
                    <a:pt x="111312" y="7536"/>
                    <a:pt x="110004" y="7280"/>
                  </a:cubicBezTo>
                  <a:cubicBezTo>
                    <a:pt x="108108" y="6895"/>
                    <a:pt x="106134" y="7075"/>
                    <a:pt x="104340" y="7741"/>
                  </a:cubicBezTo>
                  <a:cubicBezTo>
                    <a:pt x="102905" y="8279"/>
                    <a:pt x="101572" y="8997"/>
                    <a:pt x="100342" y="9894"/>
                  </a:cubicBezTo>
                  <a:cubicBezTo>
                    <a:pt x="99060" y="10842"/>
                    <a:pt x="97881" y="11893"/>
                    <a:pt x="96831" y="13072"/>
                  </a:cubicBezTo>
                  <a:cubicBezTo>
                    <a:pt x="95472" y="14559"/>
                    <a:pt x="94242" y="16148"/>
                    <a:pt x="93114" y="17814"/>
                  </a:cubicBezTo>
                  <a:cubicBezTo>
                    <a:pt x="91781" y="19736"/>
                    <a:pt x="90449" y="21684"/>
                    <a:pt x="89116" y="23606"/>
                  </a:cubicBezTo>
                  <a:cubicBezTo>
                    <a:pt x="87578" y="25810"/>
                    <a:pt x="85861" y="27886"/>
                    <a:pt x="84015" y="29834"/>
                  </a:cubicBezTo>
                  <a:cubicBezTo>
                    <a:pt x="82657" y="31269"/>
                    <a:pt x="81145" y="32551"/>
                    <a:pt x="79505" y="33679"/>
                  </a:cubicBezTo>
                  <a:cubicBezTo>
                    <a:pt x="75916" y="36088"/>
                    <a:pt x="71764" y="37292"/>
                    <a:pt x="67125" y="37395"/>
                  </a:cubicBezTo>
                  <a:cubicBezTo>
                    <a:pt x="63665" y="37421"/>
                    <a:pt x="60179" y="36985"/>
                    <a:pt x="56822" y="36139"/>
                  </a:cubicBezTo>
                  <a:cubicBezTo>
                    <a:pt x="51260" y="34781"/>
                    <a:pt x="45878" y="32756"/>
                    <a:pt x="40803" y="30142"/>
                  </a:cubicBezTo>
                  <a:cubicBezTo>
                    <a:pt x="36907" y="28117"/>
                    <a:pt x="33140" y="25887"/>
                    <a:pt x="29500" y="23478"/>
                  </a:cubicBezTo>
                  <a:cubicBezTo>
                    <a:pt x="26015" y="21171"/>
                    <a:pt x="22554" y="18813"/>
                    <a:pt x="19043" y="16532"/>
                  </a:cubicBezTo>
                  <a:cubicBezTo>
                    <a:pt x="13302" y="12765"/>
                    <a:pt x="7381" y="9304"/>
                    <a:pt x="1307" y="6152"/>
                  </a:cubicBezTo>
                  <a:cubicBezTo>
                    <a:pt x="897" y="5947"/>
                    <a:pt x="436" y="5793"/>
                    <a:pt x="0" y="5588"/>
                  </a:cubicBezTo>
                  <a:lnTo>
                    <a:pt x="0" y="2974"/>
                  </a:lnTo>
                  <a:cubicBezTo>
                    <a:pt x="436" y="3153"/>
                    <a:pt x="897" y="3333"/>
                    <a:pt x="1307" y="3538"/>
                  </a:cubicBezTo>
                  <a:cubicBezTo>
                    <a:pt x="8227" y="7203"/>
                    <a:pt x="14942" y="11252"/>
                    <a:pt x="21427" y="15661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8" name="Google Shape;16;p2"/>
            <p:cNvSpPr/>
            <p:nvPr/>
          </p:nvSpPr>
          <p:spPr>
            <a:xfrm>
              <a:off x="7571520" y="362520"/>
              <a:ext cx="1572120" cy="3028680"/>
            </a:xfrm>
            <a:custGeom>
              <a:avLst/>
              <a:gdLst>
                <a:gd name="textAreaLeft" fmla="*/ 0 w 1572120"/>
                <a:gd name="textAreaRight" fmla="*/ 1572480 w 1572120"/>
                <a:gd name="textAreaTop" fmla="*/ 0 h 3028680"/>
                <a:gd name="textAreaBottom" fmla="*/ 3029040 h 3028680"/>
              </a:gdLst>
              <a:ahLst/>
              <a:cxnLst/>
              <a:rect l="textAreaLeft" t="textAreaTop" r="textAreaRight" b="textAreaBottom"/>
              <a:pathLst>
                <a:path w="48954" h="103623">
                  <a:moveTo>
                    <a:pt x="30962" y="101188"/>
                  </a:moveTo>
                  <a:cubicBezTo>
                    <a:pt x="28040" y="100265"/>
                    <a:pt x="25220" y="99035"/>
                    <a:pt x="22529" y="97523"/>
                  </a:cubicBezTo>
                  <a:cubicBezTo>
                    <a:pt x="18223" y="95114"/>
                    <a:pt x="14302" y="92064"/>
                    <a:pt x="10944" y="88450"/>
                  </a:cubicBezTo>
                  <a:cubicBezTo>
                    <a:pt x="6049" y="83196"/>
                    <a:pt x="2794" y="77327"/>
                    <a:pt x="1179" y="70817"/>
                  </a:cubicBezTo>
                  <a:cubicBezTo>
                    <a:pt x="0" y="66024"/>
                    <a:pt x="180" y="61205"/>
                    <a:pt x="1282" y="56438"/>
                  </a:cubicBezTo>
                  <a:cubicBezTo>
                    <a:pt x="1846" y="54055"/>
                    <a:pt x="2538" y="51671"/>
                    <a:pt x="3230" y="49287"/>
                  </a:cubicBezTo>
                  <a:cubicBezTo>
                    <a:pt x="4434" y="45135"/>
                    <a:pt x="6075" y="41137"/>
                    <a:pt x="8125" y="37318"/>
                  </a:cubicBezTo>
                  <a:cubicBezTo>
                    <a:pt x="11073" y="31833"/>
                    <a:pt x="14968" y="26861"/>
                    <a:pt x="19479" y="22196"/>
                  </a:cubicBezTo>
                  <a:cubicBezTo>
                    <a:pt x="24631" y="16917"/>
                    <a:pt x="30141" y="12021"/>
                    <a:pt x="35985" y="7562"/>
                  </a:cubicBezTo>
                  <a:cubicBezTo>
                    <a:pt x="39958" y="4486"/>
                    <a:pt x="44315" y="1949"/>
                    <a:pt x="48954" y="1"/>
                  </a:cubicBezTo>
                  <a:lnTo>
                    <a:pt x="48954" y="3948"/>
                  </a:lnTo>
                  <a:cubicBezTo>
                    <a:pt x="48749" y="4025"/>
                    <a:pt x="48544" y="4076"/>
                    <a:pt x="48339" y="4179"/>
                  </a:cubicBezTo>
                  <a:cubicBezTo>
                    <a:pt x="45853" y="5383"/>
                    <a:pt x="43495" y="6793"/>
                    <a:pt x="41239" y="8433"/>
                  </a:cubicBezTo>
                  <a:cubicBezTo>
                    <a:pt x="33986" y="13687"/>
                    <a:pt x="27348" y="19428"/>
                    <a:pt x="21581" y="25836"/>
                  </a:cubicBezTo>
                  <a:cubicBezTo>
                    <a:pt x="17275" y="30654"/>
                    <a:pt x="13841" y="35883"/>
                    <a:pt x="11534" y="41573"/>
                  </a:cubicBezTo>
                  <a:cubicBezTo>
                    <a:pt x="10355" y="44443"/>
                    <a:pt x="9458" y="47442"/>
                    <a:pt x="8920" y="50492"/>
                  </a:cubicBezTo>
                  <a:cubicBezTo>
                    <a:pt x="8535" y="52645"/>
                    <a:pt x="8151" y="54772"/>
                    <a:pt x="7920" y="56925"/>
                  </a:cubicBezTo>
                  <a:cubicBezTo>
                    <a:pt x="7074" y="64614"/>
                    <a:pt x="9612" y="71432"/>
                    <a:pt x="15763" y="77275"/>
                  </a:cubicBezTo>
                  <a:cubicBezTo>
                    <a:pt x="19838" y="81145"/>
                    <a:pt x="24708" y="84119"/>
                    <a:pt x="30039" y="85964"/>
                  </a:cubicBezTo>
                  <a:cubicBezTo>
                    <a:pt x="34165" y="87399"/>
                    <a:pt x="38522" y="88091"/>
                    <a:pt x="42905" y="87989"/>
                  </a:cubicBezTo>
                  <a:cubicBezTo>
                    <a:pt x="44930" y="87963"/>
                    <a:pt x="46980" y="87707"/>
                    <a:pt x="48954" y="87194"/>
                  </a:cubicBezTo>
                  <a:lnTo>
                    <a:pt x="48954" y="102623"/>
                  </a:lnTo>
                  <a:cubicBezTo>
                    <a:pt x="48851" y="102623"/>
                    <a:pt x="48723" y="102623"/>
                    <a:pt x="48621" y="102649"/>
                  </a:cubicBezTo>
                  <a:cubicBezTo>
                    <a:pt x="42546" y="103623"/>
                    <a:pt x="36677" y="103008"/>
                    <a:pt x="30962" y="10118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9" name="Google Shape;17;p2"/>
            <p:cNvSpPr/>
            <p:nvPr/>
          </p:nvSpPr>
          <p:spPr>
            <a:xfrm>
              <a:off x="5069520" y="0"/>
              <a:ext cx="4073760" cy="4843440"/>
            </a:xfrm>
            <a:custGeom>
              <a:avLst/>
              <a:gdLst>
                <a:gd name="textAreaLeft" fmla="*/ 0 w 4073760"/>
                <a:gd name="textAreaRight" fmla="*/ 4074120 w 4073760"/>
                <a:gd name="textAreaTop" fmla="*/ 0 h 4843440"/>
                <a:gd name="textAreaBottom" fmla="*/ 4843800 h 4843440"/>
              </a:gdLst>
              <a:ahLst/>
              <a:cxnLst/>
              <a:rect l="textAreaLeft" t="textAreaTop" r="textAreaRight" b="textAreaBottom"/>
              <a:pathLst>
                <a:path w="126844" h="165698">
                  <a:moveTo>
                    <a:pt x="114055" y="165595"/>
                  </a:moveTo>
                  <a:cubicBezTo>
                    <a:pt x="110184" y="165698"/>
                    <a:pt x="106340" y="165288"/>
                    <a:pt x="102598" y="164365"/>
                  </a:cubicBezTo>
                  <a:cubicBezTo>
                    <a:pt x="99573" y="163571"/>
                    <a:pt x="96600" y="162648"/>
                    <a:pt x="93679" y="161546"/>
                  </a:cubicBezTo>
                  <a:cubicBezTo>
                    <a:pt x="90321" y="160316"/>
                    <a:pt x="86963" y="159034"/>
                    <a:pt x="83580" y="157829"/>
                  </a:cubicBezTo>
                  <a:cubicBezTo>
                    <a:pt x="78019" y="155830"/>
                    <a:pt x="72252" y="154446"/>
                    <a:pt x="66383" y="153703"/>
                  </a:cubicBezTo>
                  <a:cubicBezTo>
                    <a:pt x="63640" y="153344"/>
                    <a:pt x="60898" y="153011"/>
                    <a:pt x="58181" y="152627"/>
                  </a:cubicBezTo>
                  <a:cubicBezTo>
                    <a:pt x="56054" y="152345"/>
                    <a:pt x="53978" y="151858"/>
                    <a:pt x="51953" y="151140"/>
                  </a:cubicBezTo>
                  <a:cubicBezTo>
                    <a:pt x="46904" y="149269"/>
                    <a:pt x="43597" y="146142"/>
                    <a:pt x="42085" y="141734"/>
                  </a:cubicBezTo>
                  <a:cubicBezTo>
                    <a:pt x="41624" y="140401"/>
                    <a:pt x="41342" y="138991"/>
                    <a:pt x="41214" y="137582"/>
                  </a:cubicBezTo>
                  <a:cubicBezTo>
                    <a:pt x="40983" y="135506"/>
                    <a:pt x="41034" y="133455"/>
                    <a:pt x="41009" y="131379"/>
                  </a:cubicBezTo>
                  <a:cubicBezTo>
                    <a:pt x="40983" y="129508"/>
                    <a:pt x="40932" y="127612"/>
                    <a:pt x="40829" y="125741"/>
                  </a:cubicBezTo>
                  <a:cubicBezTo>
                    <a:pt x="40676" y="122460"/>
                    <a:pt x="40470" y="119179"/>
                    <a:pt x="40317" y="115899"/>
                  </a:cubicBezTo>
                  <a:cubicBezTo>
                    <a:pt x="40137" y="112362"/>
                    <a:pt x="40009" y="108825"/>
                    <a:pt x="39778" y="105288"/>
                  </a:cubicBezTo>
                  <a:cubicBezTo>
                    <a:pt x="39573" y="102033"/>
                    <a:pt x="39266" y="98778"/>
                    <a:pt x="38984" y="95523"/>
                  </a:cubicBezTo>
                  <a:cubicBezTo>
                    <a:pt x="38651" y="91499"/>
                    <a:pt x="38241" y="87475"/>
                    <a:pt x="37600" y="83477"/>
                  </a:cubicBezTo>
                  <a:cubicBezTo>
                    <a:pt x="37087" y="80017"/>
                    <a:pt x="36062" y="76634"/>
                    <a:pt x="34499" y="73507"/>
                  </a:cubicBezTo>
                  <a:cubicBezTo>
                    <a:pt x="34063" y="72635"/>
                    <a:pt x="33678" y="71738"/>
                    <a:pt x="33320" y="70841"/>
                  </a:cubicBezTo>
                  <a:cubicBezTo>
                    <a:pt x="32628" y="69124"/>
                    <a:pt x="32448" y="67202"/>
                    <a:pt x="32833" y="65382"/>
                  </a:cubicBezTo>
                  <a:cubicBezTo>
                    <a:pt x="33063" y="64177"/>
                    <a:pt x="33473" y="63024"/>
                    <a:pt x="34037" y="61973"/>
                  </a:cubicBezTo>
                  <a:cubicBezTo>
                    <a:pt x="34781" y="60589"/>
                    <a:pt x="35575" y="59231"/>
                    <a:pt x="36370" y="57898"/>
                  </a:cubicBezTo>
                  <a:cubicBezTo>
                    <a:pt x="37010" y="56822"/>
                    <a:pt x="37677" y="55771"/>
                    <a:pt x="38292" y="54694"/>
                  </a:cubicBezTo>
                  <a:cubicBezTo>
                    <a:pt x="38830" y="53797"/>
                    <a:pt x="39240" y="52849"/>
                    <a:pt x="39497" y="51849"/>
                  </a:cubicBezTo>
                  <a:cubicBezTo>
                    <a:pt x="39702" y="51183"/>
                    <a:pt x="39753" y="50491"/>
                    <a:pt x="39676" y="49799"/>
                  </a:cubicBezTo>
                  <a:cubicBezTo>
                    <a:pt x="39497" y="48646"/>
                    <a:pt x="38753" y="47851"/>
                    <a:pt x="37446" y="47415"/>
                  </a:cubicBezTo>
                  <a:cubicBezTo>
                    <a:pt x="36652" y="47134"/>
                    <a:pt x="35831" y="47005"/>
                    <a:pt x="34986" y="46980"/>
                  </a:cubicBezTo>
                  <a:cubicBezTo>
                    <a:pt x="33909" y="46929"/>
                    <a:pt x="32807" y="46929"/>
                    <a:pt x="31705" y="46929"/>
                  </a:cubicBezTo>
                  <a:cubicBezTo>
                    <a:pt x="30193" y="46929"/>
                    <a:pt x="28655" y="46954"/>
                    <a:pt x="27143" y="46954"/>
                  </a:cubicBezTo>
                  <a:cubicBezTo>
                    <a:pt x="25092" y="46954"/>
                    <a:pt x="23068" y="46775"/>
                    <a:pt x="21068" y="46416"/>
                  </a:cubicBezTo>
                  <a:cubicBezTo>
                    <a:pt x="15763" y="45442"/>
                    <a:pt x="11457" y="43238"/>
                    <a:pt x="8202" y="39650"/>
                  </a:cubicBezTo>
                  <a:cubicBezTo>
                    <a:pt x="7151" y="38496"/>
                    <a:pt x="6229" y="37215"/>
                    <a:pt x="5460" y="35882"/>
                  </a:cubicBezTo>
                  <a:cubicBezTo>
                    <a:pt x="4178" y="33703"/>
                    <a:pt x="3179" y="31345"/>
                    <a:pt x="2512" y="28911"/>
                  </a:cubicBezTo>
                  <a:cubicBezTo>
                    <a:pt x="1410" y="24810"/>
                    <a:pt x="795" y="20581"/>
                    <a:pt x="693" y="16352"/>
                  </a:cubicBezTo>
                  <a:cubicBezTo>
                    <a:pt x="590" y="12507"/>
                    <a:pt x="539" y="8663"/>
                    <a:pt x="462" y="4793"/>
                  </a:cubicBezTo>
                  <a:cubicBezTo>
                    <a:pt x="462" y="3178"/>
                    <a:pt x="308" y="1589"/>
                    <a:pt x="1" y="0"/>
                  </a:cubicBezTo>
                  <a:lnTo>
                    <a:pt x="2743" y="0"/>
                  </a:lnTo>
                  <a:cubicBezTo>
                    <a:pt x="2794" y="1666"/>
                    <a:pt x="2897" y="3306"/>
                    <a:pt x="2871" y="4972"/>
                  </a:cubicBezTo>
                  <a:cubicBezTo>
                    <a:pt x="2871" y="7638"/>
                    <a:pt x="2769" y="10303"/>
                    <a:pt x="2743" y="12969"/>
                  </a:cubicBezTo>
                  <a:cubicBezTo>
                    <a:pt x="2692" y="16403"/>
                    <a:pt x="2897" y="19863"/>
                    <a:pt x="3384" y="23272"/>
                  </a:cubicBezTo>
                  <a:cubicBezTo>
                    <a:pt x="3768" y="25963"/>
                    <a:pt x="4460" y="28603"/>
                    <a:pt x="5460" y="31140"/>
                  </a:cubicBezTo>
                  <a:cubicBezTo>
                    <a:pt x="6511" y="33832"/>
                    <a:pt x="8048" y="36266"/>
                    <a:pt x="10022" y="38368"/>
                  </a:cubicBezTo>
                  <a:cubicBezTo>
                    <a:pt x="12380" y="40777"/>
                    <a:pt x="15353" y="42520"/>
                    <a:pt x="18634" y="43392"/>
                  </a:cubicBezTo>
                  <a:cubicBezTo>
                    <a:pt x="21632" y="44186"/>
                    <a:pt x="24759" y="44442"/>
                    <a:pt x="27835" y="44084"/>
                  </a:cubicBezTo>
                  <a:cubicBezTo>
                    <a:pt x="29834" y="43879"/>
                    <a:pt x="31807" y="43571"/>
                    <a:pt x="33755" y="43135"/>
                  </a:cubicBezTo>
                  <a:cubicBezTo>
                    <a:pt x="36113" y="42648"/>
                    <a:pt x="38446" y="42110"/>
                    <a:pt x="40804" y="41674"/>
                  </a:cubicBezTo>
                  <a:cubicBezTo>
                    <a:pt x="41880" y="41495"/>
                    <a:pt x="42982" y="41367"/>
                    <a:pt x="44059" y="41290"/>
                  </a:cubicBezTo>
                  <a:cubicBezTo>
                    <a:pt x="44853" y="41239"/>
                    <a:pt x="45648" y="41316"/>
                    <a:pt x="46442" y="41521"/>
                  </a:cubicBezTo>
                  <a:cubicBezTo>
                    <a:pt x="47647" y="41828"/>
                    <a:pt x="48416" y="42520"/>
                    <a:pt x="48723" y="43545"/>
                  </a:cubicBezTo>
                  <a:cubicBezTo>
                    <a:pt x="48877" y="44160"/>
                    <a:pt x="48928" y="44776"/>
                    <a:pt x="48826" y="45416"/>
                  </a:cubicBezTo>
                  <a:cubicBezTo>
                    <a:pt x="48672" y="46518"/>
                    <a:pt x="48365" y="47595"/>
                    <a:pt x="47903" y="48594"/>
                  </a:cubicBezTo>
                  <a:cubicBezTo>
                    <a:pt x="47314" y="49927"/>
                    <a:pt x="46622" y="51209"/>
                    <a:pt x="45827" y="52439"/>
                  </a:cubicBezTo>
                  <a:cubicBezTo>
                    <a:pt x="44725" y="54156"/>
                    <a:pt x="43572" y="55873"/>
                    <a:pt x="42521" y="57591"/>
                  </a:cubicBezTo>
                  <a:cubicBezTo>
                    <a:pt x="41854" y="58667"/>
                    <a:pt x="41239" y="59795"/>
                    <a:pt x="40701" y="60922"/>
                  </a:cubicBezTo>
                  <a:cubicBezTo>
                    <a:pt x="39753" y="62845"/>
                    <a:pt x="39368" y="64972"/>
                    <a:pt x="39548" y="67099"/>
                  </a:cubicBezTo>
                  <a:cubicBezTo>
                    <a:pt x="39650" y="68125"/>
                    <a:pt x="39753" y="69150"/>
                    <a:pt x="39932" y="70175"/>
                  </a:cubicBezTo>
                  <a:cubicBezTo>
                    <a:pt x="40394" y="72892"/>
                    <a:pt x="40727" y="75660"/>
                    <a:pt x="40906" y="78402"/>
                  </a:cubicBezTo>
                  <a:cubicBezTo>
                    <a:pt x="41188" y="82810"/>
                    <a:pt x="41419" y="87219"/>
                    <a:pt x="41675" y="91627"/>
                  </a:cubicBezTo>
                  <a:cubicBezTo>
                    <a:pt x="41829" y="94241"/>
                    <a:pt x="41983" y="96830"/>
                    <a:pt x="42188" y="99419"/>
                  </a:cubicBezTo>
                  <a:cubicBezTo>
                    <a:pt x="42393" y="102007"/>
                    <a:pt x="42598" y="104622"/>
                    <a:pt x="42777" y="107210"/>
                  </a:cubicBezTo>
                  <a:cubicBezTo>
                    <a:pt x="42957" y="110055"/>
                    <a:pt x="43110" y="112900"/>
                    <a:pt x="43315" y="115745"/>
                  </a:cubicBezTo>
                  <a:cubicBezTo>
                    <a:pt x="43392" y="116898"/>
                    <a:pt x="43495" y="118052"/>
                    <a:pt x="43623" y="119205"/>
                  </a:cubicBezTo>
                  <a:cubicBezTo>
                    <a:pt x="43854" y="121384"/>
                    <a:pt x="44110" y="123562"/>
                    <a:pt x="44366" y="125766"/>
                  </a:cubicBezTo>
                  <a:cubicBezTo>
                    <a:pt x="44699" y="128509"/>
                    <a:pt x="44981" y="131251"/>
                    <a:pt x="45340" y="133994"/>
                  </a:cubicBezTo>
                  <a:cubicBezTo>
                    <a:pt x="45545" y="135813"/>
                    <a:pt x="46007" y="137607"/>
                    <a:pt x="46699" y="139299"/>
                  </a:cubicBezTo>
                  <a:cubicBezTo>
                    <a:pt x="48185" y="142836"/>
                    <a:pt x="50953" y="145476"/>
                    <a:pt x="55028" y="147142"/>
                  </a:cubicBezTo>
                  <a:cubicBezTo>
                    <a:pt x="55772" y="147449"/>
                    <a:pt x="56566" y="147706"/>
                    <a:pt x="57335" y="147962"/>
                  </a:cubicBezTo>
                  <a:cubicBezTo>
                    <a:pt x="59129" y="148475"/>
                    <a:pt x="60949" y="148910"/>
                    <a:pt x="62794" y="149243"/>
                  </a:cubicBezTo>
                  <a:cubicBezTo>
                    <a:pt x="65998" y="149884"/>
                    <a:pt x="69202" y="150474"/>
                    <a:pt x="72406" y="151191"/>
                  </a:cubicBezTo>
                  <a:cubicBezTo>
                    <a:pt x="77173" y="152293"/>
                    <a:pt x="81735" y="153857"/>
                    <a:pt x="86246" y="155523"/>
                  </a:cubicBezTo>
                  <a:cubicBezTo>
                    <a:pt x="89655" y="156804"/>
                    <a:pt x="93063" y="158086"/>
                    <a:pt x="96524" y="159290"/>
                  </a:cubicBezTo>
                  <a:cubicBezTo>
                    <a:pt x="100471" y="160674"/>
                    <a:pt x="104546" y="161571"/>
                    <a:pt x="108698" y="161905"/>
                  </a:cubicBezTo>
                  <a:cubicBezTo>
                    <a:pt x="111517" y="162135"/>
                    <a:pt x="114311" y="162084"/>
                    <a:pt x="117104" y="161725"/>
                  </a:cubicBezTo>
                  <a:cubicBezTo>
                    <a:pt x="120026" y="161341"/>
                    <a:pt x="122923" y="160726"/>
                    <a:pt x="125767" y="159880"/>
                  </a:cubicBezTo>
                  <a:cubicBezTo>
                    <a:pt x="126126" y="159752"/>
                    <a:pt x="126485" y="159675"/>
                    <a:pt x="126844" y="159598"/>
                  </a:cubicBezTo>
                  <a:lnTo>
                    <a:pt x="126844" y="163160"/>
                  </a:lnTo>
                  <a:cubicBezTo>
                    <a:pt x="125972" y="163442"/>
                    <a:pt x="125075" y="163750"/>
                    <a:pt x="124178" y="163981"/>
                  </a:cubicBezTo>
                  <a:cubicBezTo>
                    <a:pt x="120872" y="164903"/>
                    <a:pt x="117489" y="165442"/>
                    <a:pt x="114055" y="16559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0" name="Google Shape;18;p2"/>
            <p:cNvSpPr/>
            <p:nvPr/>
          </p:nvSpPr>
          <p:spPr>
            <a:xfrm>
              <a:off x="1080" y="0"/>
              <a:ext cx="2113920" cy="627480"/>
            </a:xfrm>
            <a:custGeom>
              <a:avLst/>
              <a:gdLst>
                <a:gd name="textAreaLeft" fmla="*/ 0 w 2113920"/>
                <a:gd name="textAreaRight" fmla="*/ 2114280 w 2113920"/>
                <a:gd name="textAreaTop" fmla="*/ 0 h 627480"/>
                <a:gd name="textAreaBottom" fmla="*/ 627840 h 627480"/>
              </a:gdLst>
              <a:ahLst/>
              <a:cxnLst/>
              <a:rect l="textAreaLeft" t="textAreaTop" r="textAreaRight" b="textAreaBottom"/>
              <a:pathLst>
                <a:path w="65819" h="21478">
                  <a:moveTo>
                    <a:pt x="65152" y="513"/>
                  </a:moveTo>
                  <a:cubicBezTo>
                    <a:pt x="62179" y="2230"/>
                    <a:pt x="59616" y="4537"/>
                    <a:pt x="57565" y="7305"/>
                  </a:cubicBezTo>
                  <a:cubicBezTo>
                    <a:pt x="56591" y="8637"/>
                    <a:pt x="55617" y="9970"/>
                    <a:pt x="54643" y="11328"/>
                  </a:cubicBezTo>
                  <a:cubicBezTo>
                    <a:pt x="53311" y="13148"/>
                    <a:pt x="51875" y="14865"/>
                    <a:pt x="50312" y="16506"/>
                  </a:cubicBezTo>
                  <a:cubicBezTo>
                    <a:pt x="49210" y="17659"/>
                    <a:pt x="47954" y="18684"/>
                    <a:pt x="46596" y="19530"/>
                  </a:cubicBezTo>
                  <a:cubicBezTo>
                    <a:pt x="45032" y="20504"/>
                    <a:pt x="43264" y="21119"/>
                    <a:pt x="41418" y="21350"/>
                  </a:cubicBezTo>
                  <a:cubicBezTo>
                    <a:pt x="39983" y="21478"/>
                    <a:pt x="38548" y="21401"/>
                    <a:pt x="37112" y="21145"/>
                  </a:cubicBezTo>
                  <a:cubicBezTo>
                    <a:pt x="35088" y="20786"/>
                    <a:pt x="33088" y="20299"/>
                    <a:pt x="31141" y="19658"/>
                  </a:cubicBezTo>
                  <a:cubicBezTo>
                    <a:pt x="27578" y="18556"/>
                    <a:pt x="24118" y="17275"/>
                    <a:pt x="20735" y="15891"/>
                  </a:cubicBezTo>
                  <a:cubicBezTo>
                    <a:pt x="14250" y="13251"/>
                    <a:pt x="7817" y="10585"/>
                    <a:pt x="1358" y="7945"/>
                  </a:cubicBezTo>
                  <a:cubicBezTo>
                    <a:pt x="923" y="7766"/>
                    <a:pt x="538" y="7510"/>
                    <a:pt x="0" y="7510"/>
                  </a:cubicBezTo>
                  <a:lnTo>
                    <a:pt x="0" y="0"/>
                  </a:lnTo>
                  <a:lnTo>
                    <a:pt x="14122" y="0"/>
                  </a:lnTo>
                  <a:cubicBezTo>
                    <a:pt x="14302" y="51"/>
                    <a:pt x="14481" y="103"/>
                    <a:pt x="14660" y="128"/>
                  </a:cubicBezTo>
                  <a:cubicBezTo>
                    <a:pt x="18761" y="487"/>
                    <a:pt x="22888" y="718"/>
                    <a:pt x="27040" y="359"/>
                  </a:cubicBezTo>
                  <a:cubicBezTo>
                    <a:pt x="28116" y="282"/>
                    <a:pt x="29218" y="282"/>
                    <a:pt x="30295" y="0"/>
                  </a:cubicBezTo>
                  <a:lnTo>
                    <a:pt x="65818" y="0"/>
                  </a:lnTo>
                  <a:cubicBezTo>
                    <a:pt x="65613" y="179"/>
                    <a:pt x="65382" y="359"/>
                    <a:pt x="65152" y="513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1" name="Google Shape;19;p2"/>
            <p:cNvSpPr/>
            <p:nvPr/>
          </p:nvSpPr>
          <p:spPr>
            <a:xfrm>
              <a:off x="1080" y="0"/>
              <a:ext cx="3086640" cy="1400040"/>
            </a:xfrm>
            <a:custGeom>
              <a:avLst/>
              <a:gdLst>
                <a:gd name="textAreaLeft" fmla="*/ 0 w 3086640"/>
                <a:gd name="textAreaRight" fmla="*/ 3087000 w 3086640"/>
                <a:gd name="textAreaTop" fmla="*/ 0 h 1400040"/>
                <a:gd name="textAreaBottom" fmla="*/ 1400400 h 1400040"/>
              </a:gdLst>
              <a:ahLst/>
              <a:cxnLst/>
              <a:rect l="textAreaLeft" t="textAreaTop" r="textAreaRight" b="textAreaBottom"/>
              <a:pathLst>
                <a:path w="96113" h="47903">
                  <a:moveTo>
                    <a:pt x="90141" y="6894"/>
                  </a:moveTo>
                  <a:cubicBezTo>
                    <a:pt x="89141" y="8073"/>
                    <a:pt x="88168" y="9252"/>
                    <a:pt x="87194" y="10457"/>
                  </a:cubicBezTo>
                  <a:cubicBezTo>
                    <a:pt x="83862" y="14532"/>
                    <a:pt x="81376" y="19248"/>
                    <a:pt x="79915" y="24323"/>
                  </a:cubicBezTo>
                  <a:cubicBezTo>
                    <a:pt x="79018" y="27552"/>
                    <a:pt x="77967" y="30705"/>
                    <a:pt x="76762" y="33832"/>
                  </a:cubicBezTo>
                  <a:cubicBezTo>
                    <a:pt x="75839" y="36138"/>
                    <a:pt x="74712" y="38368"/>
                    <a:pt x="73379" y="40470"/>
                  </a:cubicBezTo>
                  <a:cubicBezTo>
                    <a:pt x="72482" y="41828"/>
                    <a:pt x="71457" y="43084"/>
                    <a:pt x="70303" y="44186"/>
                  </a:cubicBezTo>
                  <a:cubicBezTo>
                    <a:pt x="68484" y="45878"/>
                    <a:pt x="66228" y="47005"/>
                    <a:pt x="63819" y="47492"/>
                  </a:cubicBezTo>
                  <a:cubicBezTo>
                    <a:pt x="61871" y="47851"/>
                    <a:pt x="59872" y="47902"/>
                    <a:pt x="57924" y="47646"/>
                  </a:cubicBezTo>
                  <a:cubicBezTo>
                    <a:pt x="55182" y="47313"/>
                    <a:pt x="52490" y="46621"/>
                    <a:pt x="49953" y="45570"/>
                  </a:cubicBezTo>
                  <a:cubicBezTo>
                    <a:pt x="47441" y="44571"/>
                    <a:pt x="45032" y="43392"/>
                    <a:pt x="42674" y="42059"/>
                  </a:cubicBezTo>
                  <a:cubicBezTo>
                    <a:pt x="39342" y="40188"/>
                    <a:pt x="36164" y="38189"/>
                    <a:pt x="32986" y="36138"/>
                  </a:cubicBezTo>
                  <a:cubicBezTo>
                    <a:pt x="27117" y="32422"/>
                    <a:pt x="21222" y="28731"/>
                    <a:pt x="15096" y="25297"/>
                  </a:cubicBezTo>
                  <a:cubicBezTo>
                    <a:pt x="10534" y="22734"/>
                    <a:pt x="5869" y="20248"/>
                    <a:pt x="1128" y="17890"/>
                  </a:cubicBezTo>
                  <a:cubicBezTo>
                    <a:pt x="795" y="17659"/>
                    <a:pt x="410" y="17531"/>
                    <a:pt x="0" y="17480"/>
                  </a:cubicBezTo>
                  <a:lnTo>
                    <a:pt x="0" y="13533"/>
                  </a:lnTo>
                  <a:cubicBezTo>
                    <a:pt x="513" y="13738"/>
                    <a:pt x="1025" y="13943"/>
                    <a:pt x="1512" y="14173"/>
                  </a:cubicBezTo>
                  <a:cubicBezTo>
                    <a:pt x="11790" y="19043"/>
                    <a:pt x="21837" y="24195"/>
                    <a:pt x="31679" y="29628"/>
                  </a:cubicBezTo>
                  <a:cubicBezTo>
                    <a:pt x="34908" y="31422"/>
                    <a:pt x="38214" y="33165"/>
                    <a:pt x="41521" y="34857"/>
                  </a:cubicBezTo>
                  <a:cubicBezTo>
                    <a:pt x="43802" y="36061"/>
                    <a:pt x="46160" y="37061"/>
                    <a:pt x="48595" y="37881"/>
                  </a:cubicBezTo>
                  <a:cubicBezTo>
                    <a:pt x="50594" y="38599"/>
                    <a:pt x="52721" y="39034"/>
                    <a:pt x="54848" y="39188"/>
                  </a:cubicBezTo>
                  <a:cubicBezTo>
                    <a:pt x="58001" y="39342"/>
                    <a:pt x="60666" y="38547"/>
                    <a:pt x="62819" y="36574"/>
                  </a:cubicBezTo>
                  <a:cubicBezTo>
                    <a:pt x="63998" y="35498"/>
                    <a:pt x="64998" y="34242"/>
                    <a:pt x="65844" y="32858"/>
                  </a:cubicBezTo>
                  <a:cubicBezTo>
                    <a:pt x="67125" y="30756"/>
                    <a:pt x="68176" y="28526"/>
                    <a:pt x="68996" y="26219"/>
                  </a:cubicBezTo>
                  <a:cubicBezTo>
                    <a:pt x="69945" y="23451"/>
                    <a:pt x="70816" y="20658"/>
                    <a:pt x="71739" y="17890"/>
                  </a:cubicBezTo>
                  <a:cubicBezTo>
                    <a:pt x="72097" y="16788"/>
                    <a:pt x="72456" y="15711"/>
                    <a:pt x="72866" y="14635"/>
                  </a:cubicBezTo>
                  <a:cubicBezTo>
                    <a:pt x="73866" y="12097"/>
                    <a:pt x="75353" y="9765"/>
                    <a:pt x="77223" y="7766"/>
                  </a:cubicBezTo>
                  <a:cubicBezTo>
                    <a:pt x="78633" y="6254"/>
                    <a:pt x="80120" y="4844"/>
                    <a:pt x="81709" y="3511"/>
                  </a:cubicBezTo>
                  <a:cubicBezTo>
                    <a:pt x="82836" y="2537"/>
                    <a:pt x="83964" y="1589"/>
                    <a:pt x="85092" y="589"/>
                  </a:cubicBezTo>
                  <a:cubicBezTo>
                    <a:pt x="85271" y="410"/>
                    <a:pt x="85451" y="205"/>
                    <a:pt x="85630" y="0"/>
                  </a:cubicBezTo>
                  <a:lnTo>
                    <a:pt x="96113" y="0"/>
                  </a:lnTo>
                  <a:cubicBezTo>
                    <a:pt x="95857" y="333"/>
                    <a:pt x="95626" y="641"/>
                    <a:pt x="95370" y="948"/>
                  </a:cubicBezTo>
                  <a:cubicBezTo>
                    <a:pt x="93627" y="2922"/>
                    <a:pt x="91884" y="4895"/>
                    <a:pt x="90141" y="6894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2" name="Google Shape;20;p2"/>
            <p:cNvSpPr/>
            <p:nvPr/>
          </p:nvSpPr>
          <p:spPr>
            <a:xfrm>
              <a:off x="1080" y="1999800"/>
              <a:ext cx="3473640" cy="3142800"/>
            </a:xfrm>
            <a:custGeom>
              <a:avLst/>
              <a:gdLst>
                <a:gd name="textAreaLeft" fmla="*/ 0 w 3473640"/>
                <a:gd name="textAreaRight" fmla="*/ 3474000 w 3473640"/>
                <a:gd name="textAreaTop" fmla="*/ 0 h 3142800"/>
                <a:gd name="textAreaBottom" fmla="*/ 3143160 h 3142800"/>
              </a:gdLst>
              <a:ahLst/>
              <a:cxnLst/>
              <a:rect l="textAreaLeft" t="textAreaTop" r="textAreaRight" b="textAreaBottom"/>
              <a:pathLst>
                <a:path w="108160" h="107519">
                  <a:moveTo>
                    <a:pt x="897" y="6280"/>
                  </a:moveTo>
                  <a:cubicBezTo>
                    <a:pt x="1717" y="5331"/>
                    <a:pt x="2614" y="4486"/>
                    <a:pt x="3588" y="3717"/>
                  </a:cubicBezTo>
                  <a:cubicBezTo>
                    <a:pt x="5869" y="1923"/>
                    <a:pt x="8586" y="769"/>
                    <a:pt x="11457" y="359"/>
                  </a:cubicBezTo>
                  <a:cubicBezTo>
                    <a:pt x="12918" y="129"/>
                    <a:pt x="14378" y="0"/>
                    <a:pt x="15865" y="0"/>
                  </a:cubicBezTo>
                  <a:cubicBezTo>
                    <a:pt x="19197" y="26"/>
                    <a:pt x="22503" y="308"/>
                    <a:pt x="25784" y="846"/>
                  </a:cubicBezTo>
                  <a:cubicBezTo>
                    <a:pt x="30423" y="1513"/>
                    <a:pt x="35011" y="2410"/>
                    <a:pt x="39573" y="3281"/>
                  </a:cubicBezTo>
                  <a:cubicBezTo>
                    <a:pt x="46954" y="4716"/>
                    <a:pt x="54387" y="5998"/>
                    <a:pt x="61948" y="6664"/>
                  </a:cubicBezTo>
                  <a:cubicBezTo>
                    <a:pt x="65306" y="6997"/>
                    <a:pt x="68689" y="7151"/>
                    <a:pt x="72097" y="7100"/>
                  </a:cubicBezTo>
                  <a:cubicBezTo>
                    <a:pt x="75968" y="6997"/>
                    <a:pt x="79863" y="6587"/>
                    <a:pt x="83682" y="5921"/>
                  </a:cubicBezTo>
                  <a:cubicBezTo>
                    <a:pt x="85605" y="5613"/>
                    <a:pt x="87552" y="5280"/>
                    <a:pt x="89500" y="4998"/>
                  </a:cubicBezTo>
                  <a:cubicBezTo>
                    <a:pt x="90910" y="4793"/>
                    <a:pt x="92371" y="4742"/>
                    <a:pt x="93806" y="4896"/>
                  </a:cubicBezTo>
                  <a:cubicBezTo>
                    <a:pt x="95985" y="5101"/>
                    <a:pt x="97779" y="5895"/>
                    <a:pt x="99086" y="7382"/>
                  </a:cubicBezTo>
                  <a:cubicBezTo>
                    <a:pt x="99573" y="7946"/>
                    <a:pt x="100009" y="8561"/>
                    <a:pt x="100419" y="9227"/>
                  </a:cubicBezTo>
                  <a:cubicBezTo>
                    <a:pt x="101034" y="10304"/>
                    <a:pt x="101495" y="11483"/>
                    <a:pt x="101777" y="12687"/>
                  </a:cubicBezTo>
                  <a:cubicBezTo>
                    <a:pt x="102623" y="15942"/>
                    <a:pt x="102572" y="19223"/>
                    <a:pt x="102162" y="22504"/>
                  </a:cubicBezTo>
                  <a:cubicBezTo>
                    <a:pt x="101752" y="25246"/>
                    <a:pt x="101239" y="27988"/>
                    <a:pt x="100547" y="30680"/>
                  </a:cubicBezTo>
                  <a:cubicBezTo>
                    <a:pt x="99394" y="35549"/>
                    <a:pt x="98317" y="40445"/>
                    <a:pt x="97625" y="45417"/>
                  </a:cubicBezTo>
                  <a:cubicBezTo>
                    <a:pt x="97164" y="48518"/>
                    <a:pt x="96882" y="51619"/>
                    <a:pt x="96779" y="54772"/>
                  </a:cubicBezTo>
                  <a:cubicBezTo>
                    <a:pt x="96677" y="58052"/>
                    <a:pt x="96728" y="61333"/>
                    <a:pt x="96959" y="64639"/>
                  </a:cubicBezTo>
                  <a:cubicBezTo>
                    <a:pt x="97241" y="68484"/>
                    <a:pt x="97728" y="72303"/>
                    <a:pt x="98445" y="76121"/>
                  </a:cubicBezTo>
                  <a:cubicBezTo>
                    <a:pt x="99188" y="80222"/>
                    <a:pt x="100188" y="84297"/>
                    <a:pt x="101341" y="88373"/>
                  </a:cubicBezTo>
                  <a:cubicBezTo>
                    <a:pt x="103059" y="94524"/>
                    <a:pt x="105160" y="100572"/>
                    <a:pt x="107646" y="106493"/>
                  </a:cubicBezTo>
                  <a:cubicBezTo>
                    <a:pt x="107800" y="106826"/>
                    <a:pt x="108005" y="107185"/>
                    <a:pt x="108159" y="107518"/>
                  </a:cubicBezTo>
                  <a:lnTo>
                    <a:pt x="102238" y="107518"/>
                  </a:lnTo>
                  <a:cubicBezTo>
                    <a:pt x="102238" y="107364"/>
                    <a:pt x="102213" y="107211"/>
                    <a:pt x="102187" y="107057"/>
                  </a:cubicBezTo>
                  <a:cubicBezTo>
                    <a:pt x="101726" y="105340"/>
                    <a:pt x="101239" y="103648"/>
                    <a:pt x="100778" y="101931"/>
                  </a:cubicBezTo>
                  <a:cubicBezTo>
                    <a:pt x="98753" y="94370"/>
                    <a:pt x="96907" y="86809"/>
                    <a:pt x="95575" y="79146"/>
                  </a:cubicBezTo>
                  <a:cubicBezTo>
                    <a:pt x="94729" y="74353"/>
                    <a:pt x="94165" y="69509"/>
                    <a:pt x="93883" y="64665"/>
                  </a:cubicBezTo>
                  <a:cubicBezTo>
                    <a:pt x="93499" y="57770"/>
                    <a:pt x="93781" y="50850"/>
                    <a:pt x="94780" y="44033"/>
                  </a:cubicBezTo>
                  <a:cubicBezTo>
                    <a:pt x="95370" y="39753"/>
                    <a:pt x="96215" y="35524"/>
                    <a:pt x="97087" y="31295"/>
                  </a:cubicBezTo>
                  <a:cubicBezTo>
                    <a:pt x="97728" y="28475"/>
                    <a:pt x="98189" y="25630"/>
                    <a:pt x="98496" y="22734"/>
                  </a:cubicBezTo>
                  <a:cubicBezTo>
                    <a:pt x="98702" y="20556"/>
                    <a:pt x="98573" y="18351"/>
                    <a:pt x="98112" y="16199"/>
                  </a:cubicBezTo>
                  <a:cubicBezTo>
                    <a:pt x="97830" y="14840"/>
                    <a:pt x="97317" y="13533"/>
                    <a:pt x="96549" y="12380"/>
                  </a:cubicBezTo>
                  <a:cubicBezTo>
                    <a:pt x="95344" y="10586"/>
                    <a:pt x="93524" y="9458"/>
                    <a:pt x="91064" y="9022"/>
                  </a:cubicBezTo>
                  <a:cubicBezTo>
                    <a:pt x="89603" y="8766"/>
                    <a:pt x="88142" y="8689"/>
                    <a:pt x="86655" y="8766"/>
                  </a:cubicBezTo>
                  <a:cubicBezTo>
                    <a:pt x="83810" y="8945"/>
                    <a:pt x="80991" y="9125"/>
                    <a:pt x="78146" y="9304"/>
                  </a:cubicBezTo>
                  <a:cubicBezTo>
                    <a:pt x="75224" y="9484"/>
                    <a:pt x="72303" y="9560"/>
                    <a:pt x="69381" y="9509"/>
                  </a:cubicBezTo>
                  <a:cubicBezTo>
                    <a:pt x="64306" y="9407"/>
                    <a:pt x="59231" y="9073"/>
                    <a:pt x="54182" y="8510"/>
                  </a:cubicBezTo>
                  <a:cubicBezTo>
                    <a:pt x="49620" y="7971"/>
                    <a:pt x="45032" y="7459"/>
                    <a:pt x="40444" y="6895"/>
                  </a:cubicBezTo>
                  <a:cubicBezTo>
                    <a:pt x="35575" y="6305"/>
                    <a:pt x="30679" y="5767"/>
                    <a:pt x="25758" y="5562"/>
                  </a:cubicBezTo>
                  <a:cubicBezTo>
                    <a:pt x="22683" y="5408"/>
                    <a:pt x="19607" y="5588"/>
                    <a:pt x="16583" y="6049"/>
                  </a:cubicBezTo>
                  <a:cubicBezTo>
                    <a:pt x="12149" y="6741"/>
                    <a:pt x="8407" y="8484"/>
                    <a:pt x="5382" y="11252"/>
                  </a:cubicBezTo>
                  <a:cubicBezTo>
                    <a:pt x="3742" y="12790"/>
                    <a:pt x="2307" y="14558"/>
                    <a:pt x="1102" y="16455"/>
                  </a:cubicBezTo>
                  <a:cubicBezTo>
                    <a:pt x="923" y="16737"/>
                    <a:pt x="743" y="17019"/>
                    <a:pt x="589" y="17275"/>
                  </a:cubicBezTo>
                  <a:cubicBezTo>
                    <a:pt x="461" y="17480"/>
                    <a:pt x="231" y="17634"/>
                    <a:pt x="0" y="17685"/>
                  </a:cubicBezTo>
                  <a:lnTo>
                    <a:pt x="0" y="6972"/>
                  </a:lnTo>
                  <a:cubicBezTo>
                    <a:pt x="359" y="6844"/>
                    <a:pt x="692" y="6587"/>
                    <a:pt x="897" y="6280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3" name="Google Shape;21;p2"/>
            <p:cNvSpPr/>
            <p:nvPr/>
          </p:nvSpPr>
          <p:spPr>
            <a:xfrm>
              <a:off x="1080" y="2722680"/>
              <a:ext cx="2599560" cy="2420280"/>
            </a:xfrm>
            <a:custGeom>
              <a:avLst/>
              <a:gdLst>
                <a:gd name="textAreaLeft" fmla="*/ 0 w 2599560"/>
                <a:gd name="textAreaRight" fmla="*/ 2599920 w 2599560"/>
                <a:gd name="textAreaTop" fmla="*/ 0 h 2420280"/>
                <a:gd name="textAreaBottom" fmla="*/ 2420640 h 2420280"/>
              </a:gdLst>
              <a:ahLst/>
              <a:cxnLst/>
              <a:rect l="textAreaLeft" t="textAreaTop" r="textAreaRight" b="textAreaBottom"/>
              <a:pathLst>
                <a:path w="80940" h="82811">
                  <a:moveTo>
                    <a:pt x="1333" y="34498"/>
                  </a:moveTo>
                  <a:cubicBezTo>
                    <a:pt x="3921" y="32294"/>
                    <a:pt x="6331" y="29962"/>
                    <a:pt x="8637" y="27553"/>
                  </a:cubicBezTo>
                  <a:cubicBezTo>
                    <a:pt x="12097" y="24016"/>
                    <a:pt x="15378" y="20376"/>
                    <a:pt x="18659" y="16737"/>
                  </a:cubicBezTo>
                  <a:cubicBezTo>
                    <a:pt x="20248" y="14943"/>
                    <a:pt x="21939" y="13251"/>
                    <a:pt x="23708" y="11662"/>
                  </a:cubicBezTo>
                  <a:cubicBezTo>
                    <a:pt x="27681" y="8125"/>
                    <a:pt x="32320" y="5408"/>
                    <a:pt x="37369" y="3717"/>
                  </a:cubicBezTo>
                  <a:cubicBezTo>
                    <a:pt x="39983" y="2820"/>
                    <a:pt x="42674" y="2102"/>
                    <a:pt x="45365" y="1589"/>
                  </a:cubicBezTo>
                  <a:cubicBezTo>
                    <a:pt x="49312" y="846"/>
                    <a:pt x="53311" y="385"/>
                    <a:pt x="57309" y="205"/>
                  </a:cubicBezTo>
                  <a:cubicBezTo>
                    <a:pt x="60513" y="0"/>
                    <a:pt x="63742" y="103"/>
                    <a:pt x="66946" y="462"/>
                  </a:cubicBezTo>
                  <a:cubicBezTo>
                    <a:pt x="68740" y="667"/>
                    <a:pt x="70508" y="1051"/>
                    <a:pt x="72226" y="1615"/>
                  </a:cubicBezTo>
                  <a:cubicBezTo>
                    <a:pt x="75481" y="2717"/>
                    <a:pt x="77787" y="4588"/>
                    <a:pt x="79018" y="7331"/>
                  </a:cubicBezTo>
                  <a:cubicBezTo>
                    <a:pt x="79274" y="7920"/>
                    <a:pt x="79505" y="8510"/>
                    <a:pt x="79710" y="9125"/>
                  </a:cubicBezTo>
                  <a:cubicBezTo>
                    <a:pt x="80197" y="10791"/>
                    <a:pt x="80504" y="12508"/>
                    <a:pt x="80607" y="14225"/>
                  </a:cubicBezTo>
                  <a:cubicBezTo>
                    <a:pt x="80940" y="17736"/>
                    <a:pt x="80837" y="21222"/>
                    <a:pt x="80760" y="24733"/>
                  </a:cubicBezTo>
                  <a:cubicBezTo>
                    <a:pt x="80581" y="31243"/>
                    <a:pt x="80376" y="37753"/>
                    <a:pt x="80222" y="44289"/>
                  </a:cubicBezTo>
                  <a:cubicBezTo>
                    <a:pt x="80094" y="49364"/>
                    <a:pt x="80043" y="54438"/>
                    <a:pt x="79966" y="59488"/>
                  </a:cubicBezTo>
                  <a:cubicBezTo>
                    <a:pt x="79889" y="63101"/>
                    <a:pt x="79658" y="66690"/>
                    <a:pt x="79274" y="70278"/>
                  </a:cubicBezTo>
                  <a:cubicBezTo>
                    <a:pt x="78889" y="74225"/>
                    <a:pt x="78172" y="78146"/>
                    <a:pt x="77121" y="81965"/>
                  </a:cubicBezTo>
                  <a:cubicBezTo>
                    <a:pt x="77044" y="82247"/>
                    <a:pt x="76993" y="82529"/>
                    <a:pt x="76967" y="82811"/>
                  </a:cubicBezTo>
                  <a:lnTo>
                    <a:pt x="70816" y="82811"/>
                  </a:lnTo>
                  <a:cubicBezTo>
                    <a:pt x="70918" y="82478"/>
                    <a:pt x="71021" y="82119"/>
                    <a:pt x="71149" y="81811"/>
                  </a:cubicBezTo>
                  <a:cubicBezTo>
                    <a:pt x="72379" y="78864"/>
                    <a:pt x="73328" y="75839"/>
                    <a:pt x="74020" y="72738"/>
                  </a:cubicBezTo>
                  <a:cubicBezTo>
                    <a:pt x="74994" y="68381"/>
                    <a:pt x="75660" y="63947"/>
                    <a:pt x="76019" y="59513"/>
                  </a:cubicBezTo>
                  <a:cubicBezTo>
                    <a:pt x="76403" y="55130"/>
                    <a:pt x="76634" y="50748"/>
                    <a:pt x="76762" y="46365"/>
                  </a:cubicBezTo>
                  <a:cubicBezTo>
                    <a:pt x="76865" y="43623"/>
                    <a:pt x="76993" y="40855"/>
                    <a:pt x="77095" y="38112"/>
                  </a:cubicBezTo>
                  <a:cubicBezTo>
                    <a:pt x="77275" y="32909"/>
                    <a:pt x="77403" y="27706"/>
                    <a:pt x="77198" y="22503"/>
                  </a:cubicBezTo>
                  <a:cubicBezTo>
                    <a:pt x="77121" y="20222"/>
                    <a:pt x="76813" y="17941"/>
                    <a:pt x="76301" y="15712"/>
                  </a:cubicBezTo>
                  <a:cubicBezTo>
                    <a:pt x="75942" y="14071"/>
                    <a:pt x="75301" y="12508"/>
                    <a:pt x="74455" y="11073"/>
                  </a:cubicBezTo>
                  <a:cubicBezTo>
                    <a:pt x="73123" y="8971"/>
                    <a:pt x="71149" y="7407"/>
                    <a:pt x="68535" y="6459"/>
                  </a:cubicBezTo>
                  <a:cubicBezTo>
                    <a:pt x="67715" y="6177"/>
                    <a:pt x="66895" y="5947"/>
                    <a:pt x="66074" y="5741"/>
                  </a:cubicBezTo>
                  <a:cubicBezTo>
                    <a:pt x="63511" y="5203"/>
                    <a:pt x="60897" y="4998"/>
                    <a:pt x="58283" y="5101"/>
                  </a:cubicBezTo>
                  <a:cubicBezTo>
                    <a:pt x="52619" y="5255"/>
                    <a:pt x="47031" y="6280"/>
                    <a:pt x="41675" y="8099"/>
                  </a:cubicBezTo>
                  <a:cubicBezTo>
                    <a:pt x="36856" y="9765"/>
                    <a:pt x="32345" y="12200"/>
                    <a:pt x="28296" y="15276"/>
                  </a:cubicBezTo>
                  <a:cubicBezTo>
                    <a:pt x="26040" y="16967"/>
                    <a:pt x="23939" y="18787"/>
                    <a:pt x="21888" y="20607"/>
                  </a:cubicBezTo>
                  <a:cubicBezTo>
                    <a:pt x="18172" y="23913"/>
                    <a:pt x="14455" y="27245"/>
                    <a:pt x="10739" y="30551"/>
                  </a:cubicBezTo>
                  <a:cubicBezTo>
                    <a:pt x="7715" y="33242"/>
                    <a:pt x="4537" y="35754"/>
                    <a:pt x="1230" y="38112"/>
                  </a:cubicBezTo>
                  <a:cubicBezTo>
                    <a:pt x="1000" y="38292"/>
                    <a:pt x="769" y="38445"/>
                    <a:pt x="538" y="38573"/>
                  </a:cubicBezTo>
                  <a:cubicBezTo>
                    <a:pt x="359" y="38625"/>
                    <a:pt x="179" y="38625"/>
                    <a:pt x="0" y="38625"/>
                  </a:cubicBezTo>
                  <a:lnTo>
                    <a:pt x="0" y="35242"/>
                  </a:lnTo>
                  <a:cubicBezTo>
                    <a:pt x="179" y="35242"/>
                    <a:pt x="359" y="35216"/>
                    <a:pt x="513" y="35165"/>
                  </a:cubicBezTo>
                  <a:cubicBezTo>
                    <a:pt x="820" y="34960"/>
                    <a:pt x="1076" y="34729"/>
                    <a:pt x="1333" y="3449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" name="Google Shape;22;p2"/>
            <p:cNvSpPr/>
            <p:nvPr/>
          </p:nvSpPr>
          <p:spPr>
            <a:xfrm>
              <a:off x="5226120" y="0"/>
              <a:ext cx="3917520" cy="4620960"/>
            </a:xfrm>
            <a:custGeom>
              <a:avLst/>
              <a:gdLst>
                <a:gd name="textAreaLeft" fmla="*/ 0 w 3917520"/>
                <a:gd name="textAreaRight" fmla="*/ 3917880 w 3917520"/>
                <a:gd name="textAreaTop" fmla="*/ 0 h 4620960"/>
                <a:gd name="textAreaBottom" fmla="*/ 4621320 h 4620960"/>
              </a:gdLst>
              <a:ahLst/>
              <a:cxnLst/>
              <a:rect l="textAreaLeft" t="textAreaTop" r="textAreaRight" b="textAreaBottom"/>
              <a:pathLst>
                <a:path w="121974" h="158086">
                  <a:moveTo>
                    <a:pt x="100009" y="157368"/>
                  </a:moveTo>
                  <a:cubicBezTo>
                    <a:pt x="96703" y="156856"/>
                    <a:pt x="93473" y="156061"/>
                    <a:pt x="90321" y="154959"/>
                  </a:cubicBezTo>
                  <a:cubicBezTo>
                    <a:pt x="88065" y="154190"/>
                    <a:pt x="85810" y="153370"/>
                    <a:pt x="83554" y="152498"/>
                  </a:cubicBezTo>
                  <a:cubicBezTo>
                    <a:pt x="78685" y="150679"/>
                    <a:pt x="73789" y="148885"/>
                    <a:pt x="68740" y="147424"/>
                  </a:cubicBezTo>
                  <a:cubicBezTo>
                    <a:pt x="65818" y="146578"/>
                    <a:pt x="62871" y="145758"/>
                    <a:pt x="59923" y="144938"/>
                  </a:cubicBezTo>
                  <a:cubicBezTo>
                    <a:pt x="58155" y="144425"/>
                    <a:pt x="56412" y="143810"/>
                    <a:pt x="54721" y="143041"/>
                  </a:cubicBezTo>
                  <a:cubicBezTo>
                    <a:pt x="50876" y="141298"/>
                    <a:pt x="48185" y="138709"/>
                    <a:pt x="46647" y="135326"/>
                  </a:cubicBezTo>
                  <a:cubicBezTo>
                    <a:pt x="46083" y="133994"/>
                    <a:pt x="45596" y="132635"/>
                    <a:pt x="45263" y="131251"/>
                  </a:cubicBezTo>
                  <a:cubicBezTo>
                    <a:pt x="44443" y="128124"/>
                    <a:pt x="43776" y="124997"/>
                    <a:pt x="43213" y="121819"/>
                  </a:cubicBezTo>
                  <a:cubicBezTo>
                    <a:pt x="42879" y="119871"/>
                    <a:pt x="42546" y="117924"/>
                    <a:pt x="42290" y="115950"/>
                  </a:cubicBezTo>
                  <a:cubicBezTo>
                    <a:pt x="41982" y="113515"/>
                    <a:pt x="41777" y="111080"/>
                    <a:pt x="41521" y="108646"/>
                  </a:cubicBezTo>
                  <a:cubicBezTo>
                    <a:pt x="41239" y="105698"/>
                    <a:pt x="40957" y="102725"/>
                    <a:pt x="40726" y="99752"/>
                  </a:cubicBezTo>
                  <a:cubicBezTo>
                    <a:pt x="40445" y="96010"/>
                    <a:pt x="40240" y="92242"/>
                    <a:pt x="40163" y="88500"/>
                  </a:cubicBezTo>
                  <a:cubicBezTo>
                    <a:pt x="39983" y="81247"/>
                    <a:pt x="40445" y="73994"/>
                    <a:pt x="41598" y="66843"/>
                  </a:cubicBezTo>
                  <a:cubicBezTo>
                    <a:pt x="41957" y="64357"/>
                    <a:pt x="42700" y="61922"/>
                    <a:pt x="43751" y="59641"/>
                  </a:cubicBezTo>
                  <a:cubicBezTo>
                    <a:pt x="44520" y="58052"/>
                    <a:pt x="45391" y="56488"/>
                    <a:pt x="46263" y="54925"/>
                  </a:cubicBezTo>
                  <a:cubicBezTo>
                    <a:pt x="47749" y="52362"/>
                    <a:pt x="49313" y="49799"/>
                    <a:pt x="50799" y="47236"/>
                  </a:cubicBezTo>
                  <a:cubicBezTo>
                    <a:pt x="52183" y="44852"/>
                    <a:pt x="53413" y="42392"/>
                    <a:pt x="54439" y="39855"/>
                  </a:cubicBezTo>
                  <a:cubicBezTo>
                    <a:pt x="55002" y="38573"/>
                    <a:pt x="55387" y="37215"/>
                    <a:pt x="55592" y="35831"/>
                  </a:cubicBezTo>
                  <a:cubicBezTo>
                    <a:pt x="55720" y="35113"/>
                    <a:pt x="55694" y="34395"/>
                    <a:pt x="55541" y="33678"/>
                  </a:cubicBezTo>
                  <a:cubicBezTo>
                    <a:pt x="55207" y="32473"/>
                    <a:pt x="54310" y="31756"/>
                    <a:pt x="52824" y="31627"/>
                  </a:cubicBezTo>
                  <a:cubicBezTo>
                    <a:pt x="52132" y="31551"/>
                    <a:pt x="51440" y="31576"/>
                    <a:pt x="50773" y="31679"/>
                  </a:cubicBezTo>
                  <a:cubicBezTo>
                    <a:pt x="49851" y="31807"/>
                    <a:pt x="48928" y="32012"/>
                    <a:pt x="48031" y="32268"/>
                  </a:cubicBezTo>
                  <a:cubicBezTo>
                    <a:pt x="46032" y="32832"/>
                    <a:pt x="44084" y="33524"/>
                    <a:pt x="42187" y="34344"/>
                  </a:cubicBezTo>
                  <a:cubicBezTo>
                    <a:pt x="39804" y="35318"/>
                    <a:pt x="37446" y="36343"/>
                    <a:pt x="35062" y="37317"/>
                  </a:cubicBezTo>
                  <a:cubicBezTo>
                    <a:pt x="32961" y="38163"/>
                    <a:pt x="30833" y="39009"/>
                    <a:pt x="28655" y="39752"/>
                  </a:cubicBezTo>
                  <a:cubicBezTo>
                    <a:pt x="26399" y="40572"/>
                    <a:pt x="24067" y="41136"/>
                    <a:pt x="21683" y="41418"/>
                  </a:cubicBezTo>
                  <a:cubicBezTo>
                    <a:pt x="16506" y="41956"/>
                    <a:pt x="12021" y="40752"/>
                    <a:pt x="8202" y="37804"/>
                  </a:cubicBezTo>
                  <a:cubicBezTo>
                    <a:pt x="6920" y="36779"/>
                    <a:pt x="5818" y="35574"/>
                    <a:pt x="4896" y="34242"/>
                  </a:cubicBezTo>
                  <a:cubicBezTo>
                    <a:pt x="3742" y="32576"/>
                    <a:pt x="2845" y="30782"/>
                    <a:pt x="2179" y="28885"/>
                  </a:cubicBezTo>
                  <a:cubicBezTo>
                    <a:pt x="846" y="25117"/>
                    <a:pt x="333" y="21273"/>
                    <a:pt x="154" y="17377"/>
                  </a:cubicBezTo>
                  <a:cubicBezTo>
                    <a:pt x="0" y="13148"/>
                    <a:pt x="257" y="8919"/>
                    <a:pt x="487" y="4690"/>
                  </a:cubicBezTo>
                  <a:cubicBezTo>
                    <a:pt x="564" y="3127"/>
                    <a:pt x="564" y="1563"/>
                    <a:pt x="590" y="0"/>
                  </a:cubicBezTo>
                  <a:lnTo>
                    <a:pt x="1717" y="0"/>
                  </a:lnTo>
                  <a:cubicBezTo>
                    <a:pt x="1692" y="1153"/>
                    <a:pt x="1717" y="2332"/>
                    <a:pt x="1641" y="3486"/>
                  </a:cubicBezTo>
                  <a:cubicBezTo>
                    <a:pt x="1512" y="6254"/>
                    <a:pt x="1333" y="9047"/>
                    <a:pt x="1179" y="11841"/>
                  </a:cubicBezTo>
                  <a:cubicBezTo>
                    <a:pt x="1000" y="14917"/>
                    <a:pt x="1102" y="18044"/>
                    <a:pt x="1461" y="21119"/>
                  </a:cubicBezTo>
                  <a:cubicBezTo>
                    <a:pt x="1717" y="23349"/>
                    <a:pt x="2179" y="25553"/>
                    <a:pt x="2871" y="27680"/>
                  </a:cubicBezTo>
                  <a:cubicBezTo>
                    <a:pt x="3640" y="30166"/>
                    <a:pt x="4870" y="32473"/>
                    <a:pt x="6510" y="34524"/>
                  </a:cubicBezTo>
                  <a:cubicBezTo>
                    <a:pt x="7792" y="36113"/>
                    <a:pt x="9407" y="37445"/>
                    <a:pt x="11252" y="38394"/>
                  </a:cubicBezTo>
                  <a:cubicBezTo>
                    <a:pt x="14148" y="39906"/>
                    <a:pt x="17429" y="40572"/>
                    <a:pt x="20684" y="40265"/>
                  </a:cubicBezTo>
                  <a:cubicBezTo>
                    <a:pt x="22709" y="40085"/>
                    <a:pt x="24682" y="39650"/>
                    <a:pt x="26604" y="39009"/>
                  </a:cubicBezTo>
                  <a:cubicBezTo>
                    <a:pt x="29014" y="38214"/>
                    <a:pt x="31372" y="37266"/>
                    <a:pt x="33627" y="36138"/>
                  </a:cubicBezTo>
                  <a:cubicBezTo>
                    <a:pt x="36626" y="34652"/>
                    <a:pt x="39599" y="33140"/>
                    <a:pt x="42597" y="31679"/>
                  </a:cubicBezTo>
                  <a:cubicBezTo>
                    <a:pt x="44955" y="30525"/>
                    <a:pt x="47313" y="29372"/>
                    <a:pt x="49723" y="28296"/>
                  </a:cubicBezTo>
                  <a:cubicBezTo>
                    <a:pt x="51184" y="27655"/>
                    <a:pt x="52721" y="27142"/>
                    <a:pt x="54259" y="26604"/>
                  </a:cubicBezTo>
                  <a:cubicBezTo>
                    <a:pt x="55361" y="26219"/>
                    <a:pt x="56515" y="25989"/>
                    <a:pt x="57668" y="25861"/>
                  </a:cubicBezTo>
                  <a:cubicBezTo>
                    <a:pt x="58386" y="25784"/>
                    <a:pt x="59103" y="25809"/>
                    <a:pt x="59821" y="25938"/>
                  </a:cubicBezTo>
                  <a:cubicBezTo>
                    <a:pt x="60923" y="26143"/>
                    <a:pt x="61641" y="26706"/>
                    <a:pt x="61923" y="27603"/>
                  </a:cubicBezTo>
                  <a:cubicBezTo>
                    <a:pt x="62076" y="28014"/>
                    <a:pt x="62153" y="28449"/>
                    <a:pt x="62153" y="28885"/>
                  </a:cubicBezTo>
                  <a:cubicBezTo>
                    <a:pt x="62128" y="29474"/>
                    <a:pt x="62076" y="30064"/>
                    <a:pt x="61948" y="30653"/>
                  </a:cubicBezTo>
                  <a:cubicBezTo>
                    <a:pt x="61564" y="32473"/>
                    <a:pt x="60795" y="34216"/>
                    <a:pt x="59949" y="35933"/>
                  </a:cubicBezTo>
                  <a:cubicBezTo>
                    <a:pt x="58437" y="39086"/>
                    <a:pt x="56694" y="42136"/>
                    <a:pt x="54951" y="45186"/>
                  </a:cubicBezTo>
                  <a:cubicBezTo>
                    <a:pt x="52824" y="48928"/>
                    <a:pt x="50671" y="52670"/>
                    <a:pt x="48595" y="56437"/>
                  </a:cubicBezTo>
                  <a:cubicBezTo>
                    <a:pt x="46852" y="59513"/>
                    <a:pt x="45494" y="62768"/>
                    <a:pt x="44520" y="66177"/>
                  </a:cubicBezTo>
                  <a:cubicBezTo>
                    <a:pt x="43161" y="71123"/>
                    <a:pt x="42316" y="76198"/>
                    <a:pt x="41982" y="81324"/>
                  </a:cubicBezTo>
                  <a:cubicBezTo>
                    <a:pt x="41700" y="86219"/>
                    <a:pt x="41752" y="91166"/>
                    <a:pt x="42111" y="96061"/>
                  </a:cubicBezTo>
                  <a:cubicBezTo>
                    <a:pt x="42316" y="99086"/>
                    <a:pt x="42597" y="102110"/>
                    <a:pt x="42931" y="105134"/>
                  </a:cubicBezTo>
                  <a:cubicBezTo>
                    <a:pt x="43238" y="108338"/>
                    <a:pt x="43623" y="111516"/>
                    <a:pt x="44084" y="114669"/>
                  </a:cubicBezTo>
                  <a:cubicBezTo>
                    <a:pt x="44699" y="119103"/>
                    <a:pt x="45647" y="123511"/>
                    <a:pt x="46878" y="127817"/>
                  </a:cubicBezTo>
                  <a:cubicBezTo>
                    <a:pt x="47390" y="129713"/>
                    <a:pt x="48057" y="131584"/>
                    <a:pt x="48877" y="133378"/>
                  </a:cubicBezTo>
                  <a:cubicBezTo>
                    <a:pt x="50492" y="136787"/>
                    <a:pt x="53157" y="139427"/>
                    <a:pt x="56976" y="141247"/>
                  </a:cubicBezTo>
                  <a:cubicBezTo>
                    <a:pt x="57950" y="141683"/>
                    <a:pt x="58898" y="142118"/>
                    <a:pt x="59923" y="142503"/>
                  </a:cubicBezTo>
                  <a:cubicBezTo>
                    <a:pt x="61333" y="143015"/>
                    <a:pt x="62768" y="143528"/>
                    <a:pt x="64204" y="143989"/>
                  </a:cubicBezTo>
                  <a:cubicBezTo>
                    <a:pt x="68817" y="145450"/>
                    <a:pt x="73431" y="146860"/>
                    <a:pt x="77941" y="148551"/>
                  </a:cubicBezTo>
                  <a:cubicBezTo>
                    <a:pt x="81171" y="149730"/>
                    <a:pt x="84451" y="150935"/>
                    <a:pt x="87706" y="152140"/>
                  </a:cubicBezTo>
                  <a:cubicBezTo>
                    <a:pt x="89859" y="152934"/>
                    <a:pt x="92038" y="153652"/>
                    <a:pt x="94268" y="154216"/>
                  </a:cubicBezTo>
                  <a:cubicBezTo>
                    <a:pt x="98727" y="155446"/>
                    <a:pt x="103341" y="155984"/>
                    <a:pt x="107954" y="155830"/>
                  </a:cubicBezTo>
                  <a:cubicBezTo>
                    <a:pt x="111261" y="155677"/>
                    <a:pt x="114567" y="155190"/>
                    <a:pt x="117796" y="154395"/>
                  </a:cubicBezTo>
                  <a:cubicBezTo>
                    <a:pt x="119206" y="154087"/>
                    <a:pt x="120616" y="153703"/>
                    <a:pt x="121974" y="153190"/>
                  </a:cubicBezTo>
                  <a:lnTo>
                    <a:pt x="121974" y="155266"/>
                  </a:lnTo>
                  <a:cubicBezTo>
                    <a:pt x="119308" y="156112"/>
                    <a:pt x="116566" y="156779"/>
                    <a:pt x="113824" y="157240"/>
                  </a:cubicBezTo>
                  <a:cubicBezTo>
                    <a:pt x="109236" y="158034"/>
                    <a:pt x="104571" y="158086"/>
                    <a:pt x="100009" y="15736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" name="Google Shape;23;p2"/>
            <p:cNvSpPr/>
            <p:nvPr/>
          </p:nvSpPr>
          <p:spPr>
            <a:xfrm>
              <a:off x="1080" y="970920"/>
              <a:ext cx="5097240" cy="4172040"/>
            </a:xfrm>
            <a:custGeom>
              <a:avLst/>
              <a:gdLst>
                <a:gd name="textAreaLeft" fmla="*/ 0 w 5097240"/>
                <a:gd name="textAreaRight" fmla="*/ 5097600 w 5097240"/>
                <a:gd name="textAreaTop" fmla="*/ 0 h 4172040"/>
                <a:gd name="textAreaBottom" fmla="*/ 4172400 h 4172040"/>
              </a:gdLst>
              <a:ahLst/>
              <a:cxnLst/>
              <a:rect l="textAreaLeft" t="textAreaTop" r="textAreaRight" b="textAreaBottom"/>
              <a:pathLst>
                <a:path w="158702" h="142734">
                  <a:moveTo>
                    <a:pt x="1256" y="436"/>
                  </a:moveTo>
                  <a:cubicBezTo>
                    <a:pt x="5331" y="2358"/>
                    <a:pt x="9329" y="4460"/>
                    <a:pt x="13123" y="6741"/>
                  </a:cubicBezTo>
                  <a:cubicBezTo>
                    <a:pt x="17403" y="9304"/>
                    <a:pt x="21606" y="11893"/>
                    <a:pt x="25810" y="14533"/>
                  </a:cubicBezTo>
                  <a:cubicBezTo>
                    <a:pt x="29295" y="16686"/>
                    <a:pt x="32781" y="18864"/>
                    <a:pt x="36446" y="20838"/>
                  </a:cubicBezTo>
                  <a:cubicBezTo>
                    <a:pt x="41239" y="23426"/>
                    <a:pt x="46288" y="25579"/>
                    <a:pt x="51491" y="27220"/>
                  </a:cubicBezTo>
                  <a:cubicBezTo>
                    <a:pt x="56079" y="28680"/>
                    <a:pt x="60795" y="29783"/>
                    <a:pt x="65716" y="30013"/>
                  </a:cubicBezTo>
                  <a:cubicBezTo>
                    <a:pt x="68766" y="30193"/>
                    <a:pt x="71841" y="29859"/>
                    <a:pt x="74789" y="29065"/>
                  </a:cubicBezTo>
                  <a:cubicBezTo>
                    <a:pt x="77890" y="28168"/>
                    <a:pt x="80786" y="26656"/>
                    <a:pt x="83272" y="24605"/>
                  </a:cubicBezTo>
                  <a:cubicBezTo>
                    <a:pt x="84913" y="23272"/>
                    <a:pt x="86476" y="21786"/>
                    <a:pt x="87886" y="20197"/>
                  </a:cubicBezTo>
                  <a:cubicBezTo>
                    <a:pt x="89500" y="18352"/>
                    <a:pt x="91089" y="16455"/>
                    <a:pt x="92678" y="14610"/>
                  </a:cubicBezTo>
                  <a:cubicBezTo>
                    <a:pt x="93960" y="13123"/>
                    <a:pt x="95241" y="11636"/>
                    <a:pt x="96574" y="10201"/>
                  </a:cubicBezTo>
                  <a:cubicBezTo>
                    <a:pt x="97728" y="8971"/>
                    <a:pt x="99035" y="7920"/>
                    <a:pt x="100496" y="7074"/>
                  </a:cubicBezTo>
                  <a:cubicBezTo>
                    <a:pt x="101546" y="6434"/>
                    <a:pt x="102725" y="5947"/>
                    <a:pt x="103930" y="5639"/>
                  </a:cubicBezTo>
                  <a:cubicBezTo>
                    <a:pt x="106006" y="5075"/>
                    <a:pt x="108236" y="5357"/>
                    <a:pt x="110107" y="6408"/>
                  </a:cubicBezTo>
                  <a:cubicBezTo>
                    <a:pt x="110696" y="6741"/>
                    <a:pt x="111260" y="7126"/>
                    <a:pt x="111773" y="7561"/>
                  </a:cubicBezTo>
                  <a:cubicBezTo>
                    <a:pt x="112644" y="8253"/>
                    <a:pt x="113439" y="9073"/>
                    <a:pt x="114105" y="9971"/>
                  </a:cubicBezTo>
                  <a:cubicBezTo>
                    <a:pt x="115028" y="11175"/>
                    <a:pt x="115874" y="12431"/>
                    <a:pt x="116566" y="13764"/>
                  </a:cubicBezTo>
                  <a:cubicBezTo>
                    <a:pt x="118360" y="17147"/>
                    <a:pt x="119821" y="20684"/>
                    <a:pt x="120923" y="24349"/>
                  </a:cubicBezTo>
                  <a:cubicBezTo>
                    <a:pt x="122819" y="30295"/>
                    <a:pt x="124203" y="36421"/>
                    <a:pt x="125075" y="42597"/>
                  </a:cubicBezTo>
                  <a:cubicBezTo>
                    <a:pt x="125562" y="45929"/>
                    <a:pt x="125844" y="49287"/>
                    <a:pt x="125946" y="52619"/>
                  </a:cubicBezTo>
                  <a:cubicBezTo>
                    <a:pt x="126126" y="57617"/>
                    <a:pt x="125972" y="62589"/>
                    <a:pt x="125818" y="67561"/>
                  </a:cubicBezTo>
                  <a:cubicBezTo>
                    <a:pt x="125639" y="72533"/>
                    <a:pt x="125972" y="77480"/>
                    <a:pt x="126843" y="82375"/>
                  </a:cubicBezTo>
                  <a:cubicBezTo>
                    <a:pt x="127459" y="85835"/>
                    <a:pt x="128766" y="89116"/>
                    <a:pt x="130714" y="92063"/>
                  </a:cubicBezTo>
                  <a:cubicBezTo>
                    <a:pt x="131457" y="93140"/>
                    <a:pt x="132174" y="94242"/>
                    <a:pt x="132918" y="95344"/>
                  </a:cubicBezTo>
                  <a:cubicBezTo>
                    <a:pt x="134353" y="97420"/>
                    <a:pt x="135378" y="99727"/>
                    <a:pt x="135968" y="102187"/>
                  </a:cubicBezTo>
                  <a:cubicBezTo>
                    <a:pt x="136506" y="104494"/>
                    <a:pt x="137019" y="106801"/>
                    <a:pt x="137506" y="109107"/>
                  </a:cubicBezTo>
                  <a:cubicBezTo>
                    <a:pt x="139171" y="116745"/>
                    <a:pt x="142503" y="123870"/>
                    <a:pt x="147450" y="130457"/>
                  </a:cubicBezTo>
                  <a:cubicBezTo>
                    <a:pt x="150808" y="134891"/>
                    <a:pt x="154575" y="138992"/>
                    <a:pt x="158702" y="142734"/>
                  </a:cubicBezTo>
                  <a:lnTo>
                    <a:pt x="155318" y="142734"/>
                  </a:lnTo>
                  <a:lnTo>
                    <a:pt x="153114" y="140453"/>
                  </a:lnTo>
                  <a:cubicBezTo>
                    <a:pt x="145656" y="132789"/>
                    <a:pt x="139915" y="124332"/>
                    <a:pt x="136275" y="114951"/>
                  </a:cubicBezTo>
                  <a:cubicBezTo>
                    <a:pt x="135378" y="112619"/>
                    <a:pt x="134507" y="110286"/>
                    <a:pt x="133661" y="107954"/>
                  </a:cubicBezTo>
                  <a:cubicBezTo>
                    <a:pt x="132661" y="105212"/>
                    <a:pt x="131354" y="102597"/>
                    <a:pt x="129740" y="100162"/>
                  </a:cubicBezTo>
                  <a:cubicBezTo>
                    <a:pt x="128817" y="98804"/>
                    <a:pt x="127945" y="97394"/>
                    <a:pt x="127100" y="95985"/>
                  </a:cubicBezTo>
                  <a:cubicBezTo>
                    <a:pt x="125331" y="93114"/>
                    <a:pt x="124152" y="89936"/>
                    <a:pt x="123640" y="86604"/>
                  </a:cubicBezTo>
                  <a:cubicBezTo>
                    <a:pt x="123230" y="83913"/>
                    <a:pt x="123024" y="81171"/>
                    <a:pt x="122999" y="78454"/>
                  </a:cubicBezTo>
                  <a:cubicBezTo>
                    <a:pt x="122896" y="73789"/>
                    <a:pt x="123178" y="69125"/>
                    <a:pt x="123511" y="64460"/>
                  </a:cubicBezTo>
                  <a:cubicBezTo>
                    <a:pt x="123793" y="60205"/>
                    <a:pt x="123973" y="55951"/>
                    <a:pt x="123845" y="51696"/>
                  </a:cubicBezTo>
                  <a:cubicBezTo>
                    <a:pt x="123768" y="48723"/>
                    <a:pt x="123537" y="45750"/>
                    <a:pt x="123127" y="42777"/>
                  </a:cubicBezTo>
                  <a:cubicBezTo>
                    <a:pt x="122691" y="39650"/>
                    <a:pt x="122102" y="36523"/>
                    <a:pt x="121359" y="33422"/>
                  </a:cubicBezTo>
                  <a:cubicBezTo>
                    <a:pt x="120461" y="29449"/>
                    <a:pt x="119231" y="25579"/>
                    <a:pt x="117719" y="21786"/>
                  </a:cubicBezTo>
                  <a:cubicBezTo>
                    <a:pt x="116694" y="19249"/>
                    <a:pt x="115438" y="16839"/>
                    <a:pt x="113951" y="14558"/>
                  </a:cubicBezTo>
                  <a:cubicBezTo>
                    <a:pt x="113208" y="13431"/>
                    <a:pt x="112337" y="12405"/>
                    <a:pt x="111388" y="11457"/>
                  </a:cubicBezTo>
                  <a:cubicBezTo>
                    <a:pt x="110620" y="10714"/>
                    <a:pt x="109748" y="10099"/>
                    <a:pt x="108825" y="9612"/>
                  </a:cubicBezTo>
                  <a:cubicBezTo>
                    <a:pt x="107236" y="8792"/>
                    <a:pt x="105442" y="8535"/>
                    <a:pt x="103699" y="8868"/>
                  </a:cubicBezTo>
                  <a:cubicBezTo>
                    <a:pt x="102777" y="9048"/>
                    <a:pt x="101880" y="9330"/>
                    <a:pt x="101059" y="9714"/>
                  </a:cubicBezTo>
                  <a:cubicBezTo>
                    <a:pt x="99881" y="10252"/>
                    <a:pt x="98804" y="10944"/>
                    <a:pt x="97830" y="11790"/>
                  </a:cubicBezTo>
                  <a:cubicBezTo>
                    <a:pt x="96651" y="12841"/>
                    <a:pt x="95472" y="13918"/>
                    <a:pt x="94396" y="15045"/>
                  </a:cubicBezTo>
                  <a:cubicBezTo>
                    <a:pt x="92935" y="16532"/>
                    <a:pt x="91602" y="18095"/>
                    <a:pt x="90167" y="19582"/>
                  </a:cubicBezTo>
                  <a:cubicBezTo>
                    <a:pt x="88731" y="21094"/>
                    <a:pt x="87296" y="22504"/>
                    <a:pt x="85810" y="23939"/>
                  </a:cubicBezTo>
                  <a:cubicBezTo>
                    <a:pt x="84502" y="25143"/>
                    <a:pt x="83093" y="26246"/>
                    <a:pt x="81555" y="27194"/>
                  </a:cubicBezTo>
                  <a:cubicBezTo>
                    <a:pt x="77890" y="29501"/>
                    <a:pt x="73738" y="30705"/>
                    <a:pt x="69150" y="30910"/>
                  </a:cubicBezTo>
                  <a:cubicBezTo>
                    <a:pt x="65408" y="31038"/>
                    <a:pt x="61666" y="30680"/>
                    <a:pt x="58001" y="29834"/>
                  </a:cubicBezTo>
                  <a:cubicBezTo>
                    <a:pt x="51747" y="28450"/>
                    <a:pt x="45673" y="26374"/>
                    <a:pt x="39855" y="23657"/>
                  </a:cubicBezTo>
                  <a:cubicBezTo>
                    <a:pt x="35754" y="21709"/>
                    <a:pt x="31756" y="19531"/>
                    <a:pt x="27886" y="17147"/>
                  </a:cubicBezTo>
                  <a:cubicBezTo>
                    <a:pt x="23452" y="14507"/>
                    <a:pt x="19069" y="11842"/>
                    <a:pt x="14609" y="9227"/>
                  </a:cubicBezTo>
                  <a:cubicBezTo>
                    <a:pt x="10560" y="6844"/>
                    <a:pt x="6356" y="4665"/>
                    <a:pt x="2076" y="2768"/>
                  </a:cubicBezTo>
                  <a:cubicBezTo>
                    <a:pt x="1615" y="2538"/>
                    <a:pt x="1128" y="2358"/>
                    <a:pt x="641" y="2153"/>
                  </a:cubicBezTo>
                  <a:cubicBezTo>
                    <a:pt x="436" y="2128"/>
                    <a:pt x="205" y="2102"/>
                    <a:pt x="0" y="2128"/>
                  </a:cubicBezTo>
                  <a:lnTo>
                    <a:pt x="0" y="52"/>
                  </a:lnTo>
                  <a:cubicBezTo>
                    <a:pt x="513" y="0"/>
                    <a:pt x="871" y="257"/>
                    <a:pt x="1256" y="436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6" name="Google Shape;24;p2"/>
            <p:cNvSpPr/>
            <p:nvPr/>
          </p:nvSpPr>
          <p:spPr>
            <a:xfrm>
              <a:off x="1080" y="4377600"/>
              <a:ext cx="1171800" cy="764640"/>
            </a:xfrm>
            <a:custGeom>
              <a:avLst/>
              <a:gdLst>
                <a:gd name="textAreaLeft" fmla="*/ 0 w 1171800"/>
                <a:gd name="textAreaRight" fmla="*/ 1172160 w 1171800"/>
                <a:gd name="textAreaTop" fmla="*/ 0 h 764640"/>
                <a:gd name="textAreaBottom" fmla="*/ 765000 h 764640"/>
              </a:gdLst>
              <a:ahLst/>
              <a:cxnLst/>
              <a:rect l="textAreaLeft" t="textAreaTop" r="textAreaRight" b="textAreaBottom"/>
              <a:pathLst>
                <a:path w="36498" h="26169">
                  <a:moveTo>
                    <a:pt x="641" y="9355"/>
                  </a:moveTo>
                  <a:cubicBezTo>
                    <a:pt x="974" y="9150"/>
                    <a:pt x="1307" y="8945"/>
                    <a:pt x="1640" y="8740"/>
                  </a:cubicBezTo>
                  <a:cubicBezTo>
                    <a:pt x="4690" y="6766"/>
                    <a:pt x="7894" y="5023"/>
                    <a:pt x="11200" y="3511"/>
                  </a:cubicBezTo>
                  <a:cubicBezTo>
                    <a:pt x="13456" y="2435"/>
                    <a:pt x="15814" y="1563"/>
                    <a:pt x="18249" y="897"/>
                  </a:cubicBezTo>
                  <a:cubicBezTo>
                    <a:pt x="20478" y="282"/>
                    <a:pt x="22760" y="0"/>
                    <a:pt x="25066" y="51"/>
                  </a:cubicBezTo>
                  <a:cubicBezTo>
                    <a:pt x="26040" y="77"/>
                    <a:pt x="27014" y="179"/>
                    <a:pt x="27988" y="384"/>
                  </a:cubicBezTo>
                  <a:cubicBezTo>
                    <a:pt x="30577" y="948"/>
                    <a:pt x="32525" y="2179"/>
                    <a:pt x="33934" y="4050"/>
                  </a:cubicBezTo>
                  <a:cubicBezTo>
                    <a:pt x="34934" y="5485"/>
                    <a:pt x="35626" y="7100"/>
                    <a:pt x="35985" y="8817"/>
                  </a:cubicBezTo>
                  <a:cubicBezTo>
                    <a:pt x="36318" y="10406"/>
                    <a:pt x="36497" y="12020"/>
                    <a:pt x="36497" y="13661"/>
                  </a:cubicBezTo>
                  <a:cubicBezTo>
                    <a:pt x="36497" y="15967"/>
                    <a:pt x="36369" y="18300"/>
                    <a:pt x="36062" y="20581"/>
                  </a:cubicBezTo>
                  <a:cubicBezTo>
                    <a:pt x="35857" y="22247"/>
                    <a:pt x="35651" y="23887"/>
                    <a:pt x="35472" y="25527"/>
                  </a:cubicBezTo>
                  <a:cubicBezTo>
                    <a:pt x="35472" y="25758"/>
                    <a:pt x="35498" y="25963"/>
                    <a:pt x="35523" y="26168"/>
                  </a:cubicBezTo>
                  <a:lnTo>
                    <a:pt x="26425" y="26168"/>
                  </a:lnTo>
                  <a:cubicBezTo>
                    <a:pt x="26066" y="24400"/>
                    <a:pt x="25733" y="22606"/>
                    <a:pt x="25066" y="20863"/>
                  </a:cubicBezTo>
                  <a:cubicBezTo>
                    <a:pt x="24733" y="19991"/>
                    <a:pt x="24349" y="19146"/>
                    <a:pt x="23913" y="18325"/>
                  </a:cubicBezTo>
                  <a:cubicBezTo>
                    <a:pt x="23477" y="17582"/>
                    <a:pt x="22990" y="16916"/>
                    <a:pt x="22426" y="16301"/>
                  </a:cubicBezTo>
                  <a:cubicBezTo>
                    <a:pt x="20504" y="14250"/>
                    <a:pt x="17915" y="13456"/>
                    <a:pt x="14840" y="13661"/>
                  </a:cubicBezTo>
                  <a:cubicBezTo>
                    <a:pt x="12584" y="13840"/>
                    <a:pt x="10380" y="14353"/>
                    <a:pt x="8304" y="15199"/>
                  </a:cubicBezTo>
                  <a:cubicBezTo>
                    <a:pt x="6638" y="15839"/>
                    <a:pt x="4998" y="16583"/>
                    <a:pt x="3434" y="17403"/>
                  </a:cubicBezTo>
                  <a:cubicBezTo>
                    <a:pt x="2666" y="17813"/>
                    <a:pt x="1922" y="18223"/>
                    <a:pt x="1128" y="18607"/>
                  </a:cubicBezTo>
                  <a:cubicBezTo>
                    <a:pt x="769" y="18787"/>
                    <a:pt x="384" y="18889"/>
                    <a:pt x="0" y="19043"/>
                  </a:cubicBezTo>
                  <a:lnTo>
                    <a:pt x="0" y="9457"/>
                  </a:lnTo>
                  <a:cubicBezTo>
                    <a:pt x="205" y="9509"/>
                    <a:pt x="461" y="9483"/>
                    <a:pt x="641" y="935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7" name="Google Shape;25;p2"/>
            <p:cNvSpPr/>
            <p:nvPr/>
          </p:nvSpPr>
          <p:spPr>
            <a:xfrm>
              <a:off x="8146800" y="621000"/>
              <a:ext cx="996480" cy="1850400"/>
            </a:xfrm>
            <a:custGeom>
              <a:avLst/>
              <a:gdLst>
                <a:gd name="textAreaLeft" fmla="*/ 0 w 996480"/>
                <a:gd name="textAreaRight" fmla="*/ 996840 w 996480"/>
                <a:gd name="textAreaTop" fmla="*/ 0 h 1850400"/>
                <a:gd name="textAreaBottom" fmla="*/ 1850760 h 1850400"/>
              </a:gdLst>
              <a:ahLst/>
              <a:cxnLst/>
              <a:rect l="textAreaLeft" t="textAreaTop" r="textAreaRight" b="textAreaBottom"/>
              <a:pathLst>
                <a:path w="31039" h="63307">
                  <a:moveTo>
                    <a:pt x="20172" y="62948"/>
                  </a:moveTo>
                  <a:cubicBezTo>
                    <a:pt x="16660" y="62537"/>
                    <a:pt x="13303" y="61615"/>
                    <a:pt x="10381" y="59872"/>
                  </a:cubicBezTo>
                  <a:cubicBezTo>
                    <a:pt x="6050" y="57283"/>
                    <a:pt x="3128" y="53874"/>
                    <a:pt x="1641" y="49620"/>
                  </a:cubicBezTo>
                  <a:cubicBezTo>
                    <a:pt x="513" y="46288"/>
                    <a:pt x="1" y="42802"/>
                    <a:pt x="129" y="39317"/>
                  </a:cubicBezTo>
                  <a:cubicBezTo>
                    <a:pt x="283" y="34985"/>
                    <a:pt x="1564" y="30884"/>
                    <a:pt x="3615" y="26937"/>
                  </a:cubicBezTo>
                  <a:cubicBezTo>
                    <a:pt x="5998" y="22350"/>
                    <a:pt x="9202" y="18198"/>
                    <a:pt x="12995" y="14327"/>
                  </a:cubicBezTo>
                  <a:cubicBezTo>
                    <a:pt x="17327" y="9970"/>
                    <a:pt x="22043" y="6023"/>
                    <a:pt x="27066" y="2486"/>
                  </a:cubicBezTo>
                  <a:cubicBezTo>
                    <a:pt x="28194" y="1692"/>
                    <a:pt x="29373" y="974"/>
                    <a:pt x="30552" y="205"/>
                  </a:cubicBezTo>
                  <a:cubicBezTo>
                    <a:pt x="30706" y="128"/>
                    <a:pt x="30860" y="52"/>
                    <a:pt x="31039" y="0"/>
                  </a:cubicBezTo>
                  <a:lnTo>
                    <a:pt x="31039" y="2640"/>
                  </a:lnTo>
                  <a:cubicBezTo>
                    <a:pt x="30936" y="2691"/>
                    <a:pt x="30834" y="2743"/>
                    <a:pt x="30757" y="2794"/>
                  </a:cubicBezTo>
                  <a:cubicBezTo>
                    <a:pt x="27425" y="5024"/>
                    <a:pt x="24221" y="7484"/>
                    <a:pt x="21171" y="10124"/>
                  </a:cubicBezTo>
                  <a:cubicBezTo>
                    <a:pt x="17660" y="13097"/>
                    <a:pt x="14508" y="16455"/>
                    <a:pt x="11765" y="20120"/>
                  </a:cubicBezTo>
                  <a:cubicBezTo>
                    <a:pt x="9407" y="23349"/>
                    <a:pt x="7485" y="26758"/>
                    <a:pt x="6357" y="30423"/>
                  </a:cubicBezTo>
                  <a:cubicBezTo>
                    <a:pt x="4461" y="36446"/>
                    <a:pt x="5332" y="42213"/>
                    <a:pt x="8818" y="47723"/>
                  </a:cubicBezTo>
                  <a:cubicBezTo>
                    <a:pt x="10022" y="49646"/>
                    <a:pt x="11586" y="51337"/>
                    <a:pt x="13405" y="52696"/>
                  </a:cubicBezTo>
                  <a:cubicBezTo>
                    <a:pt x="15917" y="54515"/>
                    <a:pt x="18813" y="55669"/>
                    <a:pt x="22043" y="56361"/>
                  </a:cubicBezTo>
                  <a:cubicBezTo>
                    <a:pt x="24298" y="56822"/>
                    <a:pt x="26579" y="57104"/>
                    <a:pt x="28886" y="57206"/>
                  </a:cubicBezTo>
                  <a:lnTo>
                    <a:pt x="31039" y="57335"/>
                  </a:lnTo>
                  <a:lnTo>
                    <a:pt x="31039" y="62768"/>
                  </a:lnTo>
                  <a:cubicBezTo>
                    <a:pt x="30860" y="62819"/>
                    <a:pt x="30680" y="62871"/>
                    <a:pt x="30501" y="62896"/>
                  </a:cubicBezTo>
                  <a:cubicBezTo>
                    <a:pt x="27066" y="63306"/>
                    <a:pt x="23606" y="63306"/>
                    <a:pt x="20172" y="6294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8" name="Google Shape;26;p2"/>
            <p:cNvSpPr/>
            <p:nvPr/>
          </p:nvSpPr>
          <p:spPr>
            <a:xfrm>
              <a:off x="0" y="2318040"/>
              <a:ext cx="3094200" cy="2824920"/>
            </a:xfrm>
            <a:custGeom>
              <a:avLst/>
              <a:gdLst>
                <a:gd name="textAreaLeft" fmla="*/ 0 w 3094200"/>
                <a:gd name="textAreaRight" fmla="*/ 3094560 w 3094200"/>
                <a:gd name="textAreaTop" fmla="*/ 0 h 2824920"/>
                <a:gd name="textAreaBottom" fmla="*/ 2825280 h 2824920"/>
              </a:gdLst>
              <a:ahLst/>
              <a:cxnLst/>
              <a:rect l="textAreaLeft" t="textAreaTop" r="textAreaRight" b="textAreaBottom"/>
              <a:pathLst>
                <a:path w="96344" h="96651">
                  <a:moveTo>
                    <a:pt x="436" y="22093"/>
                  </a:moveTo>
                  <a:cubicBezTo>
                    <a:pt x="564" y="21837"/>
                    <a:pt x="667" y="21581"/>
                    <a:pt x="769" y="21299"/>
                  </a:cubicBezTo>
                  <a:cubicBezTo>
                    <a:pt x="1692" y="18582"/>
                    <a:pt x="2897" y="15968"/>
                    <a:pt x="4357" y="13507"/>
                  </a:cubicBezTo>
                  <a:cubicBezTo>
                    <a:pt x="5767" y="11149"/>
                    <a:pt x="7459" y="9022"/>
                    <a:pt x="9432" y="7177"/>
                  </a:cubicBezTo>
                  <a:cubicBezTo>
                    <a:pt x="12277" y="4485"/>
                    <a:pt x="15763" y="2614"/>
                    <a:pt x="19889" y="1564"/>
                  </a:cubicBezTo>
                  <a:cubicBezTo>
                    <a:pt x="21555" y="1128"/>
                    <a:pt x="23273" y="795"/>
                    <a:pt x="24990" y="564"/>
                  </a:cubicBezTo>
                  <a:cubicBezTo>
                    <a:pt x="27886" y="205"/>
                    <a:pt x="30782" y="26"/>
                    <a:pt x="33704" y="26"/>
                  </a:cubicBezTo>
                  <a:cubicBezTo>
                    <a:pt x="39035" y="0"/>
                    <a:pt x="44315" y="359"/>
                    <a:pt x="49620" y="667"/>
                  </a:cubicBezTo>
                  <a:cubicBezTo>
                    <a:pt x="53337" y="897"/>
                    <a:pt x="57027" y="1128"/>
                    <a:pt x="60744" y="1307"/>
                  </a:cubicBezTo>
                  <a:cubicBezTo>
                    <a:pt x="65024" y="1512"/>
                    <a:pt x="69304" y="1589"/>
                    <a:pt x="73610" y="1615"/>
                  </a:cubicBezTo>
                  <a:cubicBezTo>
                    <a:pt x="76481" y="1615"/>
                    <a:pt x="79377" y="1666"/>
                    <a:pt x="82247" y="1743"/>
                  </a:cubicBezTo>
                  <a:cubicBezTo>
                    <a:pt x="83913" y="1769"/>
                    <a:pt x="85579" y="1948"/>
                    <a:pt x="87194" y="2307"/>
                  </a:cubicBezTo>
                  <a:cubicBezTo>
                    <a:pt x="89962" y="2948"/>
                    <a:pt x="91910" y="4357"/>
                    <a:pt x="93012" y="6587"/>
                  </a:cubicBezTo>
                  <a:cubicBezTo>
                    <a:pt x="93576" y="7792"/>
                    <a:pt x="93960" y="9073"/>
                    <a:pt x="94088" y="10406"/>
                  </a:cubicBezTo>
                  <a:cubicBezTo>
                    <a:pt x="94319" y="12482"/>
                    <a:pt x="94294" y="14609"/>
                    <a:pt x="93986" y="16685"/>
                  </a:cubicBezTo>
                  <a:cubicBezTo>
                    <a:pt x="93602" y="19761"/>
                    <a:pt x="93115" y="22836"/>
                    <a:pt x="92628" y="25912"/>
                  </a:cubicBezTo>
                  <a:cubicBezTo>
                    <a:pt x="92038" y="29577"/>
                    <a:pt x="91525" y="33242"/>
                    <a:pt x="91167" y="36933"/>
                  </a:cubicBezTo>
                  <a:cubicBezTo>
                    <a:pt x="90757" y="40983"/>
                    <a:pt x="90577" y="45058"/>
                    <a:pt x="90577" y="49133"/>
                  </a:cubicBezTo>
                  <a:cubicBezTo>
                    <a:pt x="90577" y="51465"/>
                    <a:pt x="90654" y="53823"/>
                    <a:pt x="90782" y="56181"/>
                  </a:cubicBezTo>
                  <a:cubicBezTo>
                    <a:pt x="90910" y="58513"/>
                    <a:pt x="91090" y="60923"/>
                    <a:pt x="91346" y="63306"/>
                  </a:cubicBezTo>
                  <a:cubicBezTo>
                    <a:pt x="91551" y="65510"/>
                    <a:pt x="91807" y="67715"/>
                    <a:pt x="92141" y="69919"/>
                  </a:cubicBezTo>
                  <a:cubicBezTo>
                    <a:pt x="92525" y="72661"/>
                    <a:pt x="92935" y="75404"/>
                    <a:pt x="93371" y="78120"/>
                  </a:cubicBezTo>
                  <a:cubicBezTo>
                    <a:pt x="93858" y="81170"/>
                    <a:pt x="94396" y="84220"/>
                    <a:pt x="94883" y="87245"/>
                  </a:cubicBezTo>
                  <a:cubicBezTo>
                    <a:pt x="95396" y="90372"/>
                    <a:pt x="95857" y="93524"/>
                    <a:pt x="96344" y="96651"/>
                  </a:cubicBezTo>
                  <a:lnTo>
                    <a:pt x="93627" y="96651"/>
                  </a:lnTo>
                  <a:cubicBezTo>
                    <a:pt x="93627" y="96446"/>
                    <a:pt x="93627" y="96215"/>
                    <a:pt x="93602" y="96010"/>
                  </a:cubicBezTo>
                  <a:cubicBezTo>
                    <a:pt x="93191" y="91269"/>
                    <a:pt x="92551" y="86527"/>
                    <a:pt x="91936" y="81811"/>
                  </a:cubicBezTo>
                  <a:cubicBezTo>
                    <a:pt x="91525" y="78659"/>
                    <a:pt x="91064" y="75532"/>
                    <a:pt x="90705" y="72379"/>
                  </a:cubicBezTo>
                  <a:cubicBezTo>
                    <a:pt x="90321" y="69124"/>
                    <a:pt x="90013" y="65895"/>
                    <a:pt x="89680" y="62640"/>
                  </a:cubicBezTo>
                  <a:cubicBezTo>
                    <a:pt x="89321" y="58924"/>
                    <a:pt x="89193" y="55207"/>
                    <a:pt x="89116" y="51465"/>
                  </a:cubicBezTo>
                  <a:cubicBezTo>
                    <a:pt x="89065" y="47749"/>
                    <a:pt x="89219" y="43956"/>
                    <a:pt x="89475" y="40214"/>
                  </a:cubicBezTo>
                  <a:cubicBezTo>
                    <a:pt x="89706" y="36805"/>
                    <a:pt x="90065" y="33396"/>
                    <a:pt x="90500" y="30013"/>
                  </a:cubicBezTo>
                  <a:cubicBezTo>
                    <a:pt x="90936" y="26399"/>
                    <a:pt x="91449" y="22785"/>
                    <a:pt x="91910" y="19171"/>
                  </a:cubicBezTo>
                  <a:cubicBezTo>
                    <a:pt x="92217" y="16890"/>
                    <a:pt x="92269" y="14558"/>
                    <a:pt x="92038" y="12226"/>
                  </a:cubicBezTo>
                  <a:cubicBezTo>
                    <a:pt x="91910" y="11047"/>
                    <a:pt x="91602" y="9868"/>
                    <a:pt x="91141" y="8766"/>
                  </a:cubicBezTo>
                  <a:cubicBezTo>
                    <a:pt x="90167" y="6613"/>
                    <a:pt x="88399" y="5101"/>
                    <a:pt x="85759" y="4357"/>
                  </a:cubicBezTo>
                  <a:cubicBezTo>
                    <a:pt x="84964" y="4101"/>
                    <a:pt x="84144" y="3922"/>
                    <a:pt x="83324" y="3768"/>
                  </a:cubicBezTo>
                  <a:cubicBezTo>
                    <a:pt x="80889" y="3435"/>
                    <a:pt x="78428" y="3230"/>
                    <a:pt x="75968" y="3204"/>
                  </a:cubicBezTo>
                  <a:cubicBezTo>
                    <a:pt x="71406" y="3101"/>
                    <a:pt x="66844" y="2999"/>
                    <a:pt x="62307" y="2871"/>
                  </a:cubicBezTo>
                  <a:cubicBezTo>
                    <a:pt x="57335" y="2717"/>
                    <a:pt x="52363" y="2538"/>
                    <a:pt x="47416" y="2358"/>
                  </a:cubicBezTo>
                  <a:cubicBezTo>
                    <a:pt x="42598" y="2204"/>
                    <a:pt x="37779" y="2153"/>
                    <a:pt x="32961" y="2486"/>
                  </a:cubicBezTo>
                  <a:cubicBezTo>
                    <a:pt x="29654" y="2666"/>
                    <a:pt x="26348" y="3153"/>
                    <a:pt x="23144" y="3973"/>
                  </a:cubicBezTo>
                  <a:cubicBezTo>
                    <a:pt x="18915" y="5049"/>
                    <a:pt x="15225" y="6843"/>
                    <a:pt x="12175" y="9483"/>
                  </a:cubicBezTo>
                  <a:cubicBezTo>
                    <a:pt x="10201" y="11226"/>
                    <a:pt x="8484" y="13225"/>
                    <a:pt x="7049" y="15455"/>
                  </a:cubicBezTo>
                  <a:cubicBezTo>
                    <a:pt x="5716" y="17531"/>
                    <a:pt x="4563" y="19761"/>
                    <a:pt x="3640" y="22093"/>
                  </a:cubicBezTo>
                  <a:cubicBezTo>
                    <a:pt x="2717" y="24451"/>
                    <a:pt x="1820" y="26809"/>
                    <a:pt x="897" y="29167"/>
                  </a:cubicBezTo>
                  <a:cubicBezTo>
                    <a:pt x="769" y="29526"/>
                    <a:pt x="615" y="29885"/>
                    <a:pt x="436" y="30218"/>
                  </a:cubicBezTo>
                  <a:cubicBezTo>
                    <a:pt x="359" y="30320"/>
                    <a:pt x="154" y="30397"/>
                    <a:pt x="0" y="30474"/>
                  </a:cubicBezTo>
                  <a:lnTo>
                    <a:pt x="0" y="22375"/>
                  </a:lnTo>
                  <a:cubicBezTo>
                    <a:pt x="180" y="22298"/>
                    <a:pt x="359" y="22221"/>
                    <a:pt x="436" y="22093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9" name="Google Shape;27;p2"/>
            <p:cNvSpPr/>
            <p:nvPr/>
          </p:nvSpPr>
          <p:spPr>
            <a:xfrm>
              <a:off x="1080" y="2531520"/>
              <a:ext cx="2795400" cy="2610720"/>
            </a:xfrm>
            <a:custGeom>
              <a:avLst/>
              <a:gdLst>
                <a:gd name="textAreaLeft" fmla="*/ 0 w 2795400"/>
                <a:gd name="textAreaRight" fmla="*/ 2795760 w 2795400"/>
                <a:gd name="textAreaTop" fmla="*/ 0 h 2610720"/>
                <a:gd name="textAreaBottom" fmla="*/ 2611080 h 2610720"/>
              </a:gdLst>
              <a:ahLst/>
              <a:cxnLst/>
              <a:rect l="textAreaLeft" t="textAreaTop" r="textAreaRight" b="textAreaBottom"/>
              <a:pathLst>
                <a:path w="87040" h="89322">
                  <a:moveTo>
                    <a:pt x="948" y="33499"/>
                  </a:moveTo>
                  <a:cubicBezTo>
                    <a:pt x="3511" y="30244"/>
                    <a:pt x="5869" y="26784"/>
                    <a:pt x="7997" y="23196"/>
                  </a:cubicBezTo>
                  <a:cubicBezTo>
                    <a:pt x="9047" y="21351"/>
                    <a:pt x="10098" y="19531"/>
                    <a:pt x="11200" y="17711"/>
                  </a:cubicBezTo>
                  <a:cubicBezTo>
                    <a:pt x="12456" y="15558"/>
                    <a:pt x="13943" y="13533"/>
                    <a:pt x="15583" y="11662"/>
                  </a:cubicBezTo>
                  <a:cubicBezTo>
                    <a:pt x="19069" y="7818"/>
                    <a:pt x="23528" y="4999"/>
                    <a:pt x="28962" y="3204"/>
                  </a:cubicBezTo>
                  <a:cubicBezTo>
                    <a:pt x="31858" y="2282"/>
                    <a:pt x="34806" y="1615"/>
                    <a:pt x="37830" y="1180"/>
                  </a:cubicBezTo>
                  <a:cubicBezTo>
                    <a:pt x="42520" y="513"/>
                    <a:pt x="47236" y="154"/>
                    <a:pt x="51978" y="103"/>
                  </a:cubicBezTo>
                  <a:cubicBezTo>
                    <a:pt x="56335" y="1"/>
                    <a:pt x="60692" y="26"/>
                    <a:pt x="65075" y="52"/>
                  </a:cubicBezTo>
                  <a:cubicBezTo>
                    <a:pt x="68125" y="78"/>
                    <a:pt x="71200" y="257"/>
                    <a:pt x="74250" y="616"/>
                  </a:cubicBezTo>
                  <a:cubicBezTo>
                    <a:pt x="76173" y="795"/>
                    <a:pt x="78044" y="1180"/>
                    <a:pt x="79863" y="1769"/>
                  </a:cubicBezTo>
                  <a:cubicBezTo>
                    <a:pt x="82862" y="2769"/>
                    <a:pt x="84887" y="4537"/>
                    <a:pt x="85861" y="7075"/>
                  </a:cubicBezTo>
                  <a:cubicBezTo>
                    <a:pt x="86373" y="8407"/>
                    <a:pt x="86681" y="9817"/>
                    <a:pt x="86758" y="11252"/>
                  </a:cubicBezTo>
                  <a:cubicBezTo>
                    <a:pt x="87040" y="14943"/>
                    <a:pt x="86707" y="18634"/>
                    <a:pt x="86450" y="22324"/>
                  </a:cubicBezTo>
                  <a:cubicBezTo>
                    <a:pt x="86194" y="25656"/>
                    <a:pt x="85886" y="29014"/>
                    <a:pt x="85681" y="32346"/>
                  </a:cubicBezTo>
                  <a:cubicBezTo>
                    <a:pt x="85323" y="37882"/>
                    <a:pt x="85169" y="43444"/>
                    <a:pt x="85297" y="48980"/>
                  </a:cubicBezTo>
                  <a:cubicBezTo>
                    <a:pt x="85374" y="53875"/>
                    <a:pt x="85630" y="58745"/>
                    <a:pt x="85886" y="63640"/>
                  </a:cubicBezTo>
                  <a:cubicBezTo>
                    <a:pt x="86092" y="67484"/>
                    <a:pt x="86348" y="71329"/>
                    <a:pt x="86527" y="75173"/>
                  </a:cubicBezTo>
                  <a:cubicBezTo>
                    <a:pt x="86784" y="79710"/>
                    <a:pt x="86732" y="84246"/>
                    <a:pt x="86425" y="88783"/>
                  </a:cubicBezTo>
                  <a:cubicBezTo>
                    <a:pt x="86450" y="88962"/>
                    <a:pt x="86476" y="89142"/>
                    <a:pt x="86527" y="89321"/>
                  </a:cubicBezTo>
                  <a:lnTo>
                    <a:pt x="83580" y="89321"/>
                  </a:lnTo>
                  <a:cubicBezTo>
                    <a:pt x="83605" y="88886"/>
                    <a:pt x="83605" y="88450"/>
                    <a:pt x="83657" y="88014"/>
                  </a:cubicBezTo>
                  <a:cubicBezTo>
                    <a:pt x="83836" y="85810"/>
                    <a:pt x="84118" y="83580"/>
                    <a:pt x="84221" y="81376"/>
                  </a:cubicBezTo>
                  <a:cubicBezTo>
                    <a:pt x="84502" y="75814"/>
                    <a:pt x="84323" y="70278"/>
                    <a:pt x="84144" y="64742"/>
                  </a:cubicBezTo>
                  <a:cubicBezTo>
                    <a:pt x="84041" y="61385"/>
                    <a:pt x="83913" y="58053"/>
                    <a:pt x="83836" y="54695"/>
                  </a:cubicBezTo>
                  <a:cubicBezTo>
                    <a:pt x="83657" y="47083"/>
                    <a:pt x="83708" y="39471"/>
                    <a:pt x="84195" y="31859"/>
                  </a:cubicBezTo>
                  <a:cubicBezTo>
                    <a:pt x="84451" y="28296"/>
                    <a:pt x="84605" y="24734"/>
                    <a:pt x="84810" y="21171"/>
                  </a:cubicBezTo>
                  <a:cubicBezTo>
                    <a:pt x="84989" y="18557"/>
                    <a:pt x="84938" y="15968"/>
                    <a:pt x="84707" y="13380"/>
                  </a:cubicBezTo>
                  <a:cubicBezTo>
                    <a:pt x="84554" y="11842"/>
                    <a:pt x="84195" y="10355"/>
                    <a:pt x="83631" y="8946"/>
                  </a:cubicBezTo>
                  <a:cubicBezTo>
                    <a:pt x="82580" y="6562"/>
                    <a:pt x="80658" y="4845"/>
                    <a:pt x="77839" y="3820"/>
                  </a:cubicBezTo>
                  <a:cubicBezTo>
                    <a:pt x="76660" y="3410"/>
                    <a:pt x="75481" y="3076"/>
                    <a:pt x="74276" y="2846"/>
                  </a:cubicBezTo>
                  <a:cubicBezTo>
                    <a:pt x="71124" y="2282"/>
                    <a:pt x="67971" y="2000"/>
                    <a:pt x="64793" y="1974"/>
                  </a:cubicBezTo>
                  <a:cubicBezTo>
                    <a:pt x="57770" y="1769"/>
                    <a:pt x="50748" y="2051"/>
                    <a:pt x="43776" y="2871"/>
                  </a:cubicBezTo>
                  <a:cubicBezTo>
                    <a:pt x="40444" y="3230"/>
                    <a:pt x="37164" y="3871"/>
                    <a:pt x="33934" y="4768"/>
                  </a:cubicBezTo>
                  <a:cubicBezTo>
                    <a:pt x="28731" y="6229"/>
                    <a:pt x="24144" y="8484"/>
                    <a:pt x="20350" y="11765"/>
                  </a:cubicBezTo>
                  <a:cubicBezTo>
                    <a:pt x="18223" y="13636"/>
                    <a:pt x="16301" y="15763"/>
                    <a:pt x="14660" y="18095"/>
                  </a:cubicBezTo>
                  <a:cubicBezTo>
                    <a:pt x="13379" y="19864"/>
                    <a:pt x="12174" y="21684"/>
                    <a:pt x="10944" y="23478"/>
                  </a:cubicBezTo>
                  <a:cubicBezTo>
                    <a:pt x="7971" y="27912"/>
                    <a:pt x="4716" y="32141"/>
                    <a:pt x="1205" y="36165"/>
                  </a:cubicBezTo>
                  <a:cubicBezTo>
                    <a:pt x="974" y="36421"/>
                    <a:pt x="743" y="36677"/>
                    <a:pt x="513" y="36908"/>
                  </a:cubicBezTo>
                  <a:cubicBezTo>
                    <a:pt x="333" y="36985"/>
                    <a:pt x="179" y="37036"/>
                    <a:pt x="0" y="37062"/>
                  </a:cubicBezTo>
                  <a:lnTo>
                    <a:pt x="0" y="34242"/>
                  </a:lnTo>
                  <a:cubicBezTo>
                    <a:pt x="564" y="34217"/>
                    <a:pt x="692" y="33807"/>
                    <a:pt x="948" y="3349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0" name="Google Shape;28;p2"/>
            <p:cNvSpPr/>
            <p:nvPr/>
          </p:nvSpPr>
          <p:spPr>
            <a:xfrm>
              <a:off x="1080" y="4084200"/>
              <a:ext cx="1479960" cy="1058400"/>
            </a:xfrm>
            <a:custGeom>
              <a:avLst/>
              <a:gdLst>
                <a:gd name="textAreaLeft" fmla="*/ 0 w 1479960"/>
                <a:gd name="textAreaRight" fmla="*/ 1480320 w 1479960"/>
                <a:gd name="textAreaTop" fmla="*/ 0 h 1058400"/>
                <a:gd name="textAreaBottom" fmla="*/ 1058760 h 1058400"/>
              </a:gdLst>
              <a:ahLst/>
              <a:cxnLst/>
              <a:rect l="textAreaLeft" t="textAreaTop" r="textAreaRight" b="textAreaBottom"/>
              <a:pathLst>
                <a:path w="46083" h="36216">
                  <a:moveTo>
                    <a:pt x="11149" y="6818"/>
                  </a:moveTo>
                  <a:cubicBezTo>
                    <a:pt x="13994" y="5357"/>
                    <a:pt x="16916" y="4101"/>
                    <a:pt x="19940" y="3050"/>
                  </a:cubicBezTo>
                  <a:cubicBezTo>
                    <a:pt x="23785" y="1717"/>
                    <a:pt x="27757" y="641"/>
                    <a:pt x="31935" y="231"/>
                  </a:cubicBezTo>
                  <a:cubicBezTo>
                    <a:pt x="33806" y="0"/>
                    <a:pt x="35703" y="26"/>
                    <a:pt x="37599" y="308"/>
                  </a:cubicBezTo>
                  <a:cubicBezTo>
                    <a:pt x="40265" y="769"/>
                    <a:pt x="42315" y="1948"/>
                    <a:pt x="43725" y="3896"/>
                  </a:cubicBezTo>
                  <a:cubicBezTo>
                    <a:pt x="44314" y="4742"/>
                    <a:pt x="44776" y="5664"/>
                    <a:pt x="45109" y="6664"/>
                  </a:cubicBezTo>
                  <a:cubicBezTo>
                    <a:pt x="45622" y="8330"/>
                    <a:pt x="45929" y="10098"/>
                    <a:pt x="45980" y="11867"/>
                  </a:cubicBezTo>
                  <a:cubicBezTo>
                    <a:pt x="46083" y="14635"/>
                    <a:pt x="45929" y="17454"/>
                    <a:pt x="45468" y="20196"/>
                  </a:cubicBezTo>
                  <a:cubicBezTo>
                    <a:pt x="44904" y="23887"/>
                    <a:pt x="44109" y="27501"/>
                    <a:pt x="43110" y="31089"/>
                  </a:cubicBezTo>
                  <a:cubicBezTo>
                    <a:pt x="42725" y="32473"/>
                    <a:pt x="42341" y="33832"/>
                    <a:pt x="41982" y="35216"/>
                  </a:cubicBezTo>
                  <a:cubicBezTo>
                    <a:pt x="41905" y="35523"/>
                    <a:pt x="41649" y="35856"/>
                    <a:pt x="41905" y="36215"/>
                  </a:cubicBezTo>
                  <a:lnTo>
                    <a:pt x="38701" y="36215"/>
                  </a:lnTo>
                  <a:cubicBezTo>
                    <a:pt x="38804" y="35600"/>
                    <a:pt x="38881" y="34959"/>
                    <a:pt x="39009" y="34370"/>
                  </a:cubicBezTo>
                  <a:cubicBezTo>
                    <a:pt x="39752" y="31140"/>
                    <a:pt x="40444" y="27885"/>
                    <a:pt x="40880" y="24630"/>
                  </a:cubicBezTo>
                  <a:cubicBezTo>
                    <a:pt x="41264" y="21683"/>
                    <a:pt x="41495" y="18710"/>
                    <a:pt x="41188" y="15737"/>
                  </a:cubicBezTo>
                  <a:cubicBezTo>
                    <a:pt x="41085" y="14276"/>
                    <a:pt x="40777" y="12866"/>
                    <a:pt x="40291" y="11508"/>
                  </a:cubicBezTo>
                  <a:cubicBezTo>
                    <a:pt x="40009" y="10790"/>
                    <a:pt x="39650" y="10098"/>
                    <a:pt x="39240" y="9432"/>
                  </a:cubicBezTo>
                  <a:cubicBezTo>
                    <a:pt x="37779" y="7074"/>
                    <a:pt x="35395" y="5690"/>
                    <a:pt x="32268" y="5203"/>
                  </a:cubicBezTo>
                  <a:cubicBezTo>
                    <a:pt x="30423" y="4947"/>
                    <a:pt x="28552" y="4921"/>
                    <a:pt x="26707" y="5126"/>
                  </a:cubicBezTo>
                  <a:cubicBezTo>
                    <a:pt x="22554" y="5562"/>
                    <a:pt x="18505" y="6664"/>
                    <a:pt x="14660" y="8330"/>
                  </a:cubicBezTo>
                  <a:cubicBezTo>
                    <a:pt x="10944" y="9919"/>
                    <a:pt x="7356" y="11790"/>
                    <a:pt x="3896" y="13917"/>
                  </a:cubicBezTo>
                  <a:cubicBezTo>
                    <a:pt x="2896" y="14532"/>
                    <a:pt x="1922" y="15173"/>
                    <a:pt x="923" y="15788"/>
                  </a:cubicBezTo>
                  <a:cubicBezTo>
                    <a:pt x="666" y="16019"/>
                    <a:pt x="333" y="16121"/>
                    <a:pt x="0" y="16121"/>
                  </a:cubicBezTo>
                  <a:lnTo>
                    <a:pt x="0" y="13123"/>
                  </a:lnTo>
                  <a:cubicBezTo>
                    <a:pt x="513" y="13123"/>
                    <a:pt x="820" y="12815"/>
                    <a:pt x="1179" y="12584"/>
                  </a:cubicBezTo>
                  <a:cubicBezTo>
                    <a:pt x="4383" y="10508"/>
                    <a:pt x="7689" y="8586"/>
                    <a:pt x="11149" y="681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1" name="Google Shape;29;p2"/>
            <p:cNvSpPr/>
            <p:nvPr/>
          </p:nvSpPr>
          <p:spPr>
            <a:xfrm>
              <a:off x="1080" y="0"/>
              <a:ext cx="2639880" cy="1050840"/>
            </a:xfrm>
            <a:custGeom>
              <a:avLst/>
              <a:gdLst>
                <a:gd name="textAreaLeft" fmla="*/ 0 w 2639880"/>
                <a:gd name="textAreaRight" fmla="*/ 2640240 w 2639880"/>
                <a:gd name="textAreaTop" fmla="*/ 0 h 1050840"/>
                <a:gd name="textAreaBottom" fmla="*/ 1051200 h 1050840"/>
              </a:gdLst>
              <a:ahLst/>
              <a:cxnLst/>
              <a:rect l="textAreaLeft" t="textAreaTop" r="textAreaRight" b="textAreaBottom"/>
              <a:pathLst>
                <a:path w="82196" h="35959">
                  <a:moveTo>
                    <a:pt x="74737" y="6049"/>
                  </a:moveTo>
                  <a:cubicBezTo>
                    <a:pt x="72918" y="7766"/>
                    <a:pt x="71431" y="9791"/>
                    <a:pt x="70355" y="12046"/>
                  </a:cubicBezTo>
                  <a:cubicBezTo>
                    <a:pt x="69663" y="13558"/>
                    <a:pt x="69047" y="15096"/>
                    <a:pt x="68535" y="16685"/>
                  </a:cubicBezTo>
                  <a:cubicBezTo>
                    <a:pt x="67612" y="19402"/>
                    <a:pt x="66715" y="22144"/>
                    <a:pt x="65587" y="24784"/>
                  </a:cubicBezTo>
                  <a:cubicBezTo>
                    <a:pt x="64742" y="26809"/>
                    <a:pt x="63716" y="28782"/>
                    <a:pt x="62486" y="30628"/>
                  </a:cubicBezTo>
                  <a:cubicBezTo>
                    <a:pt x="61692" y="31832"/>
                    <a:pt x="60718" y="32935"/>
                    <a:pt x="59616" y="33857"/>
                  </a:cubicBezTo>
                  <a:cubicBezTo>
                    <a:pt x="57924" y="35216"/>
                    <a:pt x="55848" y="35959"/>
                    <a:pt x="53695" y="35933"/>
                  </a:cubicBezTo>
                  <a:cubicBezTo>
                    <a:pt x="51773" y="35933"/>
                    <a:pt x="49851" y="35626"/>
                    <a:pt x="48005" y="35087"/>
                  </a:cubicBezTo>
                  <a:cubicBezTo>
                    <a:pt x="45750" y="34395"/>
                    <a:pt x="43546" y="33575"/>
                    <a:pt x="41393" y="32576"/>
                  </a:cubicBezTo>
                  <a:cubicBezTo>
                    <a:pt x="37933" y="31012"/>
                    <a:pt x="34575" y="29295"/>
                    <a:pt x="31243" y="27552"/>
                  </a:cubicBezTo>
                  <a:cubicBezTo>
                    <a:pt x="24682" y="24169"/>
                    <a:pt x="18095" y="20786"/>
                    <a:pt x="11405" y="17582"/>
                  </a:cubicBezTo>
                  <a:cubicBezTo>
                    <a:pt x="8022" y="15993"/>
                    <a:pt x="4639" y="14378"/>
                    <a:pt x="1256" y="12789"/>
                  </a:cubicBezTo>
                  <a:cubicBezTo>
                    <a:pt x="871" y="12610"/>
                    <a:pt x="513" y="12354"/>
                    <a:pt x="0" y="12405"/>
                  </a:cubicBezTo>
                  <a:lnTo>
                    <a:pt x="0" y="11277"/>
                  </a:lnTo>
                  <a:cubicBezTo>
                    <a:pt x="179" y="11252"/>
                    <a:pt x="359" y="11252"/>
                    <a:pt x="538" y="11277"/>
                  </a:cubicBezTo>
                  <a:cubicBezTo>
                    <a:pt x="897" y="11405"/>
                    <a:pt x="1205" y="11559"/>
                    <a:pt x="1538" y="11713"/>
                  </a:cubicBezTo>
                  <a:cubicBezTo>
                    <a:pt x="11072" y="16044"/>
                    <a:pt x="20504" y="20504"/>
                    <a:pt x="29885" y="25092"/>
                  </a:cubicBezTo>
                  <a:cubicBezTo>
                    <a:pt x="33370" y="26809"/>
                    <a:pt x="36882" y="28475"/>
                    <a:pt x="40521" y="29961"/>
                  </a:cubicBezTo>
                  <a:cubicBezTo>
                    <a:pt x="42315" y="30705"/>
                    <a:pt x="44186" y="31345"/>
                    <a:pt x="46083" y="31884"/>
                  </a:cubicBezTo>
                  <a:cubicBezTo>
                    <a:pt x="47749" y="32345"/>
                    <a:pt x="49466" y="32576"/>
                    <a:pt x="51209" y="32550"/>
                  </a:cubicBezTo>
                  <a:cubicBezTo>
                    <a:pt x="53131" y="32550"/>
                    <a:pt x="55002" y="31909"/>
                    <a:pt x="56514" y="30730"/>
                  </a:cubicBezTo>
                  <a:cubicBezTo>
                    <a:pt x="57437" y="29987"/>
                    <a:pt x="58232" y="29167"/>
                    <a:pt x="58949" y="28244"/>
                  </a:cubicBezTo>
                  <a:cubicBezTo>
                    <a:pt x="59821" y="27117"/>
                    <a:pt x="60590" y="25938"/>
                    <a:pt x="61256" y="24682"/>
                  </a:cubicBezTo>
                  <a:cubicBezTo>
                    <a:pt x="62384" y="22580"/>
                    <a:pt x="63358" y="20401"/>
                    <a:pt x="64229" y="18197"/>
                  </a:cubicBezTo>
                  <a:cubicBezTo>
                    <a:pt x="65049" y="16147"/>
                    <a:pt x="65844" y="14096"/>
                    <a:pt x="66715" y="12046"/>
                  </a:cubicBezTo>
                  <a:cubicBezTo>
                    <a:pt x="67792" y="9560"/>
                    <a:pt x="69355" y="7279"/>
                    <a:pt x="71329" y="5408"/>
                  </a:cubicBezTo>
                  <a:cubicBezTo>
                    <a:pt x="72764" y="4075"/>
                    <a:pt x="74302" y="2871"/>
                    <a:pt x="75942" y="1794"/>
                  </a:cubicBezTo>
                  <a:cubicBezTo>
                    <a:pt x="76813" y="1205"/>
                    <a:pt x="77685" y="589"/>
                    <a:pt x="78556" y="0"/>
                  </a:cubicBezTo>
                  <a:lnTo>
                    <a:pt x="82196" y="0"/>
                  </a:lnTo>
                  <a:cubicBezTo>
                    <a:pt x="81273" y="692"/>
                    <a:pt x="80376" y="1410"/>
                    <a:pt x="79453" y="2102"/>
                  </a:cubicBezTo>
                  <a:cubicBezTo>
                    <a:pt x="77813" y="3332"/>
                    <a:pt x="76224" y="4639"/>
                    <a:pt x="74737" y="604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2" name="Google Shape;30;p2"/>
            <p:cNvSpPr/>
            <p:nvPr/>
          </p:nvSpPr>
          <p:spPr>
            <a:xfrm>
              <a:off x="5656680" y="0"/>
              <a:ext cx="1460880" cy="649080"/>
            </a:xfrm>
            <a:custGeom>
              <a:avLst/>
              <a:gdLst>
                <a:gd name="textAreaLeft" fmla="*/ 0 w 1460880"/>
                <a:gd name="textAreaRight" fmla="*/ 1461240 w 1460880"/>
                <a:gd name="textAreaTop" fmla="*/ 0 h 649080"/>
                <a:gd name="textAreaBottom" fmla="*/ 649440 h 649080"/>
              </a:gdLst>
              <a:ahLst/>
              <a:cxnLst/>
              <a:rect l="textAreaLeft" t="textAreaTop" r="textAreaRight" b="textAreaBottom"/>
              <a:pathLst>
                <a:path w="45495" h="22222">
                  <a:moveTo>
                    <a:pt x="39240" y="3024"/>
                  </a:moveTo>
                  <a:cubicBezTo>
                    <a:pt x="32192" y="6356"/>
                    <a:pt x="25528" y="10406"/>
                    <a:pt x="19377" y="15173"/>
                  </a:cubicBezTo>
                  <a:cubicBezTo>
                    <a:pt x="18173" y="16096"/>
                    <a:pt x="16968" y="17018"/>
                    <a:pt x="15738" y="17890"/>
                  </a:cubicBezTo>
                  <a:cubicBezTo>
                    <a:pt x="14482" y="18761"/>
                    <a:pt x="13277" y="19556"/>
                    <a:pt x="11996" y="20325"/>
                  </a:cubicBezTo>
                  <a:cubicBezTo>
                    <a:pt x="11150" y="20837"/>
                    <a:pt x="10253" y="21247"/>
                    <a:pt x="9305" y="21555"/>
                  </a:cubicBezTo>
                  <a:cubicBezTo>
                    <a:pt x="7228" y="22221"/>
                    <a:pt x="5357" y="21914"/>
                    <a:pt x="3743" y="20658"/>
                  </a:cubicBezTo>
                  <a:cubicBezTo>
                    <a:pt x="2923" y="19991"/>
                    <a:pt x="2231" y="19197"/>
                    <a:pt x="1744" y="18274"/>
                  </a:cubicBezTo>
                  <a:cubicBezTo>
                    <a:pt x="1077" y="16993"/>
                    <a:pt x="616" y="15634"/>
                    <a:pt x="411" y="14199"/>
                  </a:cubicBezTo>
                  <a:cubicBezTo>
                    <a:pt x="26" y="11508"/>
                    <a:pt x="1" y="8765"/>
                    <a:pt x="334" y="6049"/>
                  </a:cubicBezTo>
                  <a:cubicBezTo>
                    <a:pt x="539" y="4050"/>
                    <a:pt x="821" y="2025"/>
                    <a:pt x="1103" y="0"/>
                  </a:cubicBezTo>
                  <a:lnTo>
                    <a:pt x="3589" y="0"/>
                  </a:lnTo>
                  <a:cubicBezTo>
                    <a:pt x="3486" y="897"/>
                    <a:pt x="3384" y="1820"/>
                    <a:pt x="3307" y="2717"/>
                  </a:cubicBezTo>
                  <a:cubicBezTo>
                    <a:pt x="3025" y="5075"/>
                    <a:pt x="2846" y="7458"/>
                    <a:pt x="3128" y="9842"/>
                  </a:cubicBezTo>
                  <a:cubicBezTo>
                    <a:pt x="3256" y="11021"/>
                    <a:pt x="3563" y="12200"/>
                    <a:pt x="4025" y="13302"/>
                  </a:cubicBezTo>
                  <a:cubicBezTo>
                    <a:pt x="4332" y="14045"/>
                    <a:pt x="4742" y="14712"/>
                    <a:pt x="5281" y="15301"/>
                  </a:cubicBezTo>
                  <a:cubicBezTo>
                    <a:pt x="5768" y="15839"/>
                    <a:pt x="6383" y="16275"/>
                    <a:pt x="7075" y="16557"/>
                  </a:cubicBezTo>
                  <a:cubicBezTo>
                    <a:pt x="8074" y="16941"/>
                    <a:pt x="9176" y="16967"/>
                    <a:pt x="10176" y="16634"/>
                  </a:cubicBezTo>
                  <a:cubicBezTo>
                    <a:pt x="10996" y="16378"/>
                    <a:pt x="11765" y="16070"/>
                    <a:pt x="12508" y="15686"/>
                  </a:cubicBezTo>
                  <a:cubicBezTo>
                    <a:pt x="13636" y="15070"/>
                    <a:pt x="14764" y="14404"/>
                    <a:pt x="15815" y="13686"/>
                  </a:cubicBezTo>
                  <a:cubicBezTo>
                    <a:pt x="17737" y="12405"/>
                    <a:pt x="19582" y="11072"/>
                    <a:pt x="21453" y="9739"/>
                  </a:cubicBezTo>
                  <a:cubicBezTo>
                    <a:pt x="26630" y="6049"/>
                    <a:pt x="32167" y="2896"/>
                    <a:pt x="37985" y="359"/>
                  </a:cubicBezTo>
                  <a:cubicBezTo>
                    <a:pt x="38241" y="256"/>
                    <a:pt x="38446" y="128"/>
                    <a:pt x="38651" y="0"/>
                  </a:cubicBezTo>
                  <a:lnTo>
                    <a:pt x="45494" y="0"/>
                  </a:lnTo>
                  <a:cubicBezTo>
                    <a:pt x="45264" y="154"/>
                    <a:pt x="45007" y="308"/>
                    <a:pt x="44777" y="436"/>
                  </a:cubicBezTo>
                  <a:cubicBezTo>
                    <a:pt x="42931" y="1307"/>
                    <a:pt x="41060" y="2153"/>
                    <a:pt x="39240" y="3024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" name="Google Shape;31;p2"/>
            <p:cNvSpPr/>
            <p:nvPr/>
          </p:nvSpPr>
          <p:spPr>
            <a:xfrm>
              <a:off x="1080" y="3830040"/>
              <a:ext cx="1724400" cy="1312200"/>
            </a:xfrm>
            <a:custGeom>
              <a:avLst/>
              <a:gdLst>
                <a:gd name="textAreaLeft" fmla="*/ 0 w 1724400"/>
                <a:gd name="textAreaRight" fmla="*/ 1724760 w 1724400"/>
                <a:gd name="textAreaTop" fmla="*/ 0 h 1312200"/>
                <a:gd name="textAreaBottom" fmla="*/ 1312560 h 1312200"/>
              </a:gdLst>
              <a:ahLst/>
              <a:cxnLst/>
              <a:rect l="textAreaLeft" t="textAreaTop" r="textAreaRight" b="textAreaBottom"/>
              <a:pathLst>
                <a:path w="53696" h="44905">
                  <a:moveTo>
                    <a:pt x="5024" y="14199"/>
                  </a:moveTo>
                  <a:cubicBezTo>
                    <a:pt x="12456" y="9766"/>
                    <a:pt x="20350" y="6100"/>
                    <a:pt x="28552" y="3281"/>
                  </a:cubicBezTo>
                  <a:cubicBezTo>
                    <a:pt x="31602" y="2179"/>
                    <a:pt x="34729" y="1308"/>
                    <a:pt x="37907" y="667"/>
                  </a:cubicBezTo>
                  <a:cubicBezTo>
                    <a:pt x="40085" y="180"/>
                    <a:pt x="42315" y="0"/>
                    <a:pt x="44545" y="129"/>
                  </a:cubicBezTo>
                  <a:cubicBezTo>
                    <a:pt x="47621" y="359"/>
                    <a:pt x="49902" y="1590"/>
                    <a:pt x="51363" y="3845"/>
                  </a:cubicBezTo>
                  <a:cubicBezTo>
                    <a:pt x="52003" y="4819"/>
                    <a:pt x="52516" y="5921"/>
                    <a:pt x="52824" y="7074"/>
                  </a:cubicBezTo>
                  <a:cubicBezTo>
                    <a:pt x="53413" y="9150"/>
                    <a:pt x="53695" y="11329"/>
                    <a:pt x="53669" y="13482"/>
                  </a:cubicBezTo>
                  <a:cubicBezTo>
                    <a:pt x="53695" y="16250"/>
                    <a:pt x="53464" y="18992"/>
                    <a:pt x="53003" y="21735"/>
                  </a:cubicBezTo>
                  <a:cubicBezTo>
                    <a:pt x="52414" y="25297"/>
                    <a:pt x="51619" y="28834"/>
                    <a:pt x="50645" y="32346"/>
                  </a:cubicBezTo>
                  <a:cubicBezTo>
                    <a:pt x="49620" y="36216"/>
                    <a:pt x="48390" y="40060"/>
                    <a:pt x="47134" y="43879"/>
                  </a:cubicBezTo>
                  <a:cubicBezTo>
                    <a:pt x="47031" y="44212"/>
                    <a:pt x="46980" y="44545"/>
                    <a:pt x="46929" y="44904"/>
                  </a:cubicBezTo>
                  <a:lnTo>
                    <a:pt x="45314" y="44904"/>
                  </a:lnTo>
                  <a:cubicBezTo>
                    <a:pt x="45314" y="44648"/>
                    <a:pt x="45340" y="44392"/>
                    <a:pt x="45391" y="44161"/>
                  </a:cubicBezTo>
                  <a:cubicBezTo>
                    <a:pt x="45545" y="43648"/>
                    <a:pt x="45724" y="43136"/>
                    <a:pt x="45904" y="42623"/>
                  </a:cubicBezTo>
                  <a:cubicBezTo>
                    <a:pt x="48082" y="35780"/>
                    <a:pt x="50004" y="28885"/>
                    <a:pt x="50901" y="21837"/>
                  </a:cubicBezTo>
                  <a:cubicBezTo>
                    <a:pt x="51260" y="19223"/>
                    <a:pt x="51337" y="16583"/>
                    <a:pt x="51183" y="13969"/>
                  </a:cubicBezTo>
                  <a:cubicBezTo>
                    <a:pt x="51106" y="12636"/>
                    <a:pt x="50876" y="11329"/>
                    <a:pt x="50543" y="10047"/>
                  </a:cubicBezTo>
                  <a:cubicBezTo>
                    <a:pt x="50184" y="8715"/>
                    <a:pt x="49594" y="7433"/>
                    <a:pt x="48774" y="6305"/>
                  </a:cubicBezTo>
                  <a:cubicBezTo>
                    <a:pt x="47493" y="4588"/>
                    <a:pt x="45673" y="3512"/>
                    <a:pt x="43264" y="3102"/>
                  </a:cubicBezTo>
                  <a:cubicBezTo>
                    <a:pt x="41470" y="2845"/>
                    <a:pt x="39624" y="2820"/>
                    <a:pt x="37830" y="3076"/>
                  </a:cubicBezTo>
                  <a:cubicBezTo>
                    <a:pt x="35805" y="3307"/>
                    <a:pt x="33806" y="3691"/>
                    <a:pt x="31858" y="4204"/>
                  </a:cubicBezTo>
                  <a:cubicBezTo>
                    <a:pt x="25989" y="5742"/>
                    <a:pt x="20299" y="7818"/>
                    <a:pt x="14814" y="10406"/>
                  </a:cubicBezTo>
                  <a:cubicBezTo>
                    <a:pt x="10175" y="12636"/>
                    <a:pt x="5664" y="15122"/>
                    <a:pt x="1333" y="17890"/>
                  </a:cubicBezTo>
                  <a:cubicBezTo>
                    <a:pt x="923" y="18147"/>
                    <a:pt x="436" y="18352"/>
                    <a:pt x="0" y="18608"/>
                  </a:cubicBezTo>
                  <a:lnTo>
                    <a:pt x="0" y="17096"/>
                  </a:lnTo>
                  <a:cubicBezTo>
                    <a:pt x="384" y="17019"/>
                    <a:pt x="769" y="16839"/>
                    <a:pt x="1076" y="16609"/>
                  </a:cubicBezTo>
                  <a:cubicBezTo>
                    <a:pt x="2384" y="15814"/>
                    <a:pt x="3691" y="14994"/>
                    <a:pt x="5024" y="1419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4" name="Google Shape;32;p2"/>
            <p:cNvSpPr/>
            <p:nvPr/>
          </p:nvSpPr>
          <p:spPr>
            <a:xfrm>
              <a:off x="8841600" y="983880"/>
              <a:ext cx="301680" cy="823680"/>
            </a:xfrm>
            <a:custGeom>
              <a:avLst/>
              <a:gdLst>
                <a:gd name="textAreaLeft" fmla="*/ 0 w 301680"/>
                <a:gd name="textAreaRight" fmla="*/ 302040 w 301680"/>
                <a:gd name="textAreaTop" fmla="*/ 0 h 823680"/>
                <a:gd name="textAreaBottom" fmla="*/ 824040 h 823680"/>
              </a:gdLst>
              <a:ahLst/>
              <a:cxnLst/>
              <a:rect l="textAreaLeft" t="textAreaTop" r="textAreaRight" b="textAreaBottom"/>
              <a:pathLst>
                <a:path w="9407" h="28194">
                  <a:moveTo>
                    <a:pt x="4050" y="24579"/>
                  </a:moveTo>
                  <a:cubicBezTo>
                    <a:pt x="1462" y="22273"/>
                    <a:pt x="129" y="19556"/>
                    <a:pt x="26" y="16429"/>
                  </a:cubicBezTo>
                  <a:cubicBezTo>
                    <a:pt x="1" y="14481"/>
                    <a:pt x="359" y="12533"/>
                    <a:pt x="1103" y="10714"/>
                  </a:cubicBezTo>
                  <a:cubicBezTo>
                    <a:pt x="2743" y="6536"/>
                    <a:pt x="5639" y="3025"/>
                    <a:pt x="9407" y="0"/>
                  </a:cubicBezTo>
                  <a:lnTo>
                    <a:pt x="9407" y="7125"/>
                  </a:lnTo>
                  <a:cubicBezTo>
                    <a:pt x="9356" y="7177"/>
                    <a:pt x="9279" y="7202"/>
                    <a:pt x="9228" y="7253"/>
                  </a:cubicBezTo>
                  <a:cubicBezTo>
                    <a:pt x="7741" y="9842"/>
                    <a:pt x="7126" y="12559"/>
                    <a:pt x="7792" y="15429"/>
                  </a:cubicBezTo>
                  <a:cubicBezTo>
                    <a:pt x="8074" y="16660"/>
                    <a:pt x="8612" y="17813"/>
                    <a:pt x="9407" y="18787"/>
                  </a:cubicBezTo>
                  <a:lnTo>
                    <a:pt x="9407" y="28193"/>
                  </a:lnTo>
                  <a:lnTo>
                    <a:pt x="8100" y="27424"/>
                  </a:lnTo>
                  <a:cubicBezTo>
                    <a:pt x="6639" y="26630"/>
                    <a:pt x="5280" y="25681"/>
                    <a:pt x="4050" y="2457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" name="Google Shape;33;p2"/>
            <p:cNvSpPr/>
            <p:nvPr/>
          </p:nvSpPr>
          <p:spPr>
            <a:xfrm>
              <a:off x="1080" y="0"/>
              <a:ext cx="2369880" cy="829800"/>
            </a:xfrm>
            <a:custGeom>
              <a:avLst/>
              <a:gdLst>
                <a:gd name="textAreaLeft" fmla="*/ 0 w 2369880"/>
                <a:gd name="textAreaRight" fmla="*/ 2370240 w 2369880"/>
                <a:gd name="textAreaTop" fmla="*/ 0 h 829800"/>
                <a:gd name="textAreaBottom" fmla="*/ 830160 h 829800"/>
              </a:gdLst>
              <a:ahLst/>
              <a:cxnLst/>
              <a:rect l="textAreaLeft" t="textAreaTop" r="textAreaRight" b="textAreaBottom"/>
              <a:pathLst>
                <a:path w="73790" h="28399">
                  <a:moveTo>
                    <a:pt x="63076" y="10355"/>
                  </a:moveTo>
                  <a:cubicBezTo>
                    <a:pt x="62537" y="11405"/>
                    <a:pt x="61999" y="12482"/>
                    <a:pt x="61461" y="13558"/>
                  </a:cubicBezTo>
                  <a:cubicBezTo>
                    <a:pt x="60308" y="16044"/>
                    <a:pt x="59000" y="18479"/>
                    <a:pt x="57591" y="20863"/>
                  </a:cubicBezTo>
                  <a:cubicBezTo>
                    <a:pt x="56745" y="22247"/>
                    <a:pt x="55771" y="23554"/>
                    <a:pt x="54669" y="24784"/>
                  </a:cubicBezTo>
                  <a:cubicBezTo>
                    <a:pt x="53900" y="25630"/>
                    <a:pt x="53029" y="26373"/>
                    <a:pt x="52080" y="26988"/>
                  </a:cubicBezTo>
                  <a:cubicBezTo>
                    <a:pt x="51004" y="27680"/>
                    <a:pt x="49799" y="28090"/>
                    <a:pt x="48543" y="28244"/>
                  </a:cubicBezTo>
                  <a:cubicBezTo>
                    <a:pt x="47211" y="28398"/>
                    <a:pt x="45878" y="28347"/>
                    <a:pt x="44596" y="28090"/>
                  </a:cubicBezTo>
                  <a:cubicBezTo>
                    <a:pt x="42674" y="27757"/>
                    <a:pt x="40803" y="27245"/>
                    <a:pt x="38983" y="26604"/>
                  </a:cubicBezTo>
                  <a:cubicBezTo>
                    <a:pt x="35780" y="25502"/>
                    <a:pt x="32730" y="24195"/>
                    <a:pt x="29705" y="22836"/>
                  </a:cubicBezTo>
                  <a:cubicBezTo>
                    <a:pt x="24169" y="20401"/>
                    <a:pt x="18684" y="17941"/>
                    <a:pt x="13174" y="15481"/>
                  </a:cubicBezTo>
                  <a:cubicBezTo>
                    <a:pt x="9201" y="13686"/>
                    <a:pt x="5229" y="11944"/>
                    <a:pt x="1256" y="10175"/>
                  </a:cubicBezTo>
                  <a:cubicBezTo>
                    <a:pt x="871" y="9996"/>
                    <a:pt x="487" y="9739"/>
                    <a:pt x="0" y="9765"/>
                  </a:cubicBezTo>
                  <a:lnTo>
                    <a:pt x="0" y="9022"/>
                  </a:lnTo>
                  <a:cubicBezTo>
                    <a:pt x="461" y="9176"/>
                    <a:pt x="923" y="9329"/>
                    <a:pt x="1358" y="9509"/>
                  </a:cubicBezTo>
                  <a:cubicBezTo>
                    <a:pt x="9252" y="12943"/>
                    <a:pt x="17172" y="16378"/>
                    <a:pt x="25066" y="19838"/>
                  </a:cubicBezTo>
                  <a:cubicBezTo>
                    <a:pt x="28475" y="21299"/>
                    <a:pt x="31884" y="22708"/>
                    <a:pt x="35395" y="23990"/>
                  </a:cubicBezTo>
                  <a:cubicBezTo>
                    <a:pt x="37215" y="24656"/>
                    <a:pt x="39060" y="25194"/>
                    <a:pt x="40931" y="25656"/>
                  </a:cubicBezTo>
                  <a:cubicBezTo>
                    <a:pt x="42443" y="26014"/>
                    <a:pt x="43981" y="26194"/>
                    <a:pt x="45545" y="26168"/>
                  </a:cubicBezTo>
                  <a:cubicBezTo>
                    <a:pt x="47082" y="26168"/>
                    <a:pt x="48569" y="25758"/>
                    <a:pt x="49902" y="24989"/>
                  </a:cubicBezTo>
                  <a:cubicBezTo>
                    <a:pt x="50927" y="24374"/>
                    <a:pt x="51850" y="23656"/>
                    <a:pt x="52695" y="22811"/>
                  </a:cubicBezTo>
                  <a:cubicBezTo>
                    <a:pt x="53746" y="21734"/>
                    <a:pt x="54695" y="20555"/>
                    <a:pt x="55540" y="19299"/>
                  </a:cubicBezTo>
                  <a:cubicBezTo>
                    <a:pt x="56950" y="17198"/>
                    <a:pt x="58257" y="15045"/>
                    <a:pt x="59436" y="12815"/>
                  </a:cubicBezTo>
                  <a:cubicBezTo>
                    <a:pt x="60103" y="11585"/>
                    <a:pt x="60769" y="10355"/>
                    <a:pt x="61461" y="9150"/>
                  </a:cubicBezTo>
                  <a:cubicBezTo>
                    <a:pt x="62409" y="7510"/>
                    <a:pt x="63588" y="5997"/>
                    <a:pt x="64947" y="4665"/>
                  </a:cubicBezTo>
                  <a:cubicBezTo>
                    <a:pt x="66587" y="3076"/>
                    <a:pt x="68432" y="1717"/>
                    <a:pt x="70432" y="589"/>
                  </a:cubicBezTo>
                  <a:cubicBezTo>
                    <a:pt x="70739" y="410"/>
                    <a:pt x="70995" y="205"/>
                    <a:pt x="71277" y="0"/>
                  </a:cubicBezTo>
                  <a:lnTo>
                    <a:pt x="73789" y="0"/>
                  </a:lnTo>
                  <a:cubicBezTo>
                    <a:pt x="73123" y="410"/>
                    <a:pt x="72482" y="846"/>
                    <a:pt x="71790" y="1256"/>
                  </a:cubicBezTo>
                  <a:cubicBezTo>
                    <a:pt x="67869" y="3614"/>
                    <a:pt x="64947" y="6638"/>
                    <a:pt x="63076" y="1035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" name="Google Shape;34;p2"/>
            <p:cNvSpPr/>
            <p:nvPr/>
          </p:nvSpPr>
          <p:spPr>
            <a:xfrm>
              <a:off x="5872320" y="0"/>
              <a:ext cx="762840" cy="307440"/>
            </a:xfrm>
            <a:custGeom>
              <a:avLst/>
              <a:gdLst>
                <a:gd name="textAreaLeft" fmla="*/ 0 w 762840"/>
                <a:gd name="textAreaRight" fmla="*/ 763200 w 762840"/>
                <a:gd name="textAreaTop" fmla="*/ 0 h 307440"/>
                <a:gd name="textAreaBottom" fmla="*/ 307800 h 307440"/>
              </a:gdLst>
              <a:ahLst/>
              <a:cxnLst/>
              <a:rect l="textAreaLeft" t="textAreaTop" r="textAreaRight" b="textAreaBottom"/>
              <a:pathLst>
                <a:path w="23760" h="10534">
                  <a:moveTo>
                    <a:pt x="13944" y="5895"/>
                  </a:moveTo>
                  <a:cubicBezTo>
                    <a:pt x="12534" y="6792"/>
                    <a:pt x="11099" y="7663"/>
                    <a:pt x="9663" y="8509"/>
                  </a:cubicBezTo>
                  <a:cubicBezTo>
                    <a:pt x="8895" y="8945"/>
                    <a:pt x="8126" y="9329"/>
                    <a:pt x="7331" y="9688"/>
                  </a:cubicBezTo>
                  <a:cubicBezTo>
                    <a:pt x="6742" y="9919"/>
                    <a:pt x="6152" y="10124"/>
                    <a:pt x="5537" y="10252"/>
                  </a:cubicBezTo>
                  <a:cubicBezTo>
                    <a:pt x="4153" y="10534"/>
                    <a:pt x="2974" y="10226"/>
                    <a:pt x="2077" y="9329"/>
                  </a:cubicBezTo>
                  <a:cubicBezTo>
                    <a:pt x="1692" y="8919"/>
                    <a:pt x="1359" y="8458"/>
                    <a:pt x="1077" y="7971"/>
                  </a:cubicBezTo>
                  <a:cubicBezTo>
                    <a:pt x="667" y="7176"/>
                    <a:pt x="411" y="6305"/>
                    <a:pt x="283" y="5434"/>
                  </a:cubicBezTo>
                  <a:cubicBezTo>
                    <a:pt x="78" y="3947"/>
                    <a:pt x="1" y="2435"/>
                    <a:pt x="129" y="948"/>
                  </a:cubicBezTo>
                  <a:cubicBezTo>
                    <a:pt x="129" y="615"/>
                    <a:pt x="78" y="333"/>
                    <a:pt x="78" y="26"/>
                  </a:cubicBezTo>
                  <a:lnTo>
                    <a:pt x="2128" y="26"/>
                  </a:lnTo>
                  <a:cubicBezTo>
                    <a:pt x="2077" y="1025"/>
                    <a:pt x="2179" y="1999"/>
                    <a:pt x="2384" y="2973"/>
                  </a:cubicBezTo>
                  <a:cubicBezTo>
                    <a:pt x="2538" y="3870"/>
                    <a:pt x="2871" y="4716"/>
                    <a:pt x="3384" y="5459"/>
                  </a:cubicBezTo>
                  <a:cubicBezTo>
                    <a:pt x="4358" y="6792"/>
                    <a:pt x="5742" y="7279"/>
                    <a:pt x="7536" y="6818"/>
                  </a:cubicBezTo>
                  <a:cubicBezTo>
                    <a:pt x="8356" y="6613"/>
                    <a:pt x="9151" y="6305"/>
                    <a:pt x="9894" y="5946"/>
                  </a:cubicBezTo>
                  <a:cubicBezTo>
                    <a:pt x="11047" y="5408"/>
                    <a:pt x="12150" y="4793"/>
                    <a:pt x="13252" y="4178"/>
                  </a:cubicBezTo>
                  <a:cubicBezTo>
                    <a:pt x="15533" y="2896"/>
                    <a:pt x="17763" y="1563"/>
                    <a:pt x="20018" y="256"/>
                  </a:cubicBezTo>
                  <a:cubicBezTo>
                    <a:pt x="20146" y="179"/>
                    <a:pt x="20249" y="103"/>
                    <a:pt x="20351" y="0"/>
                  </a:cubicBezTo>
                  <a:lnTo>
                    <a:pt x="23760" y="0"/>
                  </a:lnTo>
                  <a:cubicBezTo>
                    <a:pt x="23581" y="154"/>
                    <a:pt x="23376" y="308"/>
                    <a:pt x="23171" y="436"/>
                  </a:cubicBezTo>
                  <a:cubicBezTo>
                    <a:pt x="19967" y="2127"/>
                    <a:pt x="16968" y="3998"/>
                    <a:pt x="13944" y="589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27" name="Google Shape;35;p2"/>
          <p:cNvSpPr/>
          <p:nvPr/>
        </p:nvSpPr>
        <p:spPr>
          <a:xfrm>
            <a:off x="222480" y="245880"/>
            <a:ext cx="8698320" cy="4651560"/>
          </a:xfrm>
          <a:prstGeom prst="roundRect">
            <a:avLst>
              <a:gd name="adj" fmla="val 10431"/>
            </a:avLst>
          </a:prstGeom>
          <a:solidFill>
            <a:schemeClr val="accent6"/>
          </a:solidFill>
          <a:ln w="0">
            <a:noFill/>
          </a:ln>
          <a:effectLst>
            <a:outerShdw blurRad="585720" algn="bl" rotWithShape="0">
              <a:schemeClr val="dk2">
                <a:alpha val="81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001520" y="777600"/>
            <a:ext cx="7007040" cy="2503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57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  <a:endParaRPr lang="fr-FR" sz="57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7477FB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256;p11"/>
          <p:cNvGrpSpPr/>
          <p:nvPr/>
        </p:nvGrpSpPr>
        <p:grpSpPr>
          <a:xfrm>
            <a:off x="360" y="360"/>
            <a:ext cx="9143280" cy="5142960"/>
            <a:chOff x="360" y="360"/>
            <a:chExt cx="9143280" cy="5142960"/>
          </a:xfrm>
        </p:grpSpPr>
        <p:sp>
          <p:nvSpPr>
            <p:cNvPr id="32" name="Google Shape;257;p11"/>
            <p:cNvSpPr/>
            <p:nvPr/>
          </p:nvSpPr>
          <p:spPr>
            <a:xfrm rot="10800000">
              <a:off x="360" y="715680"/>
              <a:ext cx="3819600" cy="4427640"/>
            </a:xfrm>
            <a:custGeom>
              <a:avLst/>
              <a:gdLst>
                <a:gd name="textAreaLeft" fmla="*/ 0 w 3819600"/>
                <a:gd name="textAreaRight" fmla="*/ 3819960 w 3819600"/>
                <a:gd name="textAreaTop" fmla="*/ 0 h 4427640"/>
                <a:gd name="textAreaBottom" fmla="*/ 4428000 h 4427640"/>
              </a:gdLst>
              <a:ahLst/>
              <a:cxnLst/>
              <a:rect l="textAreaLeft" t="textAreaTop" r="textAreaRight" b="textAreaBottom"/>
              <a:pathLst>
                <a:path w="118924" h="151474">
                  <a:moveTo>
                    <a:pt x="103008" y="151473"/>
                  </a:moveTo>
                  <a:cubicBezTo>
                    <a:pt x="98522" y="151448"/>
                    <a:pt x="94063" y="150781"/>
                    <a:pt x="89731" y="149525"/>
                  </a:cubicBezTo>
                  <a:cubicBezTo>
                    <a:pt x="87425" y="148833"/>
                    <a:pt x="85118" y="148090"/>
                    <a:pt x="82862" y="147270"/>
                  </a:cubicBezTo>
                  <a:cubicBezTo>
                    <a:pt x="77531" y="145348"/>
                    <a:pt x="72200" y="143374"/>
                    <a:pt x="66869" y="141375"/>
                  </a:cubicBezTo>
                  <a:cubicBezTo>
                    <a:pt x="65024" y="140657"/>
                    <a:pt x="63178" y="139888"/>
                    <a:pt x="61384" y="139094"/>
                  </a:cubicBezTo>
                  <a:cubicBezTo>
                    <a:pt x="56130" y="136787"/>
                    <a:pt x="52414" y="133302"/>
                    <a:pt x="50158" y="128739"/>
                  </a:cubicBezTo>
                  <a:cubicBezTo>
                    <a:pt x="48979" y="126407"/>
                    <a:pt x="48031" y="123947"/>
                    <a:pt x="47288" y="121435"/>
                  </a:cubicBezTo>
                  <a:cubicBezTo>
                    <a:pt x="46493" y="118616"/>
                    <a:pt x="45724" y="115822"/>
                    <a:pt x="45084" y="112977"/>
                  </a:cubicBezTo>
                  <a:cubicBezTo>
                    <a:pt x="44545" y="110465"/>
                    <a:pt x="44161" y="107902"/>
                    <a:pt x="43776" y="105365"/>
                  </a:cubicBezTo>
                  <a:cubicBezTo>
                    <a:pt x="43469" y="103084"/>
                    <a:pt x="43187" y="100803"/>
                    <a:pt x="42982" y="98522"/>
                  </a:cubicBezTo>
                  <a:cubicBezTo>
                    <a:pt x="42444" y="93114"/>
                    <a:pt x="42187" y="87706"/>
                    <a:pt x="42674" y="82298"/>
                  </a:cubicBezTo>
                  <a:cubicBezTo>
                    <a:pt x="43161" y="77351"/>
                    <a:pt x="44340" y="72507"/>
                    <a:pt x="46160" y="67868"/>
                  </a:cubicBezTo>
                  <a:cubicBezTo>
                    <a:pt x="47518" y="64357"/>
                    <a:pt x="49236" y="60948"/>
                    <a:pt x="50902" y="57514"/>
                  </a:cubicBezTo>
                  <a:cubicBezTo>
                    <a:pt x="55028" y="49081"/>
                    <a:pt x="59975" y="40982"/>
                    <a:pt x="65460" y="33088"/>
                  </a:cubicBezTo>
                  <a:cubicBezTo>
                    <a:pt x="67664" y="29961"/>
                    <a:pt x="69765" y="26758"/>
                    <a:pt x="71867" y="23554"/>
                  </a:cubicBezTo>
                  <a:cubicBezTo>
                    <a:pt x="72585" y="22503"/>
                    <a:pt x="73200" y="21375"/>
                    <a:pt x="73789" y="20273"/>
                  </a:cubicBezTo>
                  <a:cubicBezTo>
                    <a:pt x="74456" y="19094"/>
                    <a:pt x="74917" y="17813"/>
                    <a:pt x="75148" y="16480"/>
                  </a:cubicBezTo>
                  <a:cubicBezTo>
                    <a:pt x="75225" y="15967"/>
                    <a:pt x="75225" y="15429"/>
                    <a:pt x="75148" y="14891"/>
                  </a:cubicBezTo>
                  <a:cubicBezTo>
                    <a:pt x="75020" y="13866"/>
                    <a:pt x="74251" y="13276"/>
                    <a:pt x="73097" y="12994"/>
                  </a:cubicBezTo>
                  <a:cubicBezTo>
                    <a:pt x="72303" y="12815"/>
                    <a:pt x="71508" y="12764"/>
                    <a:pt x="70714" y="12841"/>
                  </a:cubicBezTo>
                  <a:cubicBezTo>
                    <a:pt x="69560" y="12943"/>
                    <a:pt x="68407" y="13123"/>
                    <a:pt x="67254" y="13404"/>
                  </a:cubicBezTo>
                  <a:cubicBezTo>
                    <a:pt x="65460" y="13866"/>
                    <a:pt x="63691" y="14430"/>
                    <a:pt x="61974" y="15122"/>
                  </a:cubicBezTo>
                  <a:cubicBezTo>
                    <a:pt x="58693" y="16378"/>
                    <a:pt x="55489" y="17838"/>
                    <a:pt x="52414" y="19479"/>
                  </a:cubicBezTo>
                  <a:cubicBezTo>
                    <a:pt x="48339" y="21606"/>
                    <a:pt x="44468" y="23964"/>
                    <a:pt x="40624" y="26373"/>
                  </a:cubicBezTo>
                  <a:cubicBezTo>
                    <a:pt x="37830" y="28142"/>
                    <a:pt x="35011" y="29910"/>
                    <a:pt x="32192" y="31653"/>
                  </a:cubicBezTo>
                  <a:cubicBezTo>
                    <a:pt x="30193" y="32883"/>
                    <a:pt x="28142" y="34037"/>
                    <a:pt x="26040" y="35062"/>
                  </a:cubicBezTo>
                  <a:cubicBezTo>
                    <a:pt x="24169" y="36010"/>
                    <a:pt x="22196" y="36753"/>
                    <a:pt x="20171" y="37292"/>
                  </a:cubicBezTo>
                  <a:cubicBezTo>
                    <a:pt x="14686" y="38650"/>
                    <a:pt x="10073" y="37445"/>
                    <a:pt x="6228" y="34037"/>
                  </a:cubicBezTo>
                  <a:cubicBezTo>
                    <a:pt x="5229" y="33114"/>
                    <a:pt x="4383" y="32089"/>
                    <a:pt x="3717" y="30935"/>
                  </a:cubicBezTo>
                  <a:cubicBezTo>
                    <a:pt x="2563" y="29039"/>
                    <a:pt x="1717" y="27014"/>
                    <a:pt x="1205" y="24912"/>
                  </a:cubicBezTo>
                  <a:cubicBezTo>
                    <a:pt x="564" y="22452"/>
                    <a:pt x="205" y="19966"/>
                    <a:pt x="103" y="17454"/>
                  </a:cubicBezTo>
                  <a:cubicBezTo>
                    <a:pt x="0" y="15173"/>
                    <a:pt x="26" y="12866"/>
                    <a:pt x="205" y="10585"/>
                  </a:cubicBezTo>
                  <a:cubicBezTo>
                    <a:pt x="436" y="7612"/>
                    <a:pt x="667" y="4665"/>
                    <a:pt x="897" y="1692"/>
                  </a:cubicBezTo>
                  <a:cubicBezTo>
                    <a:pt x="949" y="1128"/>
                    <a:pt x="949" y="564"/>
                    <a:pt x="949" y="0"/>
                  </a:cubicBezTo>
                  <a:lnTo>
                    <a:pt x="8689" y="0"/>
                  </a:lnTo>
                  <a:cubicBezTo>
                    <a:pt x="8766" y="179"/>
                    <a:pt x="8791" y="359"/>
                    <a:pt x="8791" y="538"/>
                  </a:cubicBezTo>
                  <a:cubicBezTo>
                    <a:pt x="8586" y="2153"/>
                    <a:pt x="8356" y="3768"/>
                    <a:pt x="8151" y="5382"/>
                  </a:cubicBezTo>
                  <a:cubicBezTo>
                    <a:pt x="7715" y="8637"/>
                    <a:pt x="7587" y="11944"/>
                    <a:pt x="7817" y="15224"/>
                  </a:cubicBezTo>
                  <a:cubicBezTo>
                    <a:pt x="7946" y="16993"/>
                    <a:pt x="8330" y="18736"/>
                    <a:pt x="8945" y="20401"/>
                  </a:cubicBezTo>
                  <a:cubicBezTo>
                    <a:pt x="9355" y="21606"/>
                    <a:pt x="9996" y="22708"/>
                    <a:pt x="10816" y="23682"/>
                  </a:cubicBezTo>
                  <a:cubicBezTo>
                    <a:pt x="11559" y="24579"/>
                    <a:pt x="12482" y="25297"/>
                    <a:pt x="13507" y="25809"/>
                  </a:cubicBezTo>
                  <a:cubicBezTo>
                    <a:pt x="15071" y="26604"/>
                    <a:pt x="16865" y="26809"/>
                    <a:pt x="18531" y="26348"/>
                  </a:cubicBezTo>
                  <a:cubicBezTo>
                    <a:pt x="19530" y="26091"/>
                    <a:pt x="20504" y="25707"/>
                    <a:pt x="21427" y="25220"/>
                  </a:cubicBezTo>
                  <a:cubicBezTo>
                    <a:pt x="22785" y="24528"/>
                    <a:pt x="24093" y="23733"/>
                    <a:pt x="25323" y="22811"/>
                  </a:cubicBezTo>
                  <a:cubicBezTo>
                    <a:pt x="26630" y="21862"/>
                    <a:pt x="27963" y="20914"/>
                    <a:pt x="29193" y="19914"/>
                  </a:cubicBezTo>
                  <a:cubicBezTo>
                    <a:pt x="36190" y="14302"/>
                    <a:pt x="43930" y="9483"/>
                    <a:pt x="52183" y="5229"/>
                  </a:cubicBezTo>
                  <a:cubicBezTo>
                    <a:pt x="55464" y="3537"/>
                    <a:pt x="58796" y="1820"/>
                    <a:pt x="62204" y="256"/>
                  </a:cubicBezTo>
                  <a:cubicBezTo>
                    <a:pt x="62384" y="179"/>
                    <a:pt x="62538" y="77"/>
                    <a:pt x="62691" y="0"/>
                  </a:cubicBezTo>
                  <a:lnTo>
                    <a:pt x="118924" y="0"/>
                  </a:lnTo>
                  <a:lnTo>
                    <a:pt x="118924" y="8278"/>
                  </a:lnTo>
                  <a:cubicBezTo>
                    <a:pt x="118616" y="8407"/>
                    <a:pt x="118334" y="8535"/>
                    <a:pt x="118027" y="8663"/>
                  </a:cubicBezTo>
                  <a:cubicBezTo>
                    <a:pt x="112029" y="10995"/>
                    <a:pt x="106416" y="14225"/>
                    <a:pt x="101393" y="18274"/>
                  </a:cubicBezTo>
                  <a:cubicBezTo>
                    <a:pt x="94729" y="23554"/>
                    <a:pt x="88527" y="29372"/>
                    <a:pt x="82811" y="35651"/>
                  </a:cubicBezTo>
                  <a:cubicBezTo>
                    <a:pt x="76532" y="42571"/>
                    <a:pt x="71893" y="50158"/>
                    <a:pt x="68843" y="58411"/>
                  </a:cubicBezTo>
                  <a:cubicBezTo>
                    <a:pt x="67510" y="62025"/>
                    <a:pt x="66126" y="65587"/>
                    <a:pt x="65101" y="69252"/>
                  </a:cubicBezTo>
                  <a:cubicBezTo>
                    <a:pt x="63691" y="74096"/>
                    <a:pt x="62897" y="78992"/>
                    <a:pt x="63102" y="83964"/>
                  </a:cubicBezTo>
                  <a:cubicBezTo>
                    <a:pt x="63281" y="88654"/>
                    <a:pt x="64383" y="93216"/>
                    <a:pt x="66075" y="97702"/>
                  </a:cubicBezTo>
                  <a:cubicBezTo>
                    <a:pt x="68202" y="103238"/>
                    <a:pt x="71278" y="108389"/>
                    <a:pt x="75199" y="112849"/>
                  </a:cubicBezTo>
                  <a:cubicBezTo>
                    <a:pt x="78505" y="116668"/>
                    <a:pt x="82427" y="119923"/>
                    <a:pt x="86758" y="122486"/>
                  </a:cubicBezTo>
                  <a:cubicBezTo>
                    <a:pt x="94447" y="127073"/>
                    <a:pt x="103059" y="129201"/>
                    <a:pt x="112568" y="128739"/>
                  </a:cubicBezTo>
                  <a:cubicBezTo>
                    <a:pt x="114362" y="128663"/>
                    <a:pt x="116182" y="128432"/>
                    <a:pt x="117950" y="128073"/>
                  </a:cubicBezTo>
                  <a:cubicBezTo>
                    <a:pt x="118283" y="128022"/>
                    <a:pt x="118591" y="127894"/>
                    <a:pt x="118924" y="127817"/>
                  </a:cubicBezTo>
                  <a:lnTo>
                    <a:pt x="118924" y="149064"/>
                  </a:lnTo>
                  <a:cubicBezTo>
                    <a:pt x="118514" y="149141"/>
                    <a:pt x="118129" y="149218"/>
                    <a:pt x="117719" y="149346"/>
                  </a:cubicBezTo>
                  <a:cubicBezTo>
                    <a:pt x="112952" y="150730"/>
                    <a:pt x="108005" y="151448"/>
                    <a:pt x="103008" y="151473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3" name="Google Shape;258;p11"/>
            <p:cNvSpPr/>
            <p:nvPr/>
          </p:nvSpPr>
          <p:spPr>
            <a:xfrm rot="10800000">
              <a:off x="2516040" y="720"/>
              <a:ext cx="6626880" cy="5142240"/>
            </a:xfrm>
            <a:custGeom>
              <a:avLst/>
              <a:gdLst>
                <a:gd name="textAreaLeft" fmla="*/ 0 w 6626880"/>
                <a:gd name="textAreaRight" fmla="*/ 6627240 w 6626880"/>
                <a:gd name="textAreaTop" fmla="*/ 0 h 5142240"/>
                <a:gd name="textAreaBottom" fmla="*/ 5142600 h 5142240"/>
              </a:gdLst>
              <a:ahLst/>
              <a:cxnLst/>
              <a:rect l="textAreaLeft" t="textAreaTop" r="textAreaRight" b="textAreaBottom"/>
              <a:pathLst>
                <a:path w="206323" h="175925">
                  <a:moveTo>
                    <a:pt x="141196" y="19504"/>
                  </a:moveTo>
                  <a:cubicBezTo>
                    <a:pt x="142093" y="23041"/>
                    <a:pt x="142965" y="26604"/>
                    <a:pt x="143836" y="30166"/>
                  </a:cubicBezTo>
                  <a:cubicBezTo>
                    <a:pt x="145400" y="36318"/>
                    <a:pt x="147424" y="42315"/>
                    <a:pt x="149936" y="48133"/>
                  </a:cubicBezTo>
                  <a:cubicBezTo>
                    <a:pt x="151089" y="50824"/>
                    <a:pt x="152217" y="53515"/>
                    <a:pt x="153089" y="56283"/>
                  </a:cubicBezTo>
                  <a:cubicBezTo>
                    <a:pt x="153858" y="58770"/>
                    <a:pt x="154447" y="61333"/>
                    <a:pt x="154831" y="63921"/>
                  </a:cubicBezTo>
                  <a:cubicBezTo>
                    <a:pt x="155421" y="67612"/>
                    <a:pt x="155703" y="71277"/>
                    <a:pt x="156036" y="74968"/>
                  </a:cubicBezTo>
                  <a:cubicBezTo>
                    <a:pt x="156241" y="77813"/>
                    <a:pt x="156600" y="80658"/>
                    <a:pt x="157138" y="83477"/>
                  </a:cubicBezTo>
                  <a:cubicBezTo>
                    <a:pt x="157574" y="85912"/>
                    <a:pt x="158343" y="88270"/>
                    <a:pt x="159394" y="90525"/>
                  </a:cubicBezTo>
                  <a:cubicBezTo>
                    <a:pt x="160675" y="93191"/>
                    <a:pt x="162520" y="95549"/>
                    <a:pt x="164802" y="97420"/>
                  </a:cubicBezTo>
                  <a:cubicBezTo>
                    <a:pt x="165776" y="98214"/>
                    <a:pt x="166724" y="99034"/>
                    <a:pt x="167723" y="99803"/>
                  </a:cubicBezTo>
                  <a:cubicBezTo>
                    <a:pt x="171645" y="102751"/>
                    <a:pt x="174618" y="106826"/>
                    <a:pt x="176207" y="111490"/>
                  </a:cubicBezTo>
                  <a:cubicBezTo>
                    <a:pt x="177027" y="113797"/>
                    <a:pt x="177565" y="116155"/>
                    <a:pt x="177873" y="118590"/>
                  </a:cubicBezTo>
                  <a:cubicBezTo>
                    <a:pt x="178155" y="120820"/>
                    <a:pt x="178257" y="123075"/>
                    <a:pt x="178129" y="125331"/>
                  </a:cubicBezTo>
                  <a:cubicBezTo>
                    <a:pt x="178027" y="127330"/>
                    <a:pt x="177565" y="129278"/>
                    <a:pt x="176796" y="131123"/>
                  </a:cubicBezTo>
                  <a:cubicBezTo>
                    <a:pt x="175694" y="133686"/>
                    <a:pt x="174567" y="136249"/>
                    <a:pt x="173439" y="138812"/>
                  </a:cubicBezTo>
                  <a:cubicBezTo>
                    <a:pt x="172824" y="140222"/>
                    <a:pt x="172209" y="141631"/>
                    <a:pt x="171645" y="143067"/>
                  </a:cubicBezTo>
                  <a:cubicBezTo>
                    <a:pt x="170491" y="146040"/>
                    <a:pt x="170696" y="148987"/>
                    <a:pt x="172055" y="151909"/>
                  </a:cubicBezTo>
                  <a:cubicBezTo>
                    <a:pt x="172798" y="153447"/>
                    <a:pt x="173721" y="154882"/>
                    <a:pt x="174797" y="156215"/>
                  </a:cubicBezTo>
                  <a:cubicBezTo>
                    <a:pt x="176925" y="158829"/>
                    <a:pt x="179488" y="161136"/>
                    <a:pt x="182281" y="163263"/>
                  </a:cubicBezTo>
                  <a:cubicBezTo>
                    <a:pt x="188971" y="168415"/>
                    <a:pt x="196609" y="172387"/>
                    <a:pt x="205015" y="175386"/>
                  </a:cubicBezTo>
                  <a:cubicBezTo>
                    <a:pt x="205451" y="175540"/>
                    <a:pt x="205887" y="175745"/>
                    <a:pt x="206322" y="175924"/>
                  </a:cubicBezTo>
                  <a:lnTo>
                    <a:pt x="178539" y="175924"/>
                  </a:lnTo>
                  <a:cubicBezTo>
                    <a:pt x="178257" y="175668"/>
                    <a:pt x="178001" y="175412"/>
                    <a:pt x="177694" y="175181"/>
                  </a:cubicBezTo>
                  <a:cubicBezTo>
                    <a:pt x="174054" y="172439"/>
                    <a:pt x="170594" y="169491"/>
                    <a:pt x="167313" y="166364"/>
                  </a:cubicBezTo>
                  <a:cubicBezTo>
                    <a:pt x="164597" y="163801"/>
                    <a:pt x="162136" y="161008"/>
                    <a:pt x="159932" y="158009"/>
                  </a:cubicBezTo>
                  <a:cubicBezTo>
                    <a:pt x="157753" y="154985"/>
                    <a:pt x="156010" y="151806"/>
                    <a:pt x="154960" y="148372"/>
                  </a:cubicBezTo>
                  <a:cubicBezTo>
                    <a:pt x="154550" y="146988"/>
                    <a:pt x="154268" y="145553"/>
                    <a:pt x="154139" y="144117"/>
                  </a:cubicBezTo>
                  <a:cubicBezTo>
                    <a:pt x="153909" y="141401"/>
                    <a:pt x="154344" y="138658"/>
                    <a:pt x="155421" y="136146"/>
                  </a:cubicBezTo>
                  <a:cubicBezTo>
                    <a:pt x="156036" y="134686"/>
                    <a:pt x="156754" y="133225"/>
                    <a:pt x="157394" y="131764"/>
                  </a:cubicBezTo>
                  <a:cubicBezTo>
                    <a:pt x="157856" y="130739"/>
                    <a:pt x="158266" y="129688"/>
                    <a:pt x="158625" y="128637"/>
                  </a:cubicBezTo>
                  <a:cubicBezTo>
                    <a:pt x="159650" y="125356"/>
                    <a:pt x="159163" y="122178"/>
                    <a:pt x="157471" y="119103"/>
                  </a:cubicBezTo>
                  <a:cubicBezTo>
                    <a:pt x="156779" y="117898"/>
                    <a:pt x="155959" y="116745"/>
                    <a:pt x="154985" y="115745"/>
                  </a:cubicBezTo>
                  <a:cubicBezTo>
                    <a:pt x="154344" y="115079"/>
                    <a:pt x="153678" y="114438"/>
                    <a:pt x="152986" y="113823"/>
                  </a:cubicBezTo>
                  <a:cubicBezTo>
                    <a:pt x="152422" y="113285"/>
                    <a:pt x="151833" y="112746"/>
                    <a:pt x="151218" y="112234"/>
                  </a:cubicBezTo>
                  <a:cubicBezTo>
                    <a:pt x="147040" y="108748"/>
                    <a:pt x="144016" y="104083"/>
                    <a:pt x="142580" y="98829"/>
                  </a:cubicBezTo>
                  <a:cubicBezTo>
                    <a:pt x="141837" y="96164"/>
                    <a:pt x="141299" y="93473"/>
                    <a:pt x="140966" y="90756"/>
                  </a:cubicBezTo>
                  <a:cubicBezTo>
                    <a:pt x="140402" y="86476"/>
                    <a:pt x="139915" y="82170"/>
                    <a:pt x="139325" y="77864"/>
                  </a:cubicBezTo>
                  <a:cubicBezTo>
                    <a:pt x="138813" y="74173"/>
                    <a:pt x="138172" y="70482"/>
                    <a:pt x="137403" y="66817"/>
                  </a:cubicBezTo>
                  <a:cubicBezTo>
                    <a:pt x="136685" y="63409"/>
                    <a:pt x="136045" y="60025"/>
                    <a:pt x="135250" y="56642"/>
                  </a:cubicBezTo>
                  <a:cubicBezTo>
                    <a:pt x="133533" y="49107"/>
                    <a:pt x="131636" y="41572"/>
                    <a:pt x="129124" y="34216"/>
                  </a:cubicBezTo>
                  <a:cubicBezTo>
                    <a:pt x="128279" y="31576"/>
                    <a:pt x="127202" y="29039"/>
                    <a:pt x="125946" y="26578"/>
                  </a:cubicBezTo>
                  <a:cubicBezTo>
                    <a:pt x="125152" y="25015"/>
                    <a:pt x="124203" y="23554"/>
                    <a:pt x="123127" y="22170"/>
                  </a:cubicBezTo>
                  <a:cubicBezTo>
                    <a:pt x="122025" y="20786"/>
                    <a:pt x="120718" y="19530"/>
                    <a:pt x="119231" y="18530"/>
                  </a:cubicBezTo>
                  <a:cubicBezTo>
                    <a:pt x="118360" y="17941"/>
                    <a:pt x="117437" y="17454"/>
                    <a:pt x="116463" y="17070"/>
                  </a:cubicBezTo>
                  <a:cubicBezTo>
                    <a:pt x="113951" y="16096"/>
                    <a:pt x="111183" y="15942"/>
                    <a:pt x="108595" y="16659"/>
                  </a:cubicBezTo>
                  <a:cubicBezTo>
                    <a:pt x="107031" y="17095"/>
                    <a:pt x="105519" y="17710"/>
                    <a:pt x="104135" y="18530"/>
                  </a:cubicBezTo>
                  <a:cubicBezTo>
                    <a:pt x="101880" y="19838"/>
                    <a:pt x="99829" y="21478"/>
                    <a:pt x="98035" y="23400"/>
                  </a:cubicBezTo>
                  <a:cubicBezTo>
                    <a:pt x="95370" y="26194"/>
                    <a:pt x="93114" y="29321"/>
                    <a:pt x="91320" y="32729"/>
                  </a:cubicBezTo>
                  <a:cubicBezTo>
                    <a:pt x="90218" y="34806"/>
                    <a:pt x="89167" y="36907"/>
                    <a:pt x="88116" y="38958"/>
                  </a:cubicBezTo>
                  <a:cubicBezTo>
                    <a:pt x="86758" y="41674"/>
                    <a:pt x="85246" y="44314"/>
                    <a:pt x="83580" y="46852"/>
                  </a:cubicBezTo>
                  <a:cubicBezTo>
                    <a:pt x="82298" y="48748"/>
                    <a:pt x="80837" y="50491"/>
                    <a:pt x="79197" y="52080"/>
                  </a:cubicBezTo>
                  <a:cubicBezTo>
                    <a:pt x="78300" y="52926"/>
                    <a:pt x="77352" y="53695"/>
                    <a:pt x="76326" y="54387"/>
                  </a:cubicBezTo>
                  <a:cubicBezTo>
                    <a:pt x="73302" y="56335"/>
                    <a:pt x="69791" y="57437"/>
                    <a:pt x="66177" y="57539"/>
                  </a:cubicBezTo>
                  <a:cubicBezTo>
                    <a:pt x="62332" y="57693"/>
                    <a:pt x="58616" y="57104"/>
                    <a:pt x="55002" y="56104"/>
                  </a:cubicBezTo>
                  <a:cubicBezTo>
                    <a:pt x="50414" y="54797"/>
                    <a:pt x="45980" y="52952"/>
                    <a:pt x="41828" y="50619"/>
                  </a:cubicBezTo>
                  <a:cubicBezTo>
                    <a:pt x="37830" y="48441"/>
                    <a:pt x="34139" y="45955"/>
                    <a:pt x="30423" y="43443"/>
                  </a:cubicBezTo>
                  <a:cubicBezTo>
                    <a:pt x="26194" y="40572"/>
                    <a:pt x="21991" y="37625"/>
                    <a:pt x="17710" y="34806"/>
                  </a:cubicBezTo>
                  <a:cubicBezTo>
                    <a:pt x="12405" y="31269"/>
                    <a:pt x="6843" y="28065"/>
                    <a:pt x="1128" y="25040"/>
                  </a:cubicBezTo>
                  <a:cubicBezTo>
                    <a:pt x="769" y="24861"/>
                    <a:pt x="461" y="24605"/>
                    <a:pt x="0" y="24630"/>
                  </a:cubicBezTo>
                  <a:lnTo>
                    <a:pt x="0" y="19351"/>
                  </a:lnTo>
                  <a:cubicBezTo>
                    <a:pt x="179" y="19351"/>
                    <a:pt x="359" y="19376"/>
                    <a:pt x="538" y="19428"/>
                  </a:cubicBezTo>
                  <a:cubicBezTo>
                    <a:pt x="846" y="19556"/>
                    <a:pt x="1128" y="19709"/>
                    <a:pt x="1435" y="19863"/>
                  </a:cubicBezTo>
                  <a:cubicBezTo>
                    <a:pt x="11354" y="24964"/>
                    <a:pt x="20991" y="30653"/>
                    <a:pt x="30269" y="36907"/>
                  </a:cubicBezTo>
                  <a:cubicBezTo>
                    <a:pt x="33447" y="39060"/>
                    <a:pt x="36677" y="41136"/>
                    <a:pt x="39906" y="43187"/>
                  </a:cubicBezTo>
                  <a:cubicBezTo>
                    <a:pt x="42315" y="44724"/>
                    <a:pt x="44827" y="46083"/>
                    <a:pt x="47416" y="47287"/>
                  </a:cubicBezTo>
                  <a:cubicBezTo>
                    <a:pt x="50389" y="48723"/>
                    <a:pt x="53516" y="49773"/>
                    <a:pt x="56745" y="50440"/>
                  </a:cubicBezTo>
                  <a:cubicBezTo>
                    <a:pt x="58795" y="50876"/>
                    <a:pt x="60871" y="51029"/>
                    <a:pt x="62948" y="50952"/>
                  </a:cubicBezTo>
                  <a:cubicBezTo>
                    <a:pt x="66510" y="50799"/>
                    <a:pt x="69586" y="49748"/>
                    <a:pt x="72149" y="47697"/>
                  </a:cubicBezTo>
                  <a:cubicBezTo>
                    <a:pt x="73353" y="46723"/>
                    <a:pt x="74455" y="45570"/>
                    <a:pt x="75404" y="44314"/>
                  </a:cubicBezTo>
                  <a:cubicBezTo>
                    <a:pt x="76813" y="42443"/>
                    <a:pt x="78018" y="40418"/>
                    <a:pt x="79018" y="38266"/>
                  </a:cubicBezTo>
                  <a:cubicBezTo>
                    <a:pt x="80427" y="35190"/>
                    <a:pt x="81658" y="32037"/>
                    <a:pt x="82657" y="28808"/>
                  </a:cubicBezTo>
                  <a:cubicBezTo>
                    <a:pt x="83477" y="26091"/>
                    <a:pt x="84502" y="23477"/>
                    <a:pt x="85733" y="20940"/>
                  </a:cubicBezTo>
                  <a:cubicBezTo>
                    <a:pt x="87527" y="17454"/>
                    <a:pt x="89680" y="14148"/>
                    <a:pt x="92166" y="11123"/>
                  </a:cubicBezTo>
                  <a:cubicBezTo>
                    <a:pt x="94883" y="7817"/>
                    <a:pt x="97753" y="4562"/>
                    <a:pt x="100778" y="1435"/>
                  </a:cubicBezTo>
                  <a:cubicBezTo>
                    <a:pt x="101239" y="948"/>
                    <a:pt x="101752" y="461"/>
                    <a:pt x="102238" y="0"/>
                  </a:cubicBezTo>
                  <a:lnTo>
                    <a:pt x="125921" y="0"/>
                  </a:lnTo>
                  <a:cubicBezTo>
                    <a:pt x="126100" y="308"/>
                    <a:pt x="126485" y="384"/>
                    <a:pt x="126792" y="564"/>
                  </a:cubicBezTo>
                  <a:cubicBezTo>
                    <a:pt x="128663" y="1512"/>
                    <a:pt x="130457" y="2640"/>
                    <a:pt x="132123" y="3921"/>
                  </a:cubicBezTo>
                  <a:cubicBezTo>
                    <a:pt x="134968" y="6126"/>
                    <a:pt x="137224" y="8996"/>
                    <a:pt x="138684" y="12277"/>
                  </a:cubicBezTo>
                  <a:cubicBezTo>
                    <a:pt x="139735" y="14609"/>
                    <a:pt x="140555" y="17018"/>
                    <a:pt x="141196" y="19504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4" name="Google Shape;259;p11"/>
            <p:cNvSpPr/>
            <p:nvPr/>
          </p:nvSpPr>
          <p:spPr>
            <a:xfrm rot="10800000">
              <a:off x="4359600" y="1080"/>
              <a:ext cx="4783320" cy="3974400"/>
            </a:xfrm>
            <a:custGeom>
              <a:avLst/>
              <a:gdLst>
                <a:gd name="textAreaLeft" fmla="*/ 0 w 4783320"/>
                <a:gd name="textAreaRight" fmla="*/ 4783680 w 4783320"/>
                <a:gd name="textAreaTop" fmla="*/ 0 h 3974400"/>
                <a:gd name="textAreaBottom" fmla="*/ 3974760 h 3974400"/>
              </a:gdLst>
              <a:ahLst/>
              <a:cxnLst/>
              <a:rect l="textAreaLeft" t="textAreaTop" r="textAreaRight" b="textAreaBottom"/>
              <a:pathLst>
                <a:path w="148937" h="135968">
                  <a:moveTo>
                    <a:pt x="1307" y="308"/>
                  </a:moveTo>
                  <a:cubicBezTo>
                    <a:pt x="3306" y="897"/>
                    <a:pt x="5229" y="1615"/>
                    <a:pt x="7125" y="2435"/>
                  </a:cubicBezTo>
                  <a:cubicBezTo>
                    <a:pt x="10329" y="3819"/>
                    <a:pt x="13430" y="5331"/>
                    <a:pt x="16429" y="6972"/>
                  </a:cubicBezTo>
                  <a:cubicBezTo>
                    <a:pt x="21068" y="9483"/>
                    <a:pt x="25656" y="12021"/>
                    <a:pt x="30295" y="14507"/>
                  </a:cubicBezTo>
                  <a:cubicBezTo>
                    <a:pt x="35805" y="17505"/>
                    <a:pt x="41546" y="19992"/>
                    <a:pt x="47493" y="21991"/>
                  </a:cubicBezTo>
                  <a:cubicBezTo>
                    <a:pt x="51414" y="23323"/>
                    <a:pt x="55412" y="24374"/>
                    <a:pt x="59487" y="25169"/>
                  </a:cubicBezTo>
                  <a:cubicBezTo>
                    <a:pt x="62512" y="25758"/>
                    <a:pt x="65562" y="26040"/>
                    <a:pt x="68637" y="26040"/>
                  </a:cubicBezTo>
                  <a:cubicBezTo>
                    <a:pt x="74174" y="25989"/>
                    <a:pt x="79146" y="24631"/>
                    <a:pt x="83554" y="21863"/>
                  </a:cubicBezTo>
                  <a:cubicBezTo>
                    <a:pt x="85476" y="20632"/>
                    <a:pt x="87296" y="19248"/>
                    <a:pt x="88988" y="17736"/>
                  </a:cubicBezTo>
                  <a:cubicBezTo>
                    <a:pt x="90269" y="16608"/>
                    <a:pt x="91499" y="15455"/>
                    <a:pt x="92781" y="14353"/>
                  </a:cubicBezTo>
                  <a:cubicBezTo>
                    <a:pt x="94062" y="13225"/>
                    <a:pt x="95395" y="12149"/>
                    <a:pt x="96754" y="11124"/>
                  </a:cubicBezTo>
                  <a:cubicBezTo>
                    <a:pt x="97574" y="10534"/>
                    <a:pt x="98420" y="10021"/>
                    <a:pt x="99317" y="9535"/>
                  </a:cubicBezTo>
                  <a:cubicBezTo>
                    <a:pt x="100086" y="9124"/>
                    <a:pt x="100931" y="8817"/>
                    <a:pt x="101803" y="8637"/>
                  </a:cubicBezTo>
                  <a:cubicBezTo>
                    <a:pt x="103571" y="8202"/>
                    <a:pt x="105417" y="8432"/>
                    <a:pt x="107031" y="9278"/>
                  </a:cubicBezTo>
                  <a:cubicBezTo>
                    <a:pt x="107928" y="9765"/>
                    <a:pt x="108749" y="10380"/>
                    <a:pt x="109492" y="11098"/>
                  </a:cubicBezTo>
                  <a:cubicBezTo>
                    <a:pt x="110466" y="12072"/>
                    <a:pt x="111337" y="13123"/>
                    <a:pt x="112080" y="14302"/>
                  </a:cubicBezTo>
                  <a:cubicBezTo>
                    <a:pt x="113413" y="16326"/>
                    <a:pt x="114515" y="18505"/>
                    <a:pt x="115387" y="20786"/>
                  </a:cubicBezTo>
                  <a:cubicBezTo>
                    <a:pt x="116848" y="24528"/>
                    <a:pt x="117950" y="28424"/>
                    <a:pt x="118667" y="32371"/>
                  </a:cubicBezTo>
                  <a:cubicBezTo>
                    <a:pt x="119667" y="37471"/>
                    <a:pt x="120026" y="42648"/>
                    <a:pt x="119769" y="47826"/>
                  </a:cubicBezTo>
                  <a:cubicBezTo>
                    <a:pt x="119641" y="50056"/>
                    <a:pt x="119436" y="52311"/>
                    <a:pt x="119180" y="54566"/>
                  </a:cubicBezTo>
                  <a:cubicBezTo>
                    <a:pt x="118693" y="58795"/>
                    <a:pt x="118078" y="63024"/>
                    <a:pt x="117591" y="67253"/>
                  </a:cubicBezTo>
                  <a:cubicBezTo>
                    <a:pt x="117027" y="71610"/>
                    <a:pt x="116719" y="75993"/>
                    <a:pt x="116617" y="80401"/>
                  </a:cubicBezTo>
                  <a:cubicBezTo>
                    <a:pt x="116566" y="83374"/>
                    <a:pt x="116771" y="86348"/>
                    <a:pt x="117258" y="89295"/>
                  </a:cubicBezTo>
                  <a:cubicBezTo>
                    <a:pt x="118129" y="94498"/>
                    <a:pt x="120000" y="99444"/>
                    <a:pt x="123358" y="103930"/>
                  </a:cubicBezTo>
                  <a:cubicBezTo>
                    <a:pt x="125049" y="106262"/>
                    <a:pt x="126818" y="108543"/>
                    <a:pt x="128663" y="110824"/>
                  </a:cubicBezTo>
                  <a:cubicBezTo>
                    <a:pt x="131559" y="114412"/>
                    <a:pt x="134276" y="118129"/>
                    <a:pt x="137019" y="121794"/>
                  </a:cubicBezTo>
                  <a:cubicBezTo>
                    <a:pt x="140581" y="126561"/>
                    <a:pt x="144426" y="131123"/>
                    <a:pt x="148526" y="135429"/>
                  </a:cubicBezTo>
                  <a:cubicBezTo>
                    <a:pt x="148680" y="135583"/>
                    <a:pt x="148808" y="135788"/>
                    <a:pt x="148937" y="135967"/>
                  </a:cubicBezTo>
                  <a:lnTo>
                    <a:pt x="115028" y="135967"/>
                  </a:lnTo>
                  <a:cubicBezTo>
                    <a:pt x="114772" y="135608"/>
                    <a:pt x="114515" y="135275"/>
                    <a:pt x="114310" y="134916"/>
                  </a:cubicBezTo>
                  <a:cubicBezTo>
                    <a:pt x="111055" y="129227"/>
                    <a:pt x="108313" y="123255"/>
                    <a:pt x="106134" y="117104"/>
                  </a:cubicBezTo>
                  <a:cubicBezTo>
                    <a:pt x="104340" y="112157"/>
                    <a:pt x="102905" y="107082"/>
                    <a:pt x="101880" y="101931"/>
                  </a:cubicBezTo>
                  <a:cubicBezTo>
                    <a:pt x="101136" y="98086"/>
                    <a:pt x="100624" y="94242"/>
                    <a:pt x="100393" y="90346"/>
                  </a:cubicBezTo>
                  <a:cubicBezTo>
                    <a:pt x="100162" y="86860"/>
                    <a:pt x="100214" y="83374"/>
                    <a:pt x="100470" y="79914"/>
                  </a:cubicBezTo>
                  <a:cubicBezTo>
                    <a:pt x="100726" y="76813"/>
                    <a:pt x="101111" y="73738"/>
                    <a:pt x="101675" y="70688"/>
                  </a:cubicBezTo>
                  <a:cubicBezTo>
                    <a:pt x="102520" y="65997"/>
                    <a:pt x="103751" y="61384"/>
                    <a:pt x="104853" y="56745"/>
                  </a:cubicBezTo>
                  <a:cubicBezTo>
                    <a:pt x="105673" y="53541"/>
                    <a:pt x="106211" y="50286"/>
                    <a:pt x="106467" y="46980"/>
                  </a:cubicBezTo>
                  <a:cubicBezTo>
                    <a:pt x="106724" y="43135"/>
                    <a:pt x="106339" y="39342"/>
                    <a:pt x="105007" y="35651"/>
                  </a:cubicBezTo>
                  <a:cubicBezTo>
                    <a:pt x="104596" y="34524"/>
                    <a:pt x="104058" y="33447"/>
                    <a:pt x="103366" y="32448"/>
                  </a:cubicBezTo>
                  <a:cubicBezTo>
                    <a:pt x="102854" y="31653"/>
                    <a:pt x="102238" y="30936"/>
                    <a:pt x="101521" y="30320"/>
                  </a:cubicBezTo>
                  <a:cubicBezTo>
                    <a:pt x="99957" y="28962"/>
                    <a:pt x="98061" y="28321"/>
                    <a:pt x="95805" y="28398"/>
                  </a:cubicBezTo>
                  <a:cubicBezTo>
                    <a:pt x="94780" y="28398"/>
                    <a:pt x="93781" y="28526"/>
                    <a:pt x="92781" y="28783"/>
                  </a:cubicBezTo>
                  <a:cubicBezTo>
                    <a:pt x="91397" y="29141"/>
                    <a:pt x="90039" y="29500"/>
                    <a:pt x="88680" y="29885"/>
                  </a:cubicBezTo>
                  <a:cubicBezTo>
                    <a:pt x="86271" y="30577"/>
                    <a:pt x="83913" y="31346"/>
                    <a:pt x="81452" y="31884"/>
                  </a:cubicBezTo>
                  <a:cubicBezTo>
                    <a:pt x="76788" y="32909"/>
                    <a:pt x="72021" y="33319"/>
                    <a:pt x="67253" y="33063"/>
                  </a:cubicBezTo>
                  <a:cubicBezTo>
                    <a:pt x="61282" y="32730"/>
                    <a:pt x="55464" y="31807"/>
                    <a:pt x="49671" y="30654"/>
                  </a:cubicBezTo>
                  <a:cubicBezTo>
                    <a:pt x="43956" y="29500"/>
                    <a:pt x="38343" y="28014"/>
                    <a:pt x="32755" y="26502"/>
                  </a:cubicBezTo>
                  <a:cubicBezTo>
                    <a:pt x="28578" y="25399"/>
                    <a:pt x="24400" y="24246"/>
                    <a:pt x="20145" y="23298"/>
                  </a:cubicBezTo>
                  <a:cubicBezTo>
                    <a:pt x="17864" y="22785"/>
                    <a:pt x="15557" y="22401"/>
                    <a:pt x="13225" y="22170"/>
                  </a:cubicBezTo>
                  <a:cubicBezTo>
                    <a:pt x="11226" y="21965"/>
                    <a:pt x="9227" y="21965"/>
                    <a:pt x="7228" y="22196"/>
                  </a:cubicBezTo>
                  <a:cubicBezTo>
                    <a:pt x="4972" y="22426"/>
                    <a:pt x="2845" y="23272"/>
                    <a:pt x="1051" y="24605"/>
                  </a:cubicBezTo>
                  <a:cubicBezTo>
                    <a:pt x="846" y="24759"/>
                    <a:pt x="641" y="24912"/>
                    <a:pt x="436" y="25041"/>
                  </a:cubicBezTo>
                  <a:cubicBezTo>
                    <a:pt x="282" y="25066"/>
                    <a:pt x="154" y="25092"/>
                    <a:pt x="0" y="25092"/>
                  </a:cubicBezTo>
                  <a:lnTo>
                    <a:pt x="0" y="103"/>
                  </a:lnTo>
                  <a:cubicBezTo>
                    <a:pt x="487" y="0"/>
                    <a:pt x="897" y="180"/>
                    <a:pt x="1307" y="30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5" name="Google Shape;260;p11"/>
            <p:cNvSpPr/>
            <p:nvPr/>
          </p:nvSpPr>
          <p:spPr>
            <a:xfrm rot="10800000">
              <a:off x="360" y="360"/>
              <a:ext cx="4717800" cy="5142960"/>
            </a:xfrm>
            <a:custGeom>
              <a:avLst/>
              <a:gdLst>
                <a:gd name="textAreaLeft" fmla="*/ 0 w 4717800"/>
                <a:gd name="textAreaRight" fmla="*/ 4718160 w 4717800"/>
                <a:gd name="textAreaTop" fmla="*/ 0 h 5142960"/>
                <a:gd name="textAreaBottom" fmla="*/ 5143320 h 5142960"/>
              </a:gdLst>
              <a:ahLst/>
              <a:cxnLst/>
              <a:rect l="textAreaLeft" t="textAreaTop" r="textAreaRight" b="textAreaBottom"/>
              <a:pathLst>
                <a:path w="146887" h="175950">
                  <a:moveTo>
                    <a:pt x="114772" y="175924"/>
                  </a:moveTo>
                  <a:cubicBezTo>
                    <a:pt x="114644" y="175822"/>
                    <a:pt x="114516" y="175719"/>
                    <a:pt x="114362" y="175642"/>
                  </a:cubicBezTo>
                  <a:cubicBezTo>
                    <a:pt x="110364" y="174310"/>
                    <a:pt x="106289" y="173079"/>
                    <a:pt x="102060" y="172310"/>
                  </a:cubicBezTo>
                  <a:cubicBezTo>
                    <a:pt x="98472" y="171695"/>
                    <a:pt x="94832" y="171439"/>
                    <a:pt x="91193" y="171516"/>
                  </a:cubicBezTo>
                  <a:cubicBezTo>
                    <a:pt x="88989" y="171567"/>
                    <a:pt x="86810" y="171593"/>
                    <a:pt x="84606" y="171644"/>
                  </a:cubicBezTo>
                  <a:cubicBezTo>
                    <a:pt x="78531" y="171772"/>
                    <a:pt x="72457" y="170849"/>
                    <a:pt x="66690" y="168978"/>
                  </a:cubicBezTo>
                  <a:cubicBezTo>
                    <a:pt x="59591" y="166697"/>
                    <a:pt x="53311" y="163391"/>
                    <a:pt x="47929" y="158932"/>
                  </a:cubicBezTo>
                  <a:cubicBezTo>
                    <a:pt x="46263" y="157573"/>
                    <a:pt x="44751" y="156035"/>
                    <a:pt x="43444" y="154318"/>
                  </a:cubicBezTo>
                  <a:cubicBezTo>
                    <a:pt x="42290" y="152883"/>
                    <a:pt x="41419" y="151217"/>
                    <a:pt x="40932" y="149423"/>
                  </a:cubicBezTo>
                  <a:cubicBezTo>
                    <a:pt x="40573" y="148039"/>
                    <a:pt x="40471" y="146629"/>
                    <a:pt x="40650" y="145219"/>
                  </a:cubicBezTo>
                  <a:cubicBezTo>
                    <a:pt x="40958" y="143041"/>
                    <a:pt x="41496" y="140914"/>
                    <a:pt x="42265" y="138889"/>
                  </a:cubicBezTo>
                  <a:cubicBezTo>
                    <a:pt x="43136" y="136454"/>
                    <a:pt x="44033" y="134019"/>
                    <a:pt x="44956" y="131610"/>
                  </a:cubicBezTo>
                  <a:cubicBezTo>
                    <a:pt x="45853" y="129201"/>
                    <a:pt x="46340" y="126689"/>
                    <a:pt x="46417" y="124126"/>
                  </a:cubicBezTo>
                  <a:cubicBezTo>
                    <a:pt x="46494" y="122024"/>
                    <a:pt x="46545" y="119923"/>
                    <a:pt x="46417" y="117821"/>
                  </a:cubicBezTo>
                  <a:cubicBezTo>
                    <a:pt x="46109" y="112772"/>
                    <a:pt x="45212" y="107800"/>
                    <a:pt x="43264" y="102981"/>
                  </a:cubicBezTo>
                  <a:cubicBezTo>
                    <a:pt x="42752" y="101725"/>
                    <a:pt x="42162" y="100495"/>
                    <a:pt x="41522" y="99316"/>
                  </a:cubicBezTo>
                  <a:cubicBezTo>
                    <a:pt x="40138" y="96804"/>
                    <a:pt x="38241" y="94600"/>
                    <a:pt x="36011" y="92806"/>
                  </a:cubicBezTo>
                  <a:cubicBezTo>
                    <a:pt x="35242" y="92191"/>
                    <a:pt x="34499" y="91576"/>
                    <a:pt x="33730" y="90961"/>
                  </a:cubicBezTo>
                  <a:cubicBezTo>
                    <a:pt x="30731" y="88757"/>
                    <a:pt x="28527" y="85655"/>
                    <a:pt x="27374" y="82118"/>
                  </a:cubicBezTo>
                  <a:cubicBezTo>
                    <a:pt x="26759" y="80196"/>
                    <a:pt x="26374" y="78197"/>
                    <a:pt x="26195" y="76198"/>
                  </a:cubicBezTo>
                  <a:cubicBezTo>
                    <a:pt x="25964" y="73686"/>
                    <a:pt x="25887" y="71174"/>
                    <a:pt x="25938" y="68688"/>
                  </a:cubicBezTo>
                  <a:cubicBezTo>
                    <a:pt x="25938" y="67048"/>
                    <a:pt x="25990" y="65433"/>
                    <a:pt x="25938" y="63793"/>
                  </a:cubicBezTo>
                  <a:cubicBezTo>
                    <a:pt x="25938" y="62383"/>
                    <a:pt x="25759" y="60974"/>
                    <a:pt x="25426" y="59590"/>
                  </a:cubicBezTo>
                  <a:cubicBezTo>
                    <a:pt x="24990" y="57873"/>
                    <a:pt x="24298" y="56232"/>
                    <a:pt x="23350" y="54746"/>
                  </a:cubicBezTo>
                  <a:cubicBezTo>
                    <a:pt x="22453" y="53310"/>
                    <a:pt x="21530" y="51901"/>
                    <a:pt x="20607" y="50517"/>
                  </a:cubicBezTo>
                  <a:cubicBezTo>
                    <a:pt x="18506" y="47492"/>
                    <a:pt x="16635" y="44289"/>
                    <a:pt x="15071" y="40957"/>
                  </a:cubicBezTo>
                  <a:cubicBezTo>
                    <a:pt x="13405" y="37317"/>
                    <a:pt x="12124" y="33550"/>
                    <a:pt x="11201" y="29680"/>
                  </a:cubicBezTo>
                  <a:cubicBezTo>
                    <a:pt x="10278" y="25938"/>
                    <a:pt x="9586" y="22144"/>
                    <a:pt x="8894" y="18377"/>
                  </a:cubicBezTo>
                  <a:cubicBezTo>
                    <a:pt x="8305" y="15327"/>
                    <a:pt x="7690" y="12251"/>
                    <a:pt x="6613" y="9278"/>
                  </a:cubicBezTo>
                  <a:cubicBezTo>
                    <a:pt x="6152" y="7945"/>
                    <a:pt x="5537" y="6664"/>
                    <a:pt x="4845" y="5434"/>
                  </a:cubicBezTo>
                  <a:cubicBezTo>
                    <a:pt x="3820" y="3639"/>
                    <a:pt x="2461" y="2050"/>
                    <a:pt x="872" y="743"/>
                  </a:cubicBezTo>
                  <a:cubicBezTo>
                    <a:pt x="565" y="513"/>
                    <a:pt x="283" y="256"/>
                    <a:pt x="1" y="0"/>
                  </a:cubicBezTo>
                  <a:lnTo>
                    <a:pt x="16635" y="0"/>
                  </a:lnTo>
                  <a:cubicBezTo>
                    <a:pt x="16865" y="1128"/>
                    <a:pt x="17173" y="2281"/>
                    <a:pt x="17378" y="3409"/>
                  </a:cubicBezTo>
                  <a:cubicBezTo>
                    <a:pt x="17532" y="4306"/>
                    <a:pt x="17660" y="5203"/>
                    <a:pt x="17711" y="6126"/>
                  </a:cubicBezTo>
                  <a:cubicBezTo>
                    <a:pt x="17839" y="7817"/>
                    <a:pt x="17916" y="9509"/>
                    <a:pt x="18019" y="11175"/>
                  </a:cubicBezTo>
                  <a:cubicBezTo>
                    <a:pt x="18198" y="14532"/>
                    <a:pt x="18326" y="17890"/>
                    <a:pt x="18711" y="21222"/>
                  </a:cubicBezTo>
                  <a:cubicBezTo>
                    <a:pt x="19198" y="25374"/>
                    <a:pt x="20018" y="29474"/>
                    <a:pt x="21633" y="33447"/>
                  </a:cubicBezTo>
                  <a:cubicBezTo>
                    <a:pt x="22555" y="35754"/>
                    <a:pt x="23760" y="37932"/>
                    <a:pt x="25246" y="39906"/>
                  </a:cubicBezTo>
                  <a:cubicBezTo>
                    <a:pt x="28220" y="43853"/>
                    <a:pt x="32295" y="46749"/>
                    <a:pt x="37498" y="48569"/>
                  </a:cubicBezTo>
                  <a:cubicBezTo>
                    <a:pt x="39394" y="49210"/>
                    <a:pt x="41342" y="49697"/>
                    <a:pt x="43316" y="50184"/>
                  </a:cubicBezTo>
                  <a:cubicBezTo>
                    <a:pt x="44469" y="50491"/>
                    <a:pt x="45648" y="50773"/>
                    <a:pt x="46776" y="51106"/>
                  </a:cubicBezTo>
                  <a:cubicBezTo>
                    <a:pt x="47468" y="51337"/>
                    <a:pt x="48160" y="51619"/>
                    <a:pt x="48801" y="51952"/>
                  </a:cubicBezTo>
                  <a:cubicBezTo>
                    <a:pt x="50005" y="52593"/>
                    <a:pt x="50595" y="53541"/>
                    <a:pt x="50595" y="54720"/>
                  </a:cubicBezTo>
                  <a:cubicBezTo>
                    <a:pt x="50620" y="55489"/>
                    <a:pt x="50466" y="56232"/>
                    <a:pt x="50159" y="56950"/>
                  </a:cubicBezTo>
                  <a:cubicBezTo>
                    <a:pt x="49749" y="57898"/>
                    <a:pt x="49287" y="58872"/>
                    <a:pt x="48826" y="59820"/>
                  </a:cubicBezTo>
                  <a:cubicBezTo>
                    <a:pt x="48237" y="61051"/>
                    <a:pt x="47596" y="62255"/>
                    <a:pt x="47032" y="63485"/>
                  </a:cubicBezTo>
                  <a:cubicBezTo>
                    <a:pt x="46366" y="64895"/>
                    <a:pt x="45930" y="66382"/>
                    <a:pt x="45699" y="67919"/>
                  </a:cubicBezTo>
                  <a:cubicBezTo>
                    <a:pt x="45417" y="70098"/>
                    <a:pt x="45853" y="72328"/>
                    <a:pt x="46981" y="74224"/>
                  </a:cubicBezTo>
                  <a:cubicBezTo>
                    <a:pt x="47237" y="74660"/>
                    <a:pt x="47519" y="75070"/>
                    <a:pt x="47801" y="75455"/>
                  </a:cubicBezTo>
                  <a:cubicBezTo>
                    <a:pt x="48160" y="75993"/>
                    <a:pt x="48519" y="76506"/>
                    <a:pt x="48929" y="76992"/>
                  </a:cubicBezTo>
                  <a:cubicBezTo>
                    <a:pt x="51825" y="80478"/>
                    <a:pt x="53491" y="84400"/>
                    <a:pt x="54439" y="88526"/>
                  </a:cubicBezTo>
                  <a:cubicBezTo>
                    <a:pt x="55157" y="91781"/>
                    <a:pt x="55695" y="95087"/>
                    <a:pt x="56079" y="98394"/>
                  </a:cubicBezTo>
                  <a:cubicBezTo>
                    <a:pt x="56438" y="101546"/>
                    <a:pt x="56720" y="104698"/>
                    <a:pt x="56925" y="107851"/>
                  </a:cubicBezTo>
                  <a:cubicBezTo>
                    <a:pt x="57182" y="111465"/>
                    <a:pt x="57182" y="115053"/>
                    <a:pt x="57207" y="118667"/>
                  </a:cubicBezTo>
                  <a:cubicBezTo>
                    <a:pt x="57207" y="120384"/>
                    <a:pt x="57258" y="122101"/>
                    <a:pt x="57335" y="123818"/>
                  </a:cubicBezTo>
                  <a:cubicBezTo>
                    <a:pt x="57438" y="127330"/>
                    <a:pt x="57258" y="130841"/>
                    <a:pt x="56797" y="134327"/>
                  </a:cubicBezTo>
                  <a:cubicBezTo>
                    <a:pt x="56541" y="136249"/>
                    <a:pt x="56438" y="138197"/>
                    <a:pt x="56490" y="140145"/>
                  </a:cubicBezTo>
                  <a:cubicBezTo>
                    <a:pt x="56541" y="141657"/>
                    <a:pt x="56771" y="143169"/>
                    <a:pt x="57233" y="144604"/>
                  </a:cubicBezTo>
                  <a:cubicBezTo>
                    <a:pt x="58130" y="147398"/>
                    <a:pt x="59898" y="149782"/>
                    <a:pt x="62487" y="151730"/>
                  </a:cubicBezTo>
                  <a:cubicBezTo>
                    <a:pt x="65563" y="154062"/>
                    <a:pt x="69202" y="155574"/>
                    <a:pt x="73252" y="156369"/>
                  </a:cubicBezTo>
                  <a:cubicBezTo>
                    <a:pt x="75892" y="156856"/>
                    <a:pt x="78557" y="157189"/>
                    <a:pt x="81248" y="157342"/>
                  </a:cubicBezTo>
                  <a:cubicBezTo>
                    <a:pt x="84426" y="157573"/>
                    <a:pt x="87604" y="157778"/>
                    <a:pt x="90757" y="158214"/>
                  </a:cubicBezTo>
                  <a:cubicBezTo>
                    <a:pt x="95088" y="158803"/>
                    <a:pt x="99369" y="159829"/>
                    <a:pt x="103521" y="161238"/>
                  </a:cubicBezTo>
                  <a:cubicBezTo>
                    <a:pt x="106494" y="162238"/>
                    <a:pt x="109441" y="163340"/>
                    <a:pt x="112389" y="164416"/>
                  </a:cubicBezTo>
                  <a:cubicBezTo>
                    <a:pt x="115669" y="165621"/>
                    <a:pt x="118976" y="166800"/>
                    <a:pt x="122410" y="167748"/>
                  </a:cubicBezTo>
                  <a:cubicBezTo>
                    <a:pt x="125460" y="168594"/>
                    <a:pt x="128587" y="169107"/>
                    <a:pt x="131740" y="169286"/>
                  </a:cubicBezTo>
                  <a:cubicBezTo>
                    <a:pt x="134918" y="169414"/>
                    <a:pt x="138121" y="169158"/>
                    <a:pt x="141223" y="168492"/>
                  </a:cubicBezTo>
                  <a:cubicBezTo>
                    <a:pt x="142760" y="168184"/>
                    <a:pt x="144273" y="167748"/>
                    <a:pt x="145785" y="167364"/>
                  </a:cubicBezTo>
                  <a:cubicBezTo>
                    <a:pt x="146144" y="167287"/>
                    <a:pt x="146528" y="167184"/>
                    <a:pt x="146887" y="167108"/>
                  </a:cubicBezTo>
                  <a:lnTo>
                    <a:pt x="146887" y="175950"/>
                  </a:ln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6" name="Google Shape;261;p11"/>
            <p:cNvSpPr/>
            <p:nvPr/>
          </p:nvSpPr>
          <p:spPr>
            <a:xfrm rot="10800000">
              <a:off x="6785640" y="1080"/>
              <a:ext cx="2357280" cy="2098440"/>
            </a:xfrm>
            <a:custGeom>
              <a:avLst/>
              <a:gdLst>
                <a:gd name="textAreaLeft" fmla="*/ 0 w 2357280"/>
                <a:gd name="textAreaRight" fmla="*/ 2357640 w 2357280"/>
                <a:gd name="textAreaTop" fmla="*/ 0 h 2098440"/>
                <a:gd name="textAreaBottom" fmla="*/ 2098800 h 2098440"/>
              </a:gdLst>
              <a:ahLst/>
              <a:cxnLst/>
              <a:rect l="textAreaLeft" t="textAreaTop" r="textAreaRight" b="textAreaBottom"/>
              <a:pathLst>
                <a:path w="73405" h="71791">
                  <a:moveTo>
                    <a:pt x="15327" y="20582"/>
                  </a:moveTo>
                  <a:cubicBezTo>
                    <a:pt x="18941" y="17865"/>
                    <a:pt x="22580" y="15148"/>
                    <a:pt x="26220" y="12457"/>
                  </a:cubicBezTo>
                  <a:cubicBezTo>
                    <a:pt x="28629" y="10688"/>
                    <a:pt x="31141" y="8997"/>
                    <a:pt x="33755" y="7433"/>
                  </a:cubicBezTo>
                  <a:cubicBezTo>
                    <a:pt x="37907" y="4896"/>
                    <a:pt x="42392" y="2922"/>
                    <a:pt x="47057" y="1590"/>
                  </a:cubicBezTo>
                  <a:cubicBezTo>
                    <a:pt x="50645" y="539"/>
                    <a:pt x="54361" y="1"/>
                    <a:pt x="58103" y="1"/>
                  </a:cubicBezTo>
                  <a:cubicBezTo>
                    <a:pt x="59898" y="1"/>
                    <a:pt x="61640" y="257"/>
                    <a:pt x="63358" y="744"/>
                  </a:cubicBezTo>
                  <a:cubicBezTo>
                    <a:pt x="66408" y="1615"/>
                    <a:pt x="68689" y="3230"/>
                    <a:pt x="70201" y="5562"/>
                  </a:cubicBezTo>
                  <a:cubicBezTo>
                    <a:pt x="71277" y="7305"/>
                    <a:pt x="72021" y="9253"/>
                    <a:pt x="72405" y="11278"/>
                  </a:cubicBezTo>
                  <a:cubicBezTo>
                    <a:pt x="72995" y="14148"/>
                    <a:pt x="73276" y="17096"/>
                    <a:pt x="73302" y="20069"/>
                  </a:cubicBezTo>
                  <a:cubicBezTo>
                    <a:pt x="73405" y="24862"/>
                    <a:pt x="73276" y="29629"/>
                    <a:pt x="72918" y="34422"/>
                  </a:cubicBezTo>
                  <a:cubicBezTo>
                    <a:pt x="72764" y="36780"/>
                    <a:pt x="72610" y="39112"/>
                    <a:pt x="72405" y="41470"/>
                  </a:cubicBezTo>
                  <a:cubicBezTo>
                    <a:pt x="71867" y="47032"/>
                    <a:pt x="71124" y="52542"/>
                    <a:pt x="69688" y="58027"/>
                  </a:cubicBezTo>
                  <a:cubicBezTo>
                    <a:pt x="68561" y="62102"/>
                    <a:pt x="67074" y="66100"/>
                    <a:pt x="65254" y="69945"/>
                  </a:cubicBezTo>
                  <a:cubicBezTo>
                    <a:pt x="64972" y="70560"/>
                    <a:pt x="64716" y="71175"/>
                    <a:pt x="64434" y="71790"/>
                  </a:cubicBezTo>
                  <a:lnTo>
                    <a:pt x="50107" y="71790"/>
                  </a:lnTo>
                  <a:lnTo>
                    <a:pt x="52029" y="66100"/>
                  </a:lnTo>
                  <a:cubicBezTo>
                    <a:pt x="53541" y="61589"/>
                    <a:pt x="54977" y="57053"/>
                    <a:pt x="56104" y="52440"/>
                  </a:cubicBezTo>
                  <a:cubicBezTo>
                    <a:pt x="57155" y="48390"/>
                    <a:pt x="57847" y="44264"/>
                    <a:pt x="58206" y="40086"/>
                  </a:cubicBezTo>
                  <a:cubicBezTo>
                    <a:pt x="58488" y="37190"/>
                    <a:pt x="58411" y="34268"/>
                    <a:pt x="58027" y="31372"/>
                  </a:cubicBezTo>
                  <a:cubicBezTo>
                    <a:pt x="57822" y="29578"/>
                    <a:pt x="57309" y="27835"/>
                    <a:pt x="56514" y="26194"/>
                  </a:cubicBezTo>
                  <a:cubicBezTo>
                    <a:pt x="56130" y="25426"/>
                    <a:pt x="55669" y="24708"/>
                    <a:pt x="55105" y="24042"/>
                  </a:cubicBezTo>
                  <a:cubicBezTo>
                    <a:pt x="53721" y="22478"/>
                    <a:pt x="51850" y="21555"/>
                    <a:pt x="49543" y="21222"/>
                  </a:cubicBezTo>
                  <a:cubicBezTo>
                    <a:pt x="47467" y="20992"/>
                    <a:pt x="45365" y="21094"/>
                    <a:pt x="43341" y="21530"/>
                  </a:cubicBezTo>
                  <a:cubicBezTo>
                    <a:pt x="40803" y="22017"/>
                    <a:pt x="38317" y="22709"/>
                    <a:pt x="35908" y="23580"/>
                  </a:cubicBezTo>
                  <a:cubicBezTo>
                    <a:pt x="31371" y="25169"/>
                    <a:pt x="27014" y="27092"/>
                    <a:pt x="22708" y="29039"/>
                  </a:cubicBezTo>
                  <a:cubicBezTo>
                    <a:pt x="15352" y="32397"/>
                    <a:pt x="8202" y="36216"/>
                    <a:pt x="1333" y="40445"/>
                  </a:cubicBezTo>
                  <a:cubicBezTo>
                    <a:pt x="897" y="40701"/>
                    <a:pt x="436" y="40906"/>
                    <a:pt x="0" y="41137"/>
                  </a:cubicBezTo>
                  <a:lnTo>
                    <a:pt x="0" y="31013"/>
                  </a:lnTo>
                  <a:cubicBezTo>
                    <a:pt x="538" y="30987"/>
                    <a:pt x="871" y="30654"/>
                    <a:pt x="1256" y="30423"/>
                  </a:cubicBezTo>
                  <a:cubicBezTo>
                    <a:pt x="6126" y="27322"/>
                    <a:pt x="10790" y="24016"/>
                    <a:pt x="15327" y="20582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7" name="Google Shape;262;p11"/>
            <p:cNvSpPr/>
            <p:nvPr/>
          </p:nvSpPr>
          <p:spPr>
            <a:xfrm rot="10800000">
              <a:off x="3613680" y="0"/>
              <a:ext cx="5529240" cy="4444200"/>
            </a:xfrm>
            <a:custGeom>
              <a:avLst/>
              <a:gdLst>
                <a:gd name="textAreaLeft" fmla="*/ 0 w 5529240"/>
                <a:gd name="textAreaRight" fmla="*/ 5529600 w 5529240"/>
                <a:gd name="textAreaTop" fmla="*/ 0 h 4444200"/>
                <a:gd name="textAreaBottom" fmla="*/ 4444560 h 4444200"/>
              </a:gdLst>
              <a:ahLst/>
              <a:cxnLst/>
              <a:rect l="textAreaLeft" t="textAreaTop" r="textAreaRight" b="textAreaBottom"/>
              <a:pathLst>
                <a:path w="172158" h="152038">
                  <a:moveTo>
                    <a:pt x="21427" y="15661"/>
                  </a:moveTo>
                  <a:cubicBezTo>
                    <a:pt x="24938" y="18070"/>
                    <a:pt x="28424" y="20479"/>
                    <a:pt x="31961" y="22837"/>
                  </a:cubicBezTo>
                  <a:cubicBezTo>
                    <a:pt x="35959" y="25580"/>
                    <a:pt x="40162" y="27989"/>
                    <a:pt x="44545" y="30090"/>
                  </a:cubicBezTo>
                  <a:cubicBezTo>
                    <a:pt x="48928" y="32218"/>
                    <a:pt x="53593" y="33807"/>
                    <a:pt x="58360" y="34806"/>
                  </a:cubicBezTo>
                  <a:cubicBezTo>
                    <a:pt x="61564" y="35447"/>
                    <a:pt x="64767" y="35806"/>
                    <a:pt x="68074" y="35524"/>
                  </a:cubicBezTo>
                  <a:cubicBezTo>
                    <a:pt x="71072" y="35268"/>
                    <a:pt x="73994" y="34396"/>
                    <a:pt x="76660" y="32961"/>
                  </a:cubicBezTo>
                  <a:cubicBezTo>
                    <a:pt x="78274" y="32038"/>
                    <a:pt x="79761" y="30911"/>
                    <a:pt x="81119" y="29629"/>
                  </a:cubicBezTo>
                  <a:cubicBezTo>
                    <a:pt x="82606" y="28194"/>
                    <a:pt x="83964" y="26656"/>
                    <a:pt x="85143" y="24964"/>
                  </a:cubicBezTo>
                  <a:cubicBezTo>
                    <a:pt x="86399" y="23196"/>
                    <a:pt x="87629" y="21376"/>
                    <a:pt x="88757" y="19531"/>
                  </a:cubicBezTo>
                  <a:cubicBezTo>
                    <a:pt x="90090" y="17378"/>
                    <a:pt x="91320" y="15199"/>
                    <a:pt x="92627" y="13046"/>
                  </a:cubicBezTo>
                  <a:cubicBezTo>
                    <a:pt x="94062" y="10612"/>
                    <a:pt x="95728" y="8382"/>
                    <a:pt x="97651" y="6331"/>
                  </a:cubicBezTo>
                  <a:cubicBezTo>
                    <a:pt x="98983" y="4947"/>
                    <a:pt x="100444" y="3743"/>
                    <a:pt x="102033" y="2692"/>
                  </a:cubicBezTo>
                  <a:cubicBezTo>
                    <a:pt x="103366" y="1795"/>
                    <a:pt x="104827" y="1077"/>
                    <a:pt x="106365" y="616"/>
                  </a:cubicBezTo>
                  <a:cubicBezTo>
                    <a:pt x="107749" y="180"/>
                    <a:pt x="109159" y="1"/>
                    <a:pt x="110620" y="52"/>
                  </a:cubicBezTo>
                  <a:cubicBezTo>
                    <a:pt x="112619" y="129"/>
                    <a:pt x="114567" y="744"/>
                    <a:pt x="116233" y="1872"/>
                  </a:cubicBezTo>
                  <a:cubicBezTo>
                    <a:pt x="117437" y="2666"/>
                    <a:pt x="118514" y="3666"/>
                    <a:pt x="119436" y="4768"/>
                  </a:cubicBezTo>
                  <a:cubicBezTo>
                    <a:pt x="120538" y="6101"/>
                    <a:pt x="121487" y="7536"/>
                    <a:pt x="122281" y="9048"/>
                  </a:cubicBezTo>
                  <a:cubicBezTo>
                    <a:pt x="123358" y="11073"/>
                    <a:pt x="124280" y="13175"/>
                    <a:pt x="125024" y="15328"/>
                  </a:cubicBezTo>
                  <a:cubicBezTo>
                    <a:pt x="127228" y="21222"/>
                    <a:pt x="128817" y="27245"/>
                    <a:pt x="130252" y="33320"/>
                  </a:cubicBezTo>
                  <a:cubicBezTo>
                    <a:pt x="131713" y="39445"/>
                    <a:pt x="132995" y="45622"/>
                    <a:pt x="133994" y="51825"/>
                  </a:cubicBezTo>
                  <a:cubicBezTo>
                    <a:pt x="134609" y="55720"/>
                    <a:pt x="135096" y="59616"/>
                    <a:pt x="135481" y="63512"/>
                  </a:cubicBezTo>
                  <a:cubicBezTo>
                    <a:pt x="135788" y="66716"/>
                    <a:pt x="136070" y="69945"/>
                    <a:pt x="136429" y="73149"/>
                  </a:cubicBezTo>
                  <a:cubicBezTo>
                    <a:pt x="136737" y="75789"/>
                    <a:pt x="137326" y="78403"/>
                    <a:pt x="138198" y="80889"/>
                  </a:cubicBezTo>
                  <a:cubicBezTo>
                    <a:pt x="139658" y="85195"/>
                    <a:pt x="142196" y="89065"/>
                    <a:pt x="145553" y="92141"/>
                  </a:cubicBezTo>
                  <a:cubicBezTo>
                    <a:pt x="146117" y="92653"/>
                    <a:pt x="146707" y="93217"/>
                    <a:pt x="147245" y="93781"/>
                  </a:cubicBezTo>
                  <a:cubicBezTo>
                    <a:pt x="147834" y="94422"/>
                    <a:pt x="148450" y="95062"/>
                    <a:pt x="148988" y="95729"/>
                  </a:cubicBezTo>
                  <a:cubicBezTo>
                    <a:pt x="151166" y="98446"/>
                    <a:pt x="151935" y="101419"/>
                    <a:pt x="151269" y="104622"/>
                  </a:cubicBezTo>
                  <a:cubicBezTo>
                    <a:pt x="151038" y="105724"/>
                    <a:pt x="150705" y="106827"/>
                    <a:pt x="150423" y="107929"/>
                  </a:cubicBezTo>
                  <a:cubicBezTo>
                    <a:pt x="149962" y="109518"/>
                    <a:pt x="149449" y="111132"/>
                    <a:pt x="149065" y="112773"/>
                  </a:cubicBezTo>
                  <a:cubicBezTo>
                    <a:pt x="148398" y="115515"/>
                    <a:pt x="148347" y="118386"/>
                    <a:pt x="148885" y="121179"/>
                  </a:cubicBezTo>
                  <a:cubicBezTo>
                    <a:pt x="149449" y="123999"/>
                    <a:pt x="150423" y="126715"/>
                    <a:pt x="151781" y="129253"/>
                  </a:cubicBezTo>
                  <a:cubicBezTo>
                    <a:pt x="153858" y="133225"/>
                    <a:pt x="156600" y="136865"/>
                    <a:pt x="159701" y="140325"/>
                  </a:cubicBezTo>
                  <a:cubicBezTo>
                    <a:pt x="163264" y="144221"/>
                    <a:pt x="167134" y="147860"/>
                    <a:pt x="171235" y="151218"/>
                  </a:cubicBezTo>
                  <a:cubicBezTo>
                    <a:pt x="171568" y="151474"/>
                    <a:pt x="171850" y="151756"/>
                    <a:pt x="172157" y="152038"/>
                  </a:cubicBezTo>
                  <a:lnTo>
                    <a:pt x="166006" y="152038"/>
                  </a:lnTo>
                  <a:cubicBezTo>
                    <a:pt x="165724" y="151782"/>
                    <a:pt x="165494" y="151500"/>
                    <a:pt x="165212" y="151243"/>
                  </a:cubicBezTo>
                  <a:cubicBezTo>
                    <a:pt x="161111" y="147732"/>
                    <a:pt x="157292" y="143913"/>
                    <a:pt x="153781" y="139812"/>
                  </a:cubicBezTo>
                  <a:cubicBezTo>
                    <a:pt x="151038" y="136609"/>
                    <a:pt x="148706" y="133123"/>
                    <a:pt x="146784" y="129381"/>
                  </a:cubicBezTo>
                  <a:cubicBezTo>
                    <a:pt x="145092" y="126049"/>
                    <a:pt x="143990" y="122461"/>
                    <a:pt x="143529" y="118744"/>
                  </a:cubicBezTo>
                  <a:cubicBezTo>
                    <a:pt x="143195" y="115900"/>
                    <a:pt x="143324" y="113055"/>
                    <a:pt x="143580" y="110210"/>
                  </a:cubicBezTo>
                  <a:cubicBezTo>
                    <a:pt x="143708" y="108723"/>
                    <a:pt x="143836" y="107211"/>
                    <a:pt x="143862" y="105724"/>
                  </a:cubicBezTo>
                  <a:cubicBezTo>
                    <a:pt x="143939" y="102956"/>
                    <a:pt x="142939" y="100265"/>
                    <a:pt x="141119" y="98189"/>
                  </a:cubicBezTo>
                  <a:cubicBezTo>
                    <a:pt x="140786" y="97805"/>
                    <a:pt x="140479" y="97420"/>
                    <a:pt x="140145" y="97036"/>
                  </a:cubicBezTo>
                  <a:cubicBezTo>
                    <a:pt x="139530" y="96344"/>
                    <a:pt x="138941" y="95678"/>
                    <a:pt x="138351" y="94986"/>
                  </a:cubicBezTo>
                  <a:cubicBezTo>
                    <a:pt x="136660" y="93038"/>
                    <a:pt x="135327" y="90833"/>
                    <a:pt x="134327" y="88475"/>
                  </a:cubicBezTo>
                  <a:cubicBezTo>
                    <a:pt x="133123" y="85477"/>
                    <a:pt x="132277" y="82324"/>
                    <a:pt x="131867" y="79121"/>
                  </a:cubicBezTo>
                  <a:cubicBezTo>
                    <a:pt x="131508" y="76506"/>
                    <a:pt x="131303" y="73866"/>
                    <a:pt x="131252" y="71252"/>
                  </a:cubicBezTo>
                  <a:cubicBezTo>
                    <a:pt x="131098" y="67126"/>
                    <a:pt x="130919" y="63025"/>
                    <a:pt x="130483" y="58950"/>
                  </a:cubicBezTo>
                  <a:cubicBezTo>
                    <a:pt x="130278" y="56797"/>
                    <a:pt x="130047" y="54644"/>
                    <a:pt x="129714" y="52491"/>
                  </a:cubicBezTo>
                  <a:cubicBezTo>
                    <a:pt x="129201" y="49364"/>
                    <a:pt x="128637" y="46237"/>
                    <a:pt x="128022" y="43110"/>
                  </a:cubicBezTo>
                  <a:cubicBezTo>
                    <a:pt x="126843" y="37190"/>
                    <a:pt x="125306" y="31321"/>
                    <a:pt x="123435" y="25580"/>
                  </a:cubicBezTo>
                  <a:cubicBezTo>
                    <a:pt x="122409" y="22350"/>
                    <a:pt x="121102" y="19198"/>
                    <a:pt x="119590" y="16148"/>
                  </a:cubicBezTo>
                  <a:cubicBezTo>
                    <a:pt x="118744" y="14507"/>
                    <a:pt x="117745" y="12944"/>
                    <a:pt x="116591" y="11534"/>
                  </a:cubicBezTo>
                  <a:cubicBezTo>
                    <a:pt x="115720" y="10483"/>
                    <a:pt x="114746" y="9561"/>
                    <a:pt x="113618" y="8817"/>
                  </a:cubicBezTo>
                  <a:cubicBezTo>
                    <a:pt x="112516" y="8074"/>
                    <a:pt x="111312" y="7536"/>
                    <a:pt x="110004" y="7280"/>
                  </a:cubicBezTo>
                  <a:cubicBezTo>
                    <a:pt x="108108" y="6895"/>
                    <a:pt x="106134" y="7075"/>
                    <a:pt x="104340" y="7741"/>
                  </a:cubicBezTo>
                  <a:cubicBezTo>
                    <a:pt x="102905" y="8279"/>
                    <a:pt x="101572" y="8997"/>
                    <a:pt x="100342" y="9894"/>
                  </a:cubicBezTo>
                  <a:cubicBezTo>
                    <a:pt x="99060" y="10842"/>
                    <a:pt x="97881" y="11893"/>
                    <a:pt x="96831" y="13072"/>
                  </a:cubicBezTo>
                  <a:cubicBezTo>
                    <a:pt x="95472" y="14559"/>
                    <a:pt x="94242" y="16148"/>
                    <a:pt x="93114" y="17814"/>
                  </a:cubicBezTo>
                  <a:cubicBezTo>
                    <a:pt x="91781" y="19736"/>
                    <a:pt x="90449" y="21684"/>
                    <a:pt x="89116" y="23606"/>
                  </a:cubicBezTo>
                  <a:cubicBezTo>
                    <a:pt x="87578" y="25810"/>
                    <a:pt x="85861" y="27886"/>
                    <a:pt x="84015" y="29834"/>
                  </a:cubicBezTo>
                  <a:cubicBezTo>
                    <a:pt x="82657" y="31269"/>
                    <a:pt x="81145" y="32551"/>
                    <a:pt x="79505" y="33679"/>
                  </a:cubicBezTo>
                  <a:cubicBezTo>
                    <a:pt x="75916" y="36088"/>
                    <a:pt x="71764" y="37292"/>
                    <a:pt x="67125" y="37395"/>
                  </a:cubicBezTo>
                  <a:cubicBezTo>
                    <a:pt x="63665" y="37421"/>
                    <a:pt x="60179" y="36985"/>
                    <a:pt x="56822" y="36139"/>
                  </a:cubicBezTo>
                  <a:cubicBezTo>
                    <a:pt x="51260" y="34781"/>
                    <a:pt x="45878" y="32756"/>
                    <a:pt x="40803" y="30142"/>
                  </a:cubicBezTo>
                  <a:cubicBezTo>
                    <a:pt x="36907" y="28117"/>
                    <a:pt x="33140" y="25887"/>
                    <a:pt x="29500" y="23478"/>
                  </a:cubicBezTo>
                  <a:cubicBezTo>
                    <a:pt x="26015" y="21171"/>
                    <a:pt x="22554" y="18813"/>
                    <a:pt x="19043" y="16532"/>
                  </a:cubicBezTo>
                  <a:cubicBezTo>
                    <a:pt x="13302" y="12765"/>
                    <a:pt x="7381" y="9304"/>
                    <a:pt x="1307" y="6152"/>
                  </a:cubicBezTo>
                  <a:cubicBezTo>
                    <a:pt x="897" y="5947"/>
                    <a:pt x="436" y="5793"/>
                    <a:pt x="0" y="5588"/>
                  </a:cubicBezTo>
                  <a:lnTo>
                    <a:pt x="0" y="2974"/>
                  </a:lnTo>
                  <a:cubicBezTo>
                    <a:pt x="436" y="3153"/>
                    <a:pt x="897" y="3333"/>
                    <a:pt x="1307" y="3538"/>
                  </a:cubicBezTo>
                  <a:cubicBezTo>
                    <a:pt x="8227" y="7203"/>
                    <a:pt x="14942" y="11252"/>
                    <a:pt x="21427" y="15661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8" name="Google Shape;263;p11"/>
            <p:cNvSpPr/>
            <p:nvPr/>
          </p:nvSpPr>
          <p:spPr>
            <a:xfrm rot="10800000">
              <a:off x="360" y="1752120"/>
              <a:ext cx="1572120" cy="3028680"/>
            </a:xfrm>
            <a:custGeom>
              <a:avLst/>
              <a:gdLst>
                <a:gd name="textAreaLeft" fmla="*/ 0 w 1572120"/>
                <a:gd name="textAreaRight" fmla="*/ 1572480 w 1572120"/>
                <a:gd name="textAreaTop" fmla="*/ 0 h 3028680"/>
                <a:gd name="textAreaBottom" fmla="*/ 3029040 h 3028680"/>
              </a:gdLst>
              <a:ahLst/>
              <a:cxnLst/>
              <a:rect l="textAreaLeft" t="textAreaTop" r="textAreaRight" b="textAreaBottom"/>
              <a:pathLst>
                <a:path w="48954" h="103623">
                  <a:moveTo>
                    <a:pt x="30962" y="101188"/>
                  </a:moveTo>
                  <a:cubicBezTo>
                    <a:pt x="28040" y="100265"/>
                    <a:pt x="25220" y="99035"/>
                    <a:pt x="22529" y="97523"/>
                  </a:cubicBezTo>
                  <a:cubicBezTo>
                    <a:pt x="18223" y="95114"/>
                    <a:pt x="14302" y="92064"/>
                    <a:pt x="10944" y="88450"/>
                  </a:cubicBezTo>
                  <a:cubicBezTo>
                    <a:pt x="6049" y="83196"/>
                    <a:pt x="2794" y="77327"/>
                    <a:pt x="1179" y="70817"/>
                  </a:cubicBezTo>
                  <a:cubicBezTo>
                    <a:pt x="0" y="66024"/>
                    <a:pt x="180" y="61205"/>
                    <a:pt x="1282" y="56438"/>
                  </a:cubicBezTo>
                  <a:cubicBezTo>
                    <a:pt x="1846" y="54055"/>
                    <a:pt x="2538" y="51671"/>
                    <a:pt x="3230" y="49287"/>
                  </a:cubicBezTo>
                  <a:cubicBezTo>
                    <a:pt x="4434" y="45135"/>
                    <a:pt x="6075" y="41137"/>
                    <a:pt x="8125" y="37318"/>
                  </a:cubicBezTo>
                  <a:cubicBezTo>
                    <a:pt x="11073" y="31833"/>
                    <a:pt x="14968" y="26861"/>
                    <a:pt x="19479" y="22196"/>
                  </a:cubicBezTo>
                  <a:cubicBezTo>
                    <a:pt x="24631" y="16917"/>
                    <a:pt x="30141" y="12021"/>
                    <a:pt x="35985" y="7562"/>
                  </a:cubicBezTo>
                  <a:cubicBezTo>
                    <a:pt x="39958" y="4486"/>
                    <a:pt x="44315" y="1949"/>
                    <a:pt x="48954" y="1"/>
                  </a:cubicBezTo>
                  <a:lnTo>
                    <a:pt x="48954" y="3948"/>
                  </a:lnTo>
                  <a:cubicBezTo>
                    <a:pt x="48749" y="4025"/>
                    <a:pt x="48544" y="4076"/>
                    <a:pt x="48339" y="4179"/>
                  </a:cubicBezTo>
                  <a:cubicBezTo>
                    <a:pt x="45853" y="5383"/>
                    <a:pt x="43495" y="6793"/>
                    <a:pt x="41239" y="8433"/>
                  </a:cubicBezTo>
                  <a:cubicBezTo>
                    <a:pt x="33986" y="13687"/>
                    <a:pt x="27348" y="19428"/>
                    <a:pt x="21581" y="25836"/>
                  </a:cubicBezTo>
                  <a:cubicBezTo>
                    <a:pt x="17275" y="30654"/>
                    <a:pt x="13841" y="35883"/>
                    <a:pt x="11534" y="41573"/>
                  </a:cubicBezTo>
                  <a:cubicBezTo>
                    <a:pt x="10355" y="44443"/>
                    <a:pt x="9458" y="47442"/>
                    <a:pt x="8920" y="50492"/>
                  </a:cubicBezTo>
                  <a:cubicBezTo>
                    <a:pt x="8535" y="52645"/>
                    <a:pt x="8151" y="54772"/>
                    <a:pt x="7920" y="56925"/>
                  </a:cubicBezTo>
                  <a:cubicBezTo>
                    <a:pt x="7074" y="64614"/>
                    <a:pt x="9612" y="71432"/>
                    <a:pt x="15763" y="77275"/>
                  </a:cubicBezTo>
                  <a:cubicBezTo>
                    <a:pt x="19838" y="81145"/>
                    <a:pt x="24708" y="84119"/>
                    <a:pt x="30039" y="85964"/>
                  </a:cubicBezTo>
                  <a:cubicBezTo>
                    <a:pt x="34165" y="87399"/>
                    <a:pt x="38522" y="88091"/>
                    <a:pt x="42905" y="87989"/>
                  </a:cubicBezTo>
                  <a:cubicBezTo>
                    <a:pt x="44930" y="87963"/>
                    <a:pt x="46980" y="87707"/>
                    <a:pt x="48954" y="87194"/>
                  </a:cubicBezTo>
                  <a:lnTo>
                    <a:pt x="48954" y="102623"/>
                  </a:lnTo>
                  <a:cubicBezTo>
                    <a:pt x="48851" y="102623"/>
                    <a:pt x="48723" y="102623"/>
                    <a:pt x="48621" y="102649"/>
                  </a:cubicBezTo>
                  <a:cubicBezTo>
                    <a:pt x="42546" y="103623"/>
                    <a:pt x="36677" y="103008"/>
                    <a:pt x="30962" y="10118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9" name="Google Shape;264;p11"/>
            <p:cNvSpPr/>
            <p:nvPr/>
          </p:nvSpPr>
          <p:spPr>
            <a:xfrm rot="10800000">
              <a:off x="720" y="299880"/>
              <a:ext cx="4073760" cy="4843440"/>
            </a:xfrm>
            <a:custGeom>
              <a:avLst/>
              <a:gdLst>
                <a:gd name="textAreaLeft" fmla="*/ 0 w 4073760"/>
                <a:gd name="textAreaRight" fmla="*/ 4074120 w 4073760"/>
                <a:gd name="textAreaTop" fmla="*/ 0 h 4843440"/>
                <a:gd name="textAreaBottom" fmla="*/ 4843800 h 4843440"/>
              </a:gdLst>
              <a:ahLst/>
              <a:cxnLst/>
              <a:rect l="textAreaLeft" t="textAreaTop" r="textAreaRight" b="textAreaBottom"/>
              <a:pathLst>
                <a:path w="126844" h="165698">
                  <a:moveTo>
                    <a:pt x="114055" y="165595"/>
                  </a:moveTo>
                  <a:cubicBezTo>
                    <a:pt x="110184" y="165698"/>
                    <a:pt x="106340" y="165288"/>
                    <a:pt x="102598" y="164365"/>
                  </a:cubicBezTo>
                  <a:cubicBezTo>
                    <a:pt x="99573" y="163571"/>
                    <a:pt x="96600" y="162648"/>
                    <a:pt x="93679" y="161546"/>
                  </a:cubicBezTo>
                  <a:cubicBezTo>
                    <a:pt x="90321" y="160316"/>
                    <a:pt x="86963" y="159034"/>
                    <a:pt x="83580" y="157829"/>
                  </a:cubicBezTo>
                  <a:cubicBezTo>
                    <a:pt x="78019" y="155830"/>
                    <a:pt x="72252" y="154446"/>
                    <a:pt x="66383" y="153703"/>
                  </a:cubicBezTo>
                  <a:cubicBezTo>
                    <a:pt x="63640" y="153344"/>
                    <a:pt x="60898" y="153011"/>
                    <a:pt x="58181" y="152627"/>
                  </a:cubicBezTo>
                  <a:cubicBezTo>
                    <a:pt x="56054" y="152345"/>
                    <a:pt x="53978" y="151858"/>
                    <a:pt x="51953" y="151140"/>
                  </a:cubicBezTo>
                  <a:cubicBezTo>
                    <a:pt x="46904" y="149269"/>
                    <a:pt x="43597" y="146142"/>
                    <a:pt x="42085" y="141734"/>
                  </a:cubicBezTo>
                  <a:cubicBezTo>
                    <a:pt x="41624" y="140401"/>
                    <a:pt x="41342" y="138991"/>
                    <a:pt x="41214" y="137582"/>
                  </a:cubicBezTo>
                  <a:cubicBezTo>
                    <a:pt x="40983" y="135506"/>
                    <a:pt x="41034" y="133455"/>
                    <a:pt x="41009" y="131379"/>
                  </a:cubicBezTo>
                  <a:cubicBezTo>
                    <a:pt x="40983" y="129508"/>
                    <a:pt x="40932" y="127612"/>
                    <a:pt x="40829" y="125741"/>
                  </a:cubicBezTo>
                  <a:cubicBezTo>
                    <a:pt x="40676" y="122460"/>
                    <a:pt x="40470" y="119179"/>
                    <a:pt x="40317" y="115899"/>
                  </a:cubicBezTo>
                  <a:cubicBezTo>
                    <a:pt x="40137" y="112362"/>
                    <a:pt x="40009" y="108825"/>
                    <a:pt x="39778" y="105288"/>
                  </a:cubicBezTo>
                  <a:cubicBezTo>
                    <a:pt x="39573" y="102033"/>
                    <a:pt x="39266" y="98778"/>
                    <a:pt x="38984" y="95523"/>
                  </a:cubicBezTo>
                  <a:cubicBezTo>
                    <a:pt x="38651" y="91499"/>
                    <a:pt x="38241" y="87475"/>
                    <a:pt x="37600" y="83477"/>
                  </a:cubicBezTo>
                  <a:cubicBezTo>
                    <a:pt x="37087" y="80017"/>
                    <a:pt x="36062" y="76634"/>
                    <a:pt x="34499" y="73507"/>
                  </a:cubicBezTo>
                  <a:cubicBezTo>
                    <a:pt x="34063" y="72635"/>
                    <a:pt x="33678" y="71738"/>
                    <a:pt x="33320" y="70841"/>
                  </a:cubicBezTo>
                  <a:cubicBezTo>
                    <a:pt x="32628" y="69124"/>
                    <a:pt x="32448" y="67202"/>
                    <a:pt x="32833" y="65382"/>
                  </a:cubicBezTo>
                  <a:cubicBezTo>
                    <a:pt x="33063" y="64177"/>
                    <a:pt x="33473" y="63024"/>
                    <a:pt x="34037" y="61973"/>
                  </a:cubicBezTo>
                  <a:cubicBezTo>
                    <a:pt x="34781" y="60589"/>
                    <a:pt x="35575" y="59231"/>
                    <a:pt x="36370" y="57898"/>
                  </a:cubicBezTo>
                  <a:cubicBezTo>
                    <a:pt x="37010" y="56822"/>
                    <a:pt x="37677" y="55771"/>
                    <a:pt x="38292" y="54694"/>
                  </a:cubicBezTo>
                  <a:cubicBezTo>
                    <a:pt x="38830" y="53797"/>
                    <a:pt x="39240" y="52849"/>
                    <a:pt x="39497" y="51849"/>
                  </a:cubicBezTo>
                  <a:cubicBezTo>
                    <a:pt x="39702" y="51183"/>
                    <a:pt x="39753" y="50491"/>
                    <a:pt x="39676" y="49799"/>
                  </a:cubicBezTo>
                  <a:cubicBezTo>
                    <a:pt x="39497" y="48646"/>
                    <a:pt x="38753" y="47851"/>
                    <a:pt x="37446" y="47415"/>
                  </a:cubicBezTo>
                  <a:cubicBezTo>
                    <a:pt x="36652" y="47134"/>
                    <a:pt x="35831" y="47005"/>
                    <a:pt x="34986" y="46980"/>
                  </a:cubicBezTo>
                  <a:cubicBezTo>
                    <a:pt x="33909" y="46929"/>
                    <a:pt x="32807" y="46929"/>
                    <a:pt x="31705" y="46929"/>
                  </a:cubicBezTo>
                  <a:cubicBezTo>
                    <a:pt x="30193" y="46929"/>
                    <a:pt x="28655" y="46954"/>
                    <a:pt x="27143" y="46954"/>
                  </a:cubicBezTo>
                  <a:cubicBezTo>
                    <a:pt x="25092" y="46954"/>
                    <a:pt x="23068" y="46775"/>
                    <a:pt x="21068" y="46416"/>
                  </a:cubicBezTo>
                  <a:cubicBezTo>
                    <a:pt x="15763" y="45442"/>
                    <a:pt x="11457" y="43238"/>
                    <a:pt x="8202" y="39650"/>
                  </a:cubicBezTo>
                  <a:cubicBezTo>
                    <a:pt x="7151" y="38496"/>
                    <a:pt x="6229" y="37215"/>
                    <a:pt x="5460" y="35882"/>
                  </a:cubicBezTo>
                  <a:cubicBezTo>
                    <a:pt x="4178" y="33703"/>
                    <a:pt x="3179" y="31345"/>
                    <a:pt x="2512" y="28911"/>
                  </a:cubicBezTo>
                  <a:cubicBezTo>
                    <a:pt x="1410" y="24810"/>
                    <a:pt x="795" y="20581"/>
                    <a:pt x="693" y="16352"/>
                  </a:cubicBezTo>
                  <a:cubicBezTo>
                    <a:pt x="590" y="12507"/>
                    <a:pt x="539" y="8663"/>
                    <a:pt x="462" y="4793"/>
                  </a:cubicBezTo>
                  <a:cubicBezTo>
                    <a:pt x="462" y="3178"/>
                    <a:pt x="308" y="1589"/>
                    <a:pt x="1" y="0"/>
                  </a:cubicBezTo>
                  <a:lnTo>
                    <a:pt x="2743" y="0"/>
                  </a:lnTo>
                  <a:cubicBezTo>
                    <a:pt x="2794" y="1666"/>
                    <a:pt x="2897" y="3306"/>
                    <a:pt x="2871" y="4972"/>
                  </a:cubicBezTo>
                  <a:cubicBezTo>
                    <a:pt x="2871" y="7638"/>
                    <a:pt x="2769" y="10303"/>
                    <a:pt x="2743" y="12969"/>
                  </a:cubicBezTo>
                  <a:cubicBezTo>
                    <a:pt x="2692" y="16403"/>
                    <a:pt x="2897" y="19863"/>
                    <a:pt x="3384" y="23272"/>
                  </a:cubicBezTo>
                  <a:cubicBezTo>
                    <a:pt x="3768" y="25963"/>
                    <a:pt x="4460" y="28603"/>
                    <a:pt x="5460" y="31140"/>
                  </a:cubicBezTo>
                  <a:cubicBezTo>
                    <a:pt x="6511" y="33832"/>
                    <a:pt x="8048" y="36266"/>
                    <a:pt x="10022" y="38368"/>
                  </a:cubicBezTo>
                  <a:cubicBezTo>
                    <a:pt x="12380" y="40777"/>
                    <a:pt x="15353" y="42520"/>
                    <a:pt x="18634" y="43392"/>
                  </a:cubicBezTo>
                  <a:cubicBezTo>
                    <a:pt x="21632" y="44186"/>
                    <a:pt x="24759" y="44442"/>
                    <a:pt x="27835" y="44084"/>
                  </a:cubicBezTo>
                  <a:cubicBezTo>
                    <a:pt x="29834" y="43879"/>
                    <a:pt x="31807" y="43571"/>
                    <a:pt x="33755" y="43135"/>
                  </a:cubicBezTo>
                  <a:cubicBezTo>
                    <a:pt x="36113" y="42648"/>
                    <a:pt x="38446" y="42110"/>
                    <a:pt x="40804" y="41674"/>
                  </a:cubicBezTo>
                  <a:cubicBezTo>
                    <a:pt x="41880" y="41495"/>
                    <a:pt x="42982" y="41367"/>
                    <a:pt x="44059" y="41290"/>
                  </a:cubicBezTo>
                  <a:cubicBezTo>
                    <a:pt x="44853" y="41239"/>
                    <a:pt x="45648" y="41316"/>
                    <a:pt x="46442" y="41521"/>
                  </a:cubicBezTo>
                  <a:cubicBezTo>
                    <a:pt x="47647" y="41828"/>
                    <a:pt x="48416" y="42520"/>
                    <a:pt x="48723" y="43545"/>
                  </a:cubicBezTo>
                  <a:cubicBezTo>
                    <a:pt x="48877" y="44160"/>
                    <a:pt x="48928" y="44776"/>
                    <a:pt x="48826" y="45416"/>
                  </a:cubicBezTo>
                  <a:cubicBezTo>
                    <a:pt x="48672" y="46518"/>
                    <a:pt x="48365" y="47595"/>
                    <a:pt x="47903" y="48594"/>
                  </a:cubicBezTo>
                  <a:cubicBezTo>
                    <a:pt x="47314" y="49927"/>
                    <a:pt x="46622" y="51209"/>
                    <a:pt x="45827" y="52439"/>
                  </a:cubicBezTo>
                  <a:cubicBezTo>
                    <a:pt x="44725" y="54156"/>
                    <a:pt x="43572" y="55873"/>
                    <a:pt x="42521" y="57591"/>
                  </a:cubicBezTo>
                  <a:cubicBezTo>
                    <a:pt x="41854" y="58667"/>
                    <a:pt x="41239" y="59795"/>
                    <a:pt x="40701" y="60922"/>
                  </a:cubicBezTo>
                  <a:cubicBezTo>
                    <a:pt x="39753" y="62845"/>
                    <a:pt x="39368" y="64972"/>
                    <a:pt x="39548" y="67099"/>
                  </a:cubicBezTo>
                  <a:cubicBezTo>
                    <a:pt x="39650" y="68125"/>
                    <a:pt x="39753" y="69150"/>
                    <a:pt x="39932" y="70175"/>
                  </a:cubicBezTo>
                  <a:cubicBezTo>
                    <a:pt x="40394" y="72892"/>
                    <a:pt x="40727" y="75660"/>
                    <a:pt x="40906" y="78402"/>
                  </a:cubicBezTo>
                  <a:cubicBezTo>
                    <a:pt x="41188" y="82810"/>
                    <a:pt x="41419" y="87219"/>
                    <a:pt x="41675" y="91627"/>
                  </a:cubicBezTo>
                  <a:cubicBezTo>
                    <a:pt x="41829" y="94241"/>
                    <a:pt x="41983" y="96830"/>
                    <a:pt x="42188" y="99419"/>
                  </a:cubicBezTo>
                  <a:cubicBezTo>
                    <a:pt x="42393" y="102007"/>
                    <a:pt x="42598" y="104622"/>
                    <a:pt x="42777" y="107210"/>
                  </a:cubicBezTo>
                  <a:cubicBezTo>
                    <a:pt x="42957" y="110055"/>
                    <a:pt x="43110" y="112900"/>
                    <a:pt x="43315" y="115745"/>
                  </a:cubicBezTo>
                  <a:cubicBezTo>
                    <a:pt x="43392" y="116898"/>
                    <a:pt x="43495" y="118052"/>
                    <a:pt x="43623" y="119205"/>
                  </a:cubicBezTo>
                  <a:cubicBezTo>
                    <a:pt x="43854" y="121384"/>
                    <a:pt x="44110" y="123562"/>
                    <a:pt x="44366" y="125766"/>
                  </a:cubicBezTo>
                  <a:cubicBezTo>
                    <a:pt x="44699" y="128509"/>
                    <a:pt x="44981" y="131251"/>
                    <a:pt x="45340" y="133994"/>
                  </a:cubicBezTo>
                  <a:cubicBezTo>
                    <a:pt x="45545" y="135813"/>
                    <a:pt x="46007" y="137607"/>
                    <a:pt x="46699" y="139299"/>
                  </a:cubicBezTo>
                  <a:cubicBezTo>
                    <a:pt x="48185" y="142836"/>
                    <a:pt x="50953" y="145476"/>
                    <a:pt x="55028" y="147142"/>
                  </a:cubicBezTo>
                  <a:cubicBezTo>
                    <a:pt x="55772" y="147449"/>
                    <a:pt x="56566" y="147706"/>
                    <a:pt x="57335" y="147962"/>
                  </a:cubicBezTo>
                  <a:cubicBezTo>
                    <a:pt x="59129" y="148475"/>
                    <a:pt x="60949" y="148910"/>
                    <a:pt x="62794" y="149243"/>
                  </a:cubicBezTo>
                  <a:cubicBezTo>
                    <a:pt x="65998" y="149884"/>
                    <a:pt x="69202" y="150474"/>
                    <a:pt x="72406" y="151191"/>
                  </a:cubicBezTo>
                  <a:cubicBezTo>
                    <a:pt x="77173" y="152293"/>
                    <a:pt x="81735" y="153857"/>
                    <a:pt x="86246" y="155523"/>
                  </a:cubicBezTo>
                  <a:cubicBezTo>
                    <a:pt x="89655" y="156804"/>
                    <a:pt x="93063" y="158086"/>
                    <a:pt x="96524" y="159290"/>
                  </a:cubicBezTo>
                  <a:cubicBezTo>
                    <a:pt x="100471" y="160674"/>
                    <a:pt x="104546" y="161571"/>
                    <a:pt x="108698" y="161905"/>
                  </a:cubicBezTo>
                  <a:cubicBezTo>
                    <a:pt x="111517" y="162135"/>
                    <a:pt x="114311" y="162084"/>
                    <a:pt x="117104" y="161725"/>
                  </a:cubicBezTo>
                  <a:cubicBezTo>
                    <a:pt x="120026" y="161341"/>
                    <a:pt x="122923" y="160726"/>
                    <a:pt x="125767" y="159880"/>
                  </a:cubicBezTo>
                  <a:cubicBezTo>
                    <a:pt x="126126" y="159752"/>
                    <a:pt x="126485" y="159675"/>
                    <a:pt x="126844" y="159598"/>
                  </a:cubicBezTo>
                  <a:lnTo>
                    <a:pt x="126844" y="163160"/>
                  </a:lnTo>
                  <a:cubicBezTo>
                    <a:pt x="125972" y="163442"/>
                    <a:pt x="125075" y="163750"/>
                    <a:pt x="124178" y="163981"/>
                  </a:cubicBezTo>
                  <a:cubicBezTo>
                    <a:pt x="120872" y="164903"/>
                    <a:pt x="117489" y="165442"/>
                    <a:pt x="114055" y="16559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0" name="Google Shape;265;p11"/>
            <p:cNvSpPr/>
            <p:nvPr/>
          </p:nvSpPr>
          <p:spPr>
            <a:xfrm rot="10800000">
              <a:off x="7029000" y="4515840"/>
              <a:ext cx="2113920" cy="627480"/>
            </a:xfrm>
            <a:custGeom>
              <a:avLst/>
              <a:gdLst>
                <a:gd name="textAreaLeft" fmla="*/ 0 w 2113920"/>
                <a:gd name="textAreaRight" fmla="*/ 2114280 w 2113920"/>
                <a:gd name="textAreaTop" fmla="*/ 0 h 627480"/>
                <a:gd name="textAreaBottom" fmla="*/ 627840 h 627480"/>
              </a:gdLst>
              <a:ahLst/>
              <a:cxnLst/>
              <a:rect l="textAreaLeft" t="textAreaTop" r="textAreaRight" b="textAreaBottom"/>
              <a:pathLst>
                <a:path w="65819" h="21478">
                  <a:moveTo>
                    <a:pt x="65152" y="513"/>
                  </a:moveTo>
                  <a:cubicBezTo>
                    <a:pt x="62179" y="2230"/>
                    <a:pt x="59616" y="4537"/>
                    <a:pt x="57565" y="7305"/>
                  </a:cubicBezTo>
                  <a:cubicBezTo>
                    <a:pt x="56591" y="8637"/>
                    <a:pt x="55617" y="9970"/>
                    <a:pt x="54643" y="11328"/>
                  </a:cubicBezTo>
                  <a:cubicBezTo>
                    <a:pt x="53311" y="13148"/>
                    <a:pt x="51875" y="14865"/>
                    <a:pt x="50312" y="16506"/>
                  </a:cubicBezTo>
                  <a:cubicBezTo>
                    <a:pt x="49210" y="17659"/>
                    <a:pt x="47954" y="18684"/>
                    <a:pt x="46596" y="19530"/>
                  </a:cubicBezTo>
                  <a:cubicBezTo>
                    <a:pt x="45032" y="20504"/>
                    <a:pt x="43264" y="21119"/>
                    <a:pt x="41418" y="21350"/>
                  </a:cubicBezTo>
                  <a:cubicBezTo>
                    <a:pt x="39983" y="21478"/>
                    <a:pt x="38548" y="21401"/>
                    <a:pt x="37112" y="21145"/>
                  </a:cubicBezTo>
                  <a:cubicBezTo>
                    <a:pt x="35088" y="20786"/>
                    <a:pt x="33088" y="20299"/>
                    <a:pt x="31141" y="19658"/>
                  </a:cubicBezTo>
                  <a:cubicBezTo>
                    <a:pt x="27578" y="18556"/>
                    <a:pt x="24118" y="17275"/>
                    <a:pt x="20735" y="15891"/>
                  </a:cubicBezTo>
                  <a:cubicBezTo>
                    <a:pt x="14250" y="13251"/>
                    <a:pt x="7817" y="10585"/>
                    <a:pt x="1358" y="7945"/>
                  </a:cubicBezTo>
                  <a:cubicBezTo>
                    <a:pt x="923" y="7766"/>
                    <a:pt x="538" y="7510"/>
                    <a:pt x="0" y="7510"/>
                  </a:cubicBezTo>
                  <a:lnTo>
                    <a:pt x="0" y="0"/>
                  </a:lnTo>
                  <a:lnTo>
                    <a:pt x="14122" y="0"/>
                  </a:lnTo>
                  <a:cubicBezTo>
                    <a:pt x="14302" y="51"/>
                    <a:pt x="14481" y="103"/>
                    <a:pt x="14660" y="128"/>
                  </a:cubicBezTo>
                  <a:cubicBezTo>
                    <a:pt x="18761" y="487"/>
                    <a:pt x="22888" y="718"/>
                    <a:pt x="27040" y="359"/>
                  </a:cubicBezTo>
                  <a:cubicBezTo>
                    <a:pt x="28116" y="282"/>
                    <a:pt x="29218" y="282"/>
                    <a:pt x="30295" y="0"/>
                  </a:cubicBezTo>
                  <a:lnTo>
                    <a:pt x="65818" y="0"/>
                  </a:lnTo>
                  <a:cubicBezTo>
                    <a:pt x="65613" y="179"/>
                    <a:pt x="65382" y="359"/>
                    <a:pt x="65152" y="513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1" name="Google Shape;266;p11"/>
            <p:cNvSpPr/>
            <p:nvPr/>
          </p:nvSpPr>
          <p:spPr>
            <a:xfrm rot="10800000">
              <a:off x="6056280" y="3743280"/>
              <a:ext cx="3086640" cy="1400040"/>
            </a:xfrm>
            <a:custGeom>
              <a:avLst/>
              <a:gdLst>
                <a:gd name="textAreaLeft" fmla="*/ 0 w 3086640"/>
                <a:gd name="textAreaRight" fmla="*/ 3087000 w 3086640"/>
                <a:gd name="textAreaTop" fmla="*/ 0 h 1400040"/>
                <a:gd name="textAreaBottom" fmla="*/ 1400400 h 1400040"/>
              </a:gdLst>
              <a:ahLst/>
              <a:cxnLst/>
              <a:rect l="textAreaLeft" t="textAreaTop" r="textAreaRight" b="textAreaBottom"/>
              <a:pathLst>
                <a:path w="96113" h="47903">
                  <a:moveTo>
                    <a:pt x="90141" y="6894"/>
                  </a:moveTo>
                  <a:cubicBezTo>
                    <a:pt x="89141" y="8073"/>
                    <a:pt x="88168" y="9252"/>
                    <a:pt x="87194" y="10457"/>
                  </a:cubicBezTo>
                  <a:cubicBezTo>
                    <a:pt x="83862" y="14532"/>
                    <a:pt x="81376" y="19248"/>
                    <a:pt x="79915" y="24323"/>
                  </a:cubicBezTo>
                  <a:cubicBezTo>
                    <a:pt x="79018" y="27552"/>
                    <a:pt x="77967" y="30705"/>
                    <a:pt x="76762" y="33832"/>
                  </a:cubicBezTo>
                  <a:cubicBezTo>
                    <a:pt x="75839" y="36138"/>
                    <a:pt x="74712" y="38368"/>
                    <a:pt x="73379" y="40470"/>
                  </a:cubicBezTo>
                  <a:cubicBezTo>
                    <a:pt x="72482" y="41828"/>
                    <a:pt x="71457" y="43084"/>
                    <a:pt x="70303" y="44186"/>
                  </a:cubicBezTo>
                  <a:cubicBezTo>
                    <a:pt x="68484" y="45878"/>
                    <a:pt x="66228" y="47005"/>
                    <a:pt x="63819" y="47492"/>
                  </a:cubicBezTo>
                  <a:cubicBezTo>
                    <a:pt x="61871" y="47851"/>
                    <a:pt x="59872" y="47902"/>
                    <a:pt x="57924" y="47646"/>
                  </a:cubicBezTo>
                  <a:cubicBezTo>
                    <a:pt x="55182" y="47313"/>
                    <a:pt x="52490" y="46621"/>
                    <a:pt x="49953" y="45570"/>
                  </a:cubicBezTo>
                  <a:cubicBezTo>
                    <a:pt x="47441" y="44571"/>
                    <a:pt x="45032" y="43392"/>
                    <a:pt x="42674" y="42059"/>
                  </a:cubicBezTo>
                  <a:cubicBezTo>
                    <a:pt x="39342" y="40188"/>
                    <a:pt x="36164" y="38189"/>
                    <a:pt x="32986" y="36138"/>
                  </a:cubicBezTo>
                  <a:cubicBezTo>
                    <a:pt x="27117" y="32422"/>
                    <a:pt x="21222" y="28731"/>
                    <a:pt x="15096" y="25297"/>
                  </a:cubicBezTo>
                  <a:cubicBezTo>
                    <a:pt x="10534" y="22734"/>
                    <a:pt x="5869" y="20248"/>
                    <a:pt x="1128" y="17890"/>
                  </a:cubicBezTo>
                  <a:cubicBezTo>
                    <a:pt x="795" y="17659"/>
                    <a:pt x="410" y="17531"/>
                    <a:pt x="0" y="17480"/>
                  </a:cubicBezTo>
                  <a:lnTo>
                    <a:pt x="0" y="13533"/>
                  </a:lnTo>
                  <a:cubicBezTo>
                    <a:pt x="513" y="13738"/>
                    <a:pt x="1025" y="13943"/>
                    <a:pt x="1512" y="14173"/>
                  </a:cubicBezTo>
                  <a:cubicBezTo>
                    <a:pt x="11790" y="19043"/>
                    <a:pt x="21837" y="24195"/>
                    <a:pt x="31679" y="29628"/>
                  </a:cubicBezTo>
                  <a:cubicBezTo>
                    <a:pt x="34908" y="31422"/>
                    <a:pt x="38214" y="33165"/>
                    <a:pt x="41521" y="34857"/>
                  </a:cubicBezTo>
                  <a:cubicBezTo>
                    <a:pt x="43802" y="36061"/>
                    <a:pt x="46160" y="37061"/>
                    <a:pt x="48595" y="37881"/>
                  </a:cubicBezTo>
                  <a:cubicBezTo>
                    <a:pt x="50594" y="38599"/>
                    <a:pt x="52721" y="39034"/>
                    <a:pt x="54848" y="39188"/>
                  </a:cubicBezTo>
                  <a:cubicBezTo>
                    <a:pt x="58001" y="39342"/>
                    <a:pt x="60666" y="38547"/>
                    <a:pt x="62819" y="36574"/>
                  </a:cubicBezTo>
                  <a:cubicBezTo>
                    <a:pt x="63998" y="35498"/>
                    <a:pt x="64998" y="34242"/>
                    <a:pt x="65844" y="32858"/>
                  </a:cubicBezTo>
                  <a:cubicBezTo>
                    <a:pt x="67125" y="30756"/>
                    <a:pt x="68176" y="28526"/>
                    <a:pt x="68996" y="26219"/>
                  </a:cubicBezTo>
                  <a:cubicBezTo>
                    <a:pt x="69945" y="23451"/>
                    <a:pt x="70816" y="20658"/>
                    <a:pt x="71739" y="17890"/>
                  </a:cubicBezTo>
                  <a:cubicBezTo>
                    <a:pt x="72097" y="16788"/>
                    <a:pt x="72456" y="15711"/>
                    <a:pt x="72866" y="14635"/>
                  </a:cubicBezTo>
                  <a:cubicBezTo>
                    <a:pt x="73866" y="12097"/>
                    <a:pt x="75353" y="9765"/>
                    <a:pt x="77223" y="7766"/>
                  </a:cubicBezTo>
                  <a:cubicBezTo>
                    <a:pt x="78633" y="6254"/>
                    <a:pt x="80120" y="4844"/>
                    <a:pt x="81709" y="3511"/>
                  </a:cubicBezTo>
                  <a:cubicBezTo>
                    <a:pt x="82836" y="2537"/>
                    <a:pt x="83964" y="1589"/>
                    <a:pt x="85092" y="589"/>
                  </a:cubicBezTo>
                  <a:cubicBezTo>
                    <a:pt x="85271" y="410"/>
                    <a:pt x="85451" y="205"/>
                    <a:pt x="85630" y="0"/>
                  </a:cubicBezTo>
                  <a:lnTo>
                    <a:pt x="96113" y="0"/>
                  </a:lnTo>
                  <a:cubicBezTo>
                    <a:pt x="95857" y="333"/>
                    <a:pt x="95626" y="641"/>
                    <a:pt x="95370" y="948"/>
                  </a:cubicBezTo>
                  <a:cubicBezTo>
                    <a:pt x="93627" y="2922"/>
                    <a:pt x="91884" y="4895"/>
                    <a:pt x="90141" y="6894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2" name="Google Shape;267;p11"/>
            <p:cNvSpPr/>
            <p:nvPr/>
          </p:nvSpPr>
          <p:spPr>
            <a:xfrm rot="10800000">
              <a:off x="5669280" y="1080"/>
              <a:ext cx="3473640" cy="3142800"/>
            </a:xfrm>
            <a:custGeom>
              <a:avLst/>
              <a:gdLst>
                <a:gd name="textAreaLeft" fmla="*/ 0 w 3473640"/>
                <a:gd name="textAreaRight" fmla="*/ 3474000 w 3473640"/>
                <a:gd name="textAreaTop" fmla="*/ 0 h 3142800"/>
                <a:gd name="textAreaBottom" fmla="*/ 3143160 h 3142800"/>
              </a:gdLst>
              <a:ahLst/>
              <a:cxnLst/>
              <a:rect l="textAreaLeft" t="textAreaTop" r="textAreaRight" b="textAreaBottom"/>
              <a:pathLst>
                <a:path w="108160" h="107519">
                  <a:moveTo>
                    <a:pt x="897" y="6280"/>
                  </a:moveTo>
                  <a:cubicBezTo>
                    <a:pt x="1717" y="5331"/>
                    <a:pt x="2614" y="4486"/>
                    <a:pt x="3588" y="3717"/>
                  </a:cubicBezTo>
                  <a:cubicBezTo>
                    <a:pt x="5869" y="1923"/>
                    <a:pt x="8586" y="769"/>
                    <a:pt x="11457" y="359"/>
                  </a:cubicBezTo>
                  <a:cubicBezTo>
                    <a:pt x="12918" y="129"/>
                    <a:pt x="14378" y="0"/>
                    <a:pt x="15865" y="0"/>
                  </a:cubicBezTo>
                  <a:cubicBezTo>
                    <a:pt x="19197" y="26"/>
                    <a:pt x="22503" y="308"/>
                    <a:pt x="25784" y="846"/>
                  </a:cubicBezTo>
                  <a:cubicBezTo>
                    <a:pt x="30423" y="1513"/>
                    <a:pt x="35011" y="2410"/>
                    <a:pt x="39573" y="3281"/>
                  </a:cubicBezTo>
                  <a:cubicBezTo>
                    <a:pt x="46954" y="4716"/>
                    <a:pt x="54387" y="5998"/>
                    <a:pt x="61948" y="6664"/>
                  </a:cubicBezTo>
                  <a:cubicBezTo>
                    <a:pt x="65306" y="6997"/>
                    <a:pt x="68689" y="7151"/>
                    <a:pt x="72097" y="7100"/>
                  </a:cubicBezTo>
                  <a:cubicBezTo>
                    <a:pt x="75968" y="6997"/>
                    <a:pt x="79863" y="6587"/>
                    <a:pt x="83682" y="5921"/>
                  </a:cubicBezTo>
                  <a:cubicBezTo>
                    <a:pt x="85605" y="5613"/>
                    <a:pt x="87552" y="5280"/>
                    <a:pt x="89500" y="4998"/>
                  </a:cubicBezTo>
                  <a:cubicBezTo>
                    <a:pt x="90910" y="4793"/>
                    <a:pt x="92371" y="4742"/>
                    <a:pt x="93806" y="4896"/>
                  </a:cubicBezTo>
                  <a:cubicBezTo>
                    <a:pt x="95985" y="5101"/>
                    <a:pt x="97779" y="5895"/>
                    <a:pt x="99086" y="7382"/>
                  </a:cubicBezTo>
                  <a:cubicBezTo>
                    <a:pt x="99573" y="7946"/>
                    <a:pt x="100009" y="8561"/>
                    <a:pt x="100419" y="9227"/>
                  </a:cubicBezTo>
                  <a:cubicBezTo>
                    <a:pt x="101034" y="10304"/>
                    <a:pt x="101495" y="11483"/>
                    <a:pt x="101777" y="12687"/>
                  </a:cubicBezTo>
                  <a:cubicBezTo>
                    <a:pt x="102623" y="15942"/>
                    <a:pt x="102572" y="19223"/>
                    <a:pt x="102162" y="22504"/>
                  </a:cubicBezTo>
                  <a:cubicBezTo>
                    <a:pt x="101752" y="25246"/>
                    <a:pt x="101239" y="27988"/>
                    <a:pt x="100547" y="30680"/>
                  </a:cubicBezTo>
                  <a:cubicBezTo>
                    <a:pt x="99394" y="35549"/>
                    <a:pt x="98317" y="40445"/>
                    <a:pt x="97625" y="45417"/>
                  </a:cubicBezTo>
                  <a:cubicBezTo>
                    <a:pt x="97164" y="48518"/>
                    <a:pt x="96882" y="51619"/>
                    <a:pt x="96779" y="54772"/>
                  </a:cubicBezTo>
                  <a:cubicBezTo>
                    <a:pt x="96677" y="58052"/>
                    <a:pt x="96728" y="61333"/>
                    <a:pt x="96959" y="64639"/>
                  </a:cubicBezTo>
                  <a:cubicBezTo>
                    <a:pt x="97241" y="68484"/>
                    <a:pt x="97728" y="72303"/>
                    <a:pt x="98445" y="76121"/>
                  </a:cubicBezTo>
                  <a:cubicBezTo>
                    <a:pt x="99188" y="80222"/>
                    <a:pt x="100188" y="84297"/>
                    <a:pt x="101341" y="88373"/>
                  </a:cubicBezTo>
                  <a:cubicBezTo>
                    <a:pt x="103059" y="94524"/>
                    <a:pt x="105160" y="100572"/>
                    <a:pt x="107646" y="106493"/>
                  </a:cubicBezTo>
                  <a:cubicBezTo>
                    <a:pt x="107800" y="106826"/>
                    <a:pt x="108005" y="107185"/>
                    <a:pt x="108159" y="107518"/>
                  </a:cubicBezTo>
                  <a:lnTo>
                    <a:pt x="102238" y="107518"/>
                  </a:lnTo>
                  <a:cubicBezTo>
                    <a:pt x="102238" y="107364"/>
                    <a:pt x="102213" y="107211"/>
                    <a:pt x="102187" y="107057"/>
                  </a:cubicBezTo>
                  <a:cubicBezTo>
                    <a:pt x="101726" y="105340"/>
                    <a:pt x="101239" y="103648"/>
                    <a:pt x="100778" y="101931"/>
                  </a:cubicBezTo>
                  <a:cubicBezTo>
                    <a:pt x="98753" y="94370"/>
                    <a:pt x="96907" y="86809"/>
                    <a:pt x="95575" y="79146"/>
                  </a:cubicBezTo>
                  <a:cubicBezTo>
                    <a:pt x="94729" y="74353"/>
                    <a:pt x="94165" y="69509"/>
                    <a:pt x="93883" y="64665"/>
                  </a:cubicBezTo>
                  <a:cubicBezTo>
                    <a:pt x="93499" y="57770"/>
                    <a:pt x="93781" y="50850"/>
                    <a:pt x="94780" y="44033"/>
                  </a:cubicBezTo>
                  <a:cubicBezTo>
                    <a:pt x="95370" y="39753"/>
                    <a:pt x="96215" y="35524"/>
                    <a:pt x="97087" y="31295"/>
                  </a:cubicBezTo>
                  <a:cubicBezTo>
                    <a:pt x="97728" y="28475"/>
                    <a:pt x="98189" y="25630"/>
                    <a:pt x="98496" y="22734"/>
                  </a:cubicBezTo>
                  <a:cubicBezTo>
                    <a:pt x="98702" y="20556"/>
                    <a:pt x="98573" y="18351"/>
                    <a:pt x="98112" y="16199"/>
                  </a:cubicBezTo>
                  <a:cubicBezTo>
                    <a:pt x="97830" y="14840"/>
                    <a:pt x="97317" y="13533"/>
                    <a:pt x="96549" y="12380"/>
                  </a:cubicBezTo>
                  <a:cubicBezTo>
                    <a:pt x="95344" y="10586"/>
                    <a:pt x="93524" y="9458"/>
                    <a:pt x="91064" y="9022"/>
                  </a:cubicBezTo>
                  <a:cubicBezTo>
                    <a:pt x="89603" y="8766"/>
                    <a:pt x="88142" y="8689"/>
                    <a:pt x="86655" y="8766"/>
                  </a:cubicBezTo>
                  <a:cubicBezTo>
                    <a:pt x="83810" y="8945"/>
                    <a:pt x="80991" y="9125"/>
                    <a:pt x="78146" y="9304"/>
                  </a:cubicBezTo>
                  <a:cubicBezTo>
                    <a:pt x="75224" y="9484"/>
                    <a:pt x="72303" y="9560"/>
                    <a:pt x="69381" y="9509"/>
                  </a:cubicBezTo>
                  <a:cubicBezTo>
                    <a:pt x="64306" y="9407"/>
                    <a:pt x="59231" y="9073"/>
                    <a:pt x="54182" y="8510"/>
                  </a:cubicBezTo>
                  <a:cubicBezTo>
                    <a:pt x="49620" y="7971"/>
                    <a:pt x="45032" y="7459"/>
                    <a:pt x="40444" y="6895"/>
                  </a:cubicBezTo>
                  <a:cubicBezTo>
                    <a:pt x="35575" y="6305"/>
                    <a:pt x="30679" y="5767"/>
                    <a:pt x="25758" y="5562"/>
                  </a:cubicBezTo>
                  <a:cubicBezTo>
                    <a:pt x="22683" y="5408"/>
                    <a:pt x="19607" y="5588"/>
                    <a:pt x="16583" y="6049"/>
                  </a:cubicBezTo>
                  <a:cubicBezTo>
                    <a:pt x="12149" y="6741"/>
                    <a:pt x="8407" y="8484"/>
                    <a:pt x="5382" y="11252"/>
                  </a:cubicBezTo>
                  <a:cubicBezTo>
                    <a:pt x="3742" y="12790"/>
                    <a:pt x="2307" y="14558"/>
                    <a:pt x="1102" y="16455"/>
                  </a:cubicBezTo>
                  <a:cubicBezTo>
                    <a:pt x="923" y="16737"/>
                    <a:pt x="743" y="17019"/>
                    <a:pt x="589" y="17275"/>
                  </a:cubicBezTo>
                  <a:cubicBezTo>
                    <a:pt x="461" y="17480"/>
                    <a:pt x="231" y="17634"/>
                    <a:pt x="0" y="17685"/>
                  </a:cubicBezTo>
                  <a:lnTo>
                    <a:pt x="0" y="6972"/>
                  </a:lnTo>
                  <a:cubicBezTo>
                    <a:pt x="359" y="6844"/>
                    <a:pt x="692" y="6587"/>
                    <a:pt x="897" y="6280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3" name="Google Shape;268;p11"/>
            <p:cNvSpPr/>
            <p:nvPr/>
          </p:nvSpPr>
          <p:spPr>
            <a:xfrm rot="10800000">
              <a:off x="6543360" y="360"/>
              <a:ext cx="2599560" cy="2420280"/>
            </a:xfrm>
            <a:custGeom>
              <a:avLst/>
              <a:gdLst>
                <a:gd name="textAreaLeft" fmla="*/ 0 w 2599560"/>
                <a:gd name="textAreaRight" fmla="*/ 2599920 w 2599560"/>
                <a:gd name="textAreaTop" fmla="*/ 0 h 2420280"/>
                <a:gd name="textAreaBottom" fmla="*/ 2420640 h 2420280"/>
              </a:gdLst>
              <a:ahLst/>
              <a:cxnLst/>
              <a:rect l="textAreaLeft" t="textAreaTop" r="textAreaRight" b="textAreaBottom"/>
              <a:pathLst>
                <a:path w="80940" h="82811">
                  <a:moveTo>
                    <a:pt x="1333" y="34498"/>
                  </a:moveTo>
                  <a:cubicBezTo>
                    <a:pt x="3921" y="32294"/>
                    <a:pt x="6331" y="29962"/>
                    <a:pt x="8637" y="27553"/>
                  </a:cubicBezTo>
                  <a:cubicBezTo>
                    <a:pt x="12097" y="24016"/>
                    <a:pt x="15378" y="20376"/>
                    <a:pt x="18659" y="16737"/>
                  </a:cubicBezTo>
                  <a:cubicBezTo>
                    <a:pt x="20248" y="14943"/>
                    <a:pt x="21939" y="13251"/>
                    <a:pt x="23708" y="11662"/>
                  </a:cubicBezTo>
                  <a:cubicBezTo>
                    <a:pt x="27681" y="8125"/>
                    <a:pt x="32320" y="5408"/>
                    <a:pt x="37369" y="3717"/>
                  </a:cubicBezTo>
                  <a:cubicBezTo>
                    <a:pt x="39983" y="2820"/>
                    <a:pt x="42674" y="2102"/>
                    <a:pt x="45365" y="1589"/>
                  </a:cubicBezTo>
                  <a:cubicBezTo>
                    <a:pt x="49312" y="846"/>
                    <a:pt x="53311" y="385"/>
                    <a:pt x="57309" y="205"/>
                  </a:cubicBezTo>
                  <a:cubicBezTo>
                    <a:pt x="60513" y="0"/>
                    <a:pt x="63742" y="103"/>
                    <a:pt x="66946" y="462"/>
                  </a:cubicBezTo>
                  <a:cubicBezTo>
                    <a:pt x="68740" y="667"/>
                    <a:pt x="70508" y="1051"/>
                    <a:pt x="72226" y="1615"/>
                  </a:cubicBezTo>
                  <a:cubicBezTo>
                    <a:pt x="75481" y="2717"/>
                    <a:pt x="77787" y="4588"/>
                    <a:pt x="79018" y="7331"/>
                  </a:cubicBezTo>
                  <a:cubicBezTo>
                    <a:pt x="79274" y="7920"/>
                    <a:pt x="79505" y="8510"/>
                    <a:pt x="79710" y="9125"/>
                  </a:cubicBezTo>
                  <a:cubicBezTo>
                    <a:pt x="80197" y="10791"/>
                    <a:pt x="80504" y="12508"/>
                    <a:pt x="80607" y="14225"/>
                  </a:cubicBezTo>
                  <a:cubicBezTo>
                    <a:pt x="80940" y="17736"/>
                    <a:pt x="80837" y="21222"/>
                    <a:pt x="80760" y="24733"/>
                  </a:cubicBezTo>
                  <a:cubicBezTo>
                    <a:pt x="80581" y="31243"/>
                    <a:pt x="80376" y="37753"/>
                    <a:pt x="80222" y="44289"/>
                  </a:cubicBezTo>
                  <a:cubicBezTo>
                    <a:pt x="80094" y="49364"/>
                    <a:pt x="80043" y="54438"/>
                    <a:pt x="79966" y="59488"/>
                  </a:cubicBezTo>
                  <a:cubicBezTo>
                    <a:pt x="79889" y="63101"/>
                    <a:pt x="79658" y="66690"/>
                    <a:pt x="79274" y="70278"/>
                  </a:cubicBezTo>
                  <a:cubicBezTo>
                    <a:pt x="78889" y="74225"/>
                    <a:pt x="78172" y="78146"/>
                    <a:pt x="77121" y="81965"/>
                  </a:cubicBezTo>
                  <a:cubicBezTo>
                    <a:pt x="77044" y="82247"/>
                    <a:pt x="76993" y="82529"/>
                    <a:pt x="76967" y="82811"/>
                  </a:cubicBezTo>
                  <a:lnTo>
                    <a:pt x="70816" y="82811"/>
                  </a:lnTo>
                  <a:cubicBezTo>
                    <a:pt x="70918" y="82478"/>
                    <a:pt x="71021" y="82119"/>
                    <a:pt x="71149" y="81811"/>
                  </a:cubicBezTo>
                  <a:cubicBezTo>
                    <a:pt x="72379" y="78864"/>
                    <a:pt x="73328" y="75839"/>
                    <a:pt x="74020" y="72738"/>
                  </a:cubicBezTo>
                  <a:cubicBezTo>
                    <a:pt x="74994" y="68381"/>
                    <a:pt x="75660" y="63947"/>
                    <a:pt x="76019" y="59513"/>
                  </a:cubicBezTo>
                  <a:cubicBezTo>
                    <a:pt x="76403" y="55130"/>
                    <a:pt x="76634" y="50748"/>
                    <a:pt x="76762" y="46365"/>
                  </a:cubicBezTo>
                  <a:cubicBezTo>
                    <a:pt x="76865" y="43623"/>
                    <a:pt x="76993" y="40855"/>
                    <a:pt x="77095" y="38112"/>
                  </a:cubicBezTo>
                  <a:cubicBezTo>
                    <a:pt x="77275" y="32909"/>
                    <a:pt x="77403" y="27706"/>
                    <a:pt x="77198" y="22503"/>
                  </a:cubicBezTo>
                  <a:cubicBezTo>
                    <a:pt x="77121" y="20222"/>
                    <a:pt x="76813" y="17941"/>
                    <a:pt x="76301" y="15712"/>
                  </a:cubicBezTo>
                  <a:cubicBezTo>
                    <a:pt x="75942" y="14071"/>
                    <a:pt x="75301" y="12508"/>
                    <a:pt x="74455" y="11073"/>
                  </a:cubicBezTo>
                  <a:cubicBezTo>
                    <a:pt x="73123" y="8971"/>
                    <a:pt x="71149" y="7407"/>
                    <a:pt x="68535" y="6459"/>
                  </a:cubicBezTo>
                  <a:cubicBezTo>
                    <a:pt x="67715" y="6177"/>
                    <a:pt x="66895" y="5947"/>
                    <a:pt x="66074" y="5741"/>
                  </a:cubicBezTo>
                  <a:cubicBezTo>
                    <a:pt x="63511" y="5203"/>
                    <a:pt x="60897" y="4998"/>
                    <a:pt x="58283" y="5101"/>
                  </a:cubicBezTo>
                  <a:cubicBezTo>
                    <a:pt x="52619" y="5255"/>
                    <a:pt x="47031" y="6280"/>
                    <a:pt x="41675" y="8099"/>
                  </a:cubicBezTo>
                  <a:cubicBezTo>
                    <a:pt x="36856" y="9765"/>
                    <a:pt x="32345" y="12200"/>
                    <a:pt x="28296" y="15276"/>
                  </a:cubicBezTo>
                  <a:cubicBezTo>
                    <a:pt x="26040" y="16967"/>
                    <a:pt x="23939" y="18787"/>
                    <a:pt x="21888" y="20607"/>
                  </a:cubicBezTo>
                  <a:cubicBezTo>
                    <a:pt x="18172" y="23913"/>
                    <a:pt x="14455" y="27245"/>
                    <a:pt x="10739" y="30551"/>
                  </a:cubicBezTo>
                  <a:cubicBezTo>
                    <a:pt x="7715" y="33242"/>
                    <a:pt x="4537" y="35754"/>
                    <a:pt x="1230" y="38112"/>
                  </a:cubicBezTo>
                  <a:cubicBezTo>
                    <a:pt x="1000" y="38292"/>
                    <a:pt x="769" y="38445"/>
                    <a:pt x="538" y="38573"/>
                  </a:cubicBezTo>
                  <a:cubicBezTo>
                    <a:pt x="359" y="38625"/>
                    <a:pt x="179" y="38625"/>
                    <a:pt x="0" y="38625"/>
                  </a:cubicBezTo>
                  <a:lnTo>
                    <a:pt x="0" y="35242"/>
                  </a:lnTo>
                  <a:cubicBezTo>
                    <a:pt x="179" y="35242"/>
                    <a:pt x="359" y="35216"/>
                    <a:pt x="513" y="35165"/>
                  </a:cubicBezTo>
                  <a:cubicBezTo>
                    <a:pt x="820" y="34960"/>
                    <a:pt x="1076" y="34729"/>
                    <a:pt x="1333" y="3449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4" name="Google Shape;269;p11"/>
            <p:cNvSpPr/>
            <p:nvPr/>
          </p:nvSpPr>
          <p:spPr>
            <a:xfrm rot="10800000">
              <a:off x="360" y="522360"/>
              <a:ext cx="3917520" cy="4620960"/>
            </a:xfrm>
            <a:custGeom>
              <a:avLst/>
              <a:gdLst>
                <a:gd name="textAreaLeft" fmla="*/ 0 w 3917520"/>
                <a:gd name="textAreaRight" fmla="*/ 3917880 w 3917520"/>
                <a:gd name="textAreaTop" fmla="*/ 0 h 4620960"/>
                <a:gd name="textAreaBottom" fmla="*/ 4621320 h 4620960"/>
              </a:gdLst>
              <a:ahLst/>
              <a:cxnLst/>
              <a:rect l="textAreaLeft" t="textAreaTop" r="textAreaRight" b="textAreaBottom"/>
              <a:pathLst>
                <a:path w="121974" h="158086">
                  <a:moveTo>
                    <a:pt x="100009" y="157368"/>
                  </a:moveTo>
                  <a:cubicBezTo>
                    <a:pt x="96703" y="156856"/>
                    <a:pt x="93473" y="156061"/>
                    <a:pt x="90321" y="154959"/>
                  </a:cubicBezTo>
                  <a:cubicBezTo>
                    <a:pt x="88065" y="154190"/>
                    <a:pt x="85810" y="153370"/>
                    <a:pt x="83554" y="152498"/>
                  </a:cubicBezTo>
                  <a:cubicBezTo>
                    <a:pt x="78685" y="150679"/>
                    <a:pt x="73789" y="148885"/>
                    <a:pt x="68740" y="147424"/>
                  </a:cubicBezTo>
                  <a:cubicBezTo>
                    <a:pt x="65818" y="146578"/>
                    <a:pt x="62871" y="145758"/>
                    <a:pt x="59923" y="144938"/>
                  </a:cubicBezTo>
                  <a:cubicBezTo>
                    <a:pt x="58155" y="144425"/>
                    <a:pt x="56412" y="143810"/>
                    <a:pt x="54721" y="143041"/>
                  </a:cubicBezTo>
                  <a:cubicBezTo>
                    <a:pt x="50876" y="141298"/>
                    <a:pt x="48185" y="138709"/>
                    <a:pt x="46647" y="135326"/>
                  </a:cubicBezTo>
                  <a:cubicBezTo>
                    <a:pt x="46083" y="133994"/>
                    <a:pt x="45596" y="132635"/>
                    <a:pt x="45263" y="131251"/>
                  </a:cubicBezTo>
                  <a:cubicBezTo>
                    <a:pt x="44443" y="128124"/>
                    <a:pt x="43776" y="124997"/>
                    <a:pt x="43213" y="121819"/>
                  </a:cubicBezTo>
                  <a:cubicBezTo>
                    <a:pt x="42879" y="119871"/>
                    <a:pt x="42546" y="117924"/>
                    <a:pt x="42290" y="115950"/>
                  </a:cubicBezTo>
                  <a:cubicBezTo>
                    <a:pt x="41982" y="113515"/>
                    <a:pt x="41777" y="111080"/>
                    <a:pt x="41521" y="108646"/>
                  </a:cubicBezTo>
                  <a:cubicBezTo>
                    <a:pt x="41239" y="105698"/>
                    <a:pt x="40957" y="102725"/>
                    <a:pt x="40726" y="99752"/>
                  </a:cubicBezTo>
                  <a:cubicBezTo>
                    <a:pt x="40445" y="96010"/>
                    <a:pt x="40240" y="92242"/>
                    <a:pt x="40163" y="88500"/>
                  </a:cubicBezTo>
                  <a:cubicBezTo>
                    <a:pt x="39983" y="81247"/>
                    <a:pt x="40445" y="73994"/>
                    <a:pt x="41598" y="66843"/>
                  </a:cubicBezTo>
                  <a:cubicBezTo>
                    <a:pt x="41957" y="64357"/>
                    <a:pt x="42700" y="61922"/>
                    <a:pt x="43751" y="59641"/>
                  </a:cubicBezTo>
                  <a:cubicBezTo>
                    <a:pt x="44520" y="58052"/>
                    <a:pt x="45391" y="56488"/>
                    <a:pt x="46263" y="54925"/>
                  </a:cubicBezTo>
                  <a:cubicBezTo>
                    <a:pt x="47749" y="52362"/>
                    <a:pt x="49313" y="49799"/>
                    <a:pt x="50799" y="47236"/>
                  </a:cubicBezTo>
                  <a:cubicBezTo>
                    <a:pt x="52183" y="44852"/>
                    <a:pt x="53413" y="42392"/>
                    <a:pt x="54439" y="39855"/>
                  </a:cubicBezTo>
                  <a:cubicBezTo>
                    <a:pt x="55002" y="38573"/>
                    <a:pt x="55387" y="37215"/>
                    <a:pt x="55592" y="35831"/>
                  </a:cubicBezTo>
                  <a:cubicBezTo>
                    <a:pt x="55720" y="35113"/>
                    <a:pt x="55694" y="34395"/>
                    <a:pt x="55541" y="33678"/>
                  </a:cubicBezTo>
                  <a:cubicBezTo>
                    <a:pt x="55207" y="32473"/>
                    <a:pt x="54310" y="31756"/>
                    <a:pt x="52824" y="31627"/>
                  </a:cubicBezTo>
                  <a:cubicBezTo>
                    <a:pt x="52132" y="31551"/>
                    <a:pt x="51440" y="31576"/>
                    <a:pt x="50773" y="31679"/>
                  </a:cubicBezTo>
                  <a:cubicBezTo>
                    <a:pt x="49851" y="31807"/>
                    <a:pt x="48928" y="32012"/>
                    <a:pt x="48031" y="32268"/>
                  </a:cubicBezTo>
                  <a:cubicBezTo>
                    <a:pt x="46032" y="32832"/>
                    <a:pt x="44084" y="33524"/>
                    <a:pt x="42187" y="34344"/>
                  </a:cubicBezTo>
                  <a:cubicBezTo>
                    <a:pt x="39804" y="35318"/>
                    <a:pt x="37446" y="36343"/>
                    <a:pt x="35062" y="37317"/>
                  </a:cubicBezTo>
                  <a:cubicBezTo>
                    <a:pt x="32961" y="38163"/>
                    <a:pt x="30833" y="39009"/>
                    <a:pt x="28655" y="39752"/>
                  </a:cubicBezTo>
                  <a:cubicBezTo>
                    <a:pt x="26399" y="40572"/>
                    <a:pt x="24067" y="41136"/>
                    <a:pt x="21683" y="41418"/>
                  </a:cubicBezTo>
                  <a:cubicBezTo>
                    <a:pt x="16506" y="41956"/>
                    <a:pt x="12021" y="40752"/>
                    <a:pt x="8202" y="37804"/>
                  </a:cubicBezTo>
                  <a:cubicBezTo>
                    <a:pt x="6920" y="36779"/>
                    <a:pt x="5818" y="35574"/>
                    <a:pt x="4896" y="34242"/>
                  </a:cubicBezTo>
                  <a:cubicBezTo>
                    <a:pt x="3742" y="32576"/>
                    <a:pt x="2845" y="30782"/>
                    <a:pt x="2179" y="28885"/>
                  </a:cubicBezTo>
                  <a:cubicBezTo>
                    <a:pt x="846" y="25117"/>
                    <a:pt x="333" y="21273"/>
                    <a:pt x="154" y="17377"/>
                  </a:cubicBezTo>
                  <a:cubicBezTo>
                    <a:pt x="0" y="13148"/>
                    <a:pt x="257" y="8919"/>
                    <a:pt x="487" y="4690"/>
                  </a:cubicBezTo>
                  <a:cubicBezTo>
                    <a:pt x="564" y="3127"/>
                    <a:pt x="564" y="1563"/>
                    <a:pt x="590" y="0"/>
                  </a:cubicBezTo>
                  <a:lnTo>
                    <a:pt x="1717" y="0"/>
                  </a:lnTo>
                  <a:cubicBezTo>
                    <a:pt x="1692" y="1153"/>
                    <a:pt x="1717" y="2332"/>
                    <a:pt x="1641" y="3486"/>
                  </a:cubicBezTo>
                  <a:cubicBezTo>
                    <a:pt x="1512" y="6254"/>
                    <a:pt x="1333" y="9047"/>
                    <a:pt x="1179" y="11841"/>
                  </a:cubicBezTo>
                  <a:cubicBezTo>
                    <a:pt x="1000" y="14917"/>
                    <a:pt x="1102" y="18044"/>
                    <a:pt x="1461" y="21119"/>
                  </a:cubicBezTo>
                  <a:cubicBezTo>
                    <a:pt x="1717" y="23349"/>
                    <a:pt x="2179" y="25553"/>
                    <a:pt x="2871" y="27680"/>
                  </a:cubicBezTo>
                  <a:cubicBezTo>
                    <a:pt x="3640" y="30166"/>
                    <a:pt x="4870" y="32473"/>
                    <a:pt x="6510" y="34524"/>
                  </a:cubicBezTo>
                  <a:cubicBezTo>
                    <a:pt x="7792" y="36113"/>
                    <a:pt x="9407" y="37445"/>
                    <a:pt x="11252" y="38394"/>
                  </a:cubicBezTo>
                  <a:cubicBezTo>
                    <a:pt x="14148" y="39906"/>
                    <a:pt x="17429" y="40572"/>
                    <a:pt x="20684" y="40265"/>
                  </a:cubicBezTo>
                  <a:cubicBezTo>
                    <a:pt x="22709" y="40085"/>
                    <a:pt x="24682" y="39650"/>
                    <a:pt x="26604" y="39009"/>
                  </a:cubicBezTo>
                  <a:cubicBezTo>
                    <a:pt x="29014" y="38214"/>
                    <a:pt x="31372" y="37266"/>
                    <a:pt x="33627" y="36138"/>
                  </a:cubicBezTo>
                  <a:cubicBezTo>
                    <a:pt x="36626" y="34652"/>
                    <a:pt x="39599" y="33140"/>
                    <a:pt x="42597" y="31679"/>
                  </a:cubicBezTo>
                  <a:cubicBezTo>
                    <a:pt x="44955" y="30525"/>
                    <a:pt x="47313" y="29372"/>
                    <a:pt x="49723" y="28296"/>
                  </a:cubicBezTo>
                  <a:cubicBezTo>
                    <a:pt x="51184" y="27655"/>
                    <a:pt x="52721" y="27142"/>
                    <a:pt x="54259" y="26604"/>
                  </a:cubicBezTo>
                  <a:cubicBezTo>
                    <a:pt x="55361" y="26219"/>
                    <a:pt x="56515" y="25989"/>
                    <a:pt x="57668" y="25861"/>
                  </a:cubicBezTo>
                  <a:cubicBezTo>
                    <a:pt x="58386" y="25784"/>
                    <a:pt x="59103" y="25809"/>
                    <a:pt x="59821" y="25938"/>
                  </a:cubicBezTo>
                  <a:cubicBezTo>
                    <a:pt x="60923" y="26143"/>
                    <a:pt x="61641" y="26706"/>
                    <a:pt x="61923" y="27603"/>
                  </a:cubicBezTo>
                  <a:cubicBezTo>
                    <a:pt x="62076" y="28014"/>
                    <a:pt x="62153" y="28449"/>
                    <a:pt x="62153" y="28885"/>
                  </a:cubicBezTo>
                  <a:cubicBezTo>
                    <a:pt x="62128" y="29474"/>
                    <a:pt x="62076" y="30064"/>
                    <a:pt x="61948" y="30653"/>
                  </a:cubicBezTo>
                  <a:cubicBezTo>
                    <a:pt x="61564" y="32473"/>
                    <a:pt x="60795" y="34216"/>
                    <a:pt x="59949" y="35933"/>
                  </a:cubicBezTo>
                  <a:cubicBezTo>
                    <a:pt x="58437" y="39086"/>
                    <a:pt x="56694" y="42136"/>
                    <a:pt x="54951" y="45186"/>
                  </a:cubicBezTo>
                  <a:cubicBezTo>
                    <a:pt x="52824" y="48928"/>
                    <a:pt x="50671" y="52670"/>
                    <a:pt x="48595" y="56437"/>
                  </a:cubicBezTo>
                  <a:cubicBezTo>
                    <a:pt x="46852" y="59513"/>
                    <a:pt x="45494" y="62768"/>
                    <a:pt x="44520" y="66177"/>
                  </a:cubicBezTo>
                  <a:cubicBezTo>
                    <a:pt x="43161" y="71123"/>
                    <a:pt x="42316" y="76198"/>
                    <a:pt x="41982" y="81324"/>
                  </a:cubicBezTo>
                  <a:cubicBezTo>
                    <a:pt x="41700" y="86219"/>
                    <a:pt x="41752" y="91166"/>
                    <a:pt x="42111" y="96061"/>
                  </a:cubicBezTo>
                  <a:cubicBezTo>
                    <a:pt x="42316" y="99086"/>
                    <a:pt x="42597" y="102110"/>
                    <a:pt x="42931" y="105134"/>
                  </a:cubicBezTo>
                  <a:cubicBezTo>
                    <a:pt x="43238" y="108338"/>
                    <a:pt x="43623" y="111516"/>
                    <a:pt x="44084" y="114669"/>
                  </a:cubicBezTo>
                  <a:cubicBezTo>
                    <a:pt x="44699" y="119103"/>
                    <a:pt x="45647" y="123511"/>
                    <a:pt x="46878" y="127817"/>
                  </a:cubicBezTo>
                  <a:cubicBezTo>
                    <a:pt x="47390" y="129713"/>
                    <a:pt x="48057" y="131584"/>
                    <a:pt x="48877" y="133378"/>
                  </a:cubicBezTo>
                  <a:cubicBezTo>
                    <a:pt x="50492" y="136787"/>
                    <a:pt x="53157" y="139427"/>
                    <a:pt x="56976" y="141247"/>
                  </a:cubicBezTo>
                  <a:cubicBezTo>
                    <a:pt x="57950" y="141683"/>
                    <a:pt x="58898" y="142118"/>
                    <a:pt x="59923" y="142503"/>
                  </a:cubicBezTo>
                  <a:cubicBezTo>
                    <a:pt x="61333" y="143015"/>
                    <a:pt x="62768" y="143528"/>
                    <a:pt x="64204" y="143989"/>
                  </a:cubicBezTo>
                  <a:cubicBezTo>
                    <a:pt x="68817" y="145450"/>
                    <a:pt x="73431" y="146860"/>
                    <a:pt x="77941" y="148551"/>
                  </a:cubicBezTo>
                  <a:cubicBezTo>
                    <a:pt x="81171" y="149730"/>
                    <a:pt x="84451" y="150935"/>
                    <a:pt x="87706" y="152140"/>
                  </a:cubicBezTo>
                  <a:cubicBezTo>
                    <a:pt x="89859" y="152934"/>
                    <a:pt x="92038" y="153652"/>
                    <a:pt x="94268" y="154216"/>
                  </a:cubicBezTo>
                  <a:cubicBezTo>
                    <a:pt x="98727" y="155446"/>
                    <a:pt x="103341" y="155984"/>
                    <a:pt x="107954" y="155830"/>
                  </a:cubicBezTo>
                  <a:cubicBezTo>
                    <a:pt x="111261" y="155677"/>
                    <a:pt x="114567" y="155190"/>
                    <a:pt x="117796" y="154395"/>
                  </a:cubicBezTo>
                  <a:cubicBezTo>
                    <a:pt x="119206" y="154087"/>
                    <a:pt x="120616" y="153703"/>
                    <a:pt x="121974" y="153190"/>
                  </a:cubicBezTo>
                  <a:lnTo>
                    <a:pt x="121974" y="155266"/>
                  </a:lnTo>
                  <a:cubicBezTo>
                    <a:pt x="119308" y="156112"/>
                    <a:pt x="116566" y="156779"/>
                    <a:pt x="113824" y="157240"/>
                  </a:cubicBezTo>
                  <a:cubicBezTo>
                    <a:pt x="109236" y="158034"/>
                    <a:pt x="104571" y="158086"/>
                    <a:pt x="100009" y="15736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5" name="Google Shape;270;p11"/>
            <p:cNvSpPr/>
            <p:nvPr/>
          </p:nvSpPr>
          <p:spPr>
            <a:xfrm rot="10800000">
              <a:off x="4045680" y="360"/>
              <a:ext cx="5097240" cy="4172040"/>
            </a:xfrm>
            <a:custGeom>
              <a:avLst/>
              <a:gdLst>
                <a:gd name="textAreaLeft" fmla="*/ 0 w 5097240"/>
                <a:gd name="textAreaRight" fmla="*/ 5097600 w 5097240"/>
                <a:gd name="textAreaTop" fmla="*/ 0 h 4172040"/>
                <a:gd name="textAreaBottom" fmla="*/ 4172400 h 4172040"/>
              </a:gdLst>
              <a:ahLst/>
              <a:cxnLst/>
              <a:rect l="textAreaLeft" t="textAreaTop" r="textAreaRight" b="textAreaBottom"/>
              <a:pathLst>
                <a:path w="158702" h="142734">
                  <a:moveTo>
                    <a:pt x="1256" y="436"/>
                  </a:moveTo>
                  <a:cubicBezTo>
                    <a:pt x="5331" y="2358"/>
                    <a:pt x="9329" y="4460"/>
                    <a:pt x="13123" y="6741"/>
                  </a:cubicBezTo>
                  <a:cubicBezTo>
                    <a:pt x="17403" y="9304"/>
                    <a:pt x="21606" y="11893"/>
                    <a:pt x="25810" y="14533"/>
                  </a:cubicBezTo>
                  <a:cubicBezTo>
                    <a:pt x="29295" y="16686"/>
                    <a:pt x="32781" y="18864"/>
                    <a:pt x="36446" y="20838"/>
                  </a:cubicBezTo>
                  <a:cubicBezTo>
                    <a:pt x="41239" y="23426"/>
                    <a:pt x="46288" y="25579"/>
                    <a:pt x="51491" y="27220"/>
                  </a:cubicBezTo>
                  <a:cubicBezTo>
                    <a:pt x="56079" y="28680"/>
                    <a:pt x="60795" y="29783"/>
                    <a:pt x="65716" y="30013"/>
                  </a:cubicBezTo>
                  <a:cubicBezTo>
                    <a:pt x="68766" y="30193"/>
                    <a:pt x="71841" y="29859"/>
                    <a:pt x="74789" y="29065"/>
                  </a:cubicBezTo>
                  <a:cubicBezTo>
                    <a:pt x="77890" y="28168"/>
                    <a:pt x="80786" y="26656"/>
                    <a:pt x="83272" y="24605"/>
                  </a:cubicBezTo>
                  <a:cubicBezTo>
                    <a:pt x="84913" y="23272"/>
                    <a:pt x="86476" y="21786"/>
                    <a:pt x="87886" y="20197"/>
                  </a:cubicBezTo>
                  <a:cubicBezTo>
                    <a:pt x="89500" y="18352"/>
                    <a:pt x="91089" y="16455"/>
                    <a:pt x="92678" y="14610"/>
                  </a:cubicBezTo>
                  <a:cubicBezTo>
                    <a:pt x="93960" y="13123"/>
                    <a:pt x="95241" y="11636"/>
                    <a:pt x="96574" y="10201"/>
                  </a:cubicBezTo>
                  <a:cubicBezTo>
                    <a:pt x="97728" y="8971"/>
                    <a:pt x="99035" y="7920"/>
                    <a:pt x="100496" y="7074"/>
                  </a:cubicBezTo>
                  <a:cubicBezTo>
                    <a:pt x="101546" y="6434"/>
                    <a:pt x="102725" y="5947"/>
                    <a:pt x="103930" y="5639"/>
                  </a:cubicBezTo>
                  <a:cubicBezTo>
                    <a:pt x="106006" y="5075"/>
                    <a:pt x="108236" y="5357"/>
                    <a:pt x="110107" y="6408"/>
                  </a:cubicBezTo>
                  <a:cubicBezTo>
                    <a:pt x="110696" y="6741"/>
                    <a:pt x="111260" y="7126"/>
                    <a:pt x="111773" y="7561"/>
                  </a:cubicBezTo>
                  <a:cubicBezTo>
                    <a:pt x="112644" y="8253"/>
                    <a:pt x="113439" y="9073"/>
                    <a:pt x="114105" y="9971"/>
                  </a:cubicBezTo>
                  <a:cubicBezTo>
                    <a:pt x="115028" y="11175"/>
                    <a:pt x="115874" y="12431"/>
                    <a:pt x="116566" y="13764"/>
                  </a:cubicBezTo>
                  <a:cubicBezTo>
                    <a:pt x="118360" y="17147"/>
                    <a:pt x="119821" y="20684"/>
                    <a:pt x="120923" y="24349"/>
                  </a:cubicBezTo>
                  <a:cubicBezTo>
                    <a:pt x="122819" y="30295"/>
                    <a:pt x="124203" y="36421"/>
                    <a:pt x="125075" y="42597"/>
                  </a:cubicBezTo>
                  <a:cubicBezTo>
                    <a:pt x="125562" y="45929"/>
                    <a:pt x="125844" y="49287"/>
                    <a:pt x="125946" y="52619"/>
                  </a:cubicBezTo>
                  <a:cubicBezTo>
                    <a:pt x="126126" y="57617"/>
                    <a:pt x="125972" y="62589"/>
                    <a:pt x="125818" y="67561"/>
                  </a:cubicBezTo>
                  <a:cubicBezTo>
                    <a:pt x="125639" y="72533"/>
                    <a:pt x="125972" y="77480"/>
                    <a:pt x="126843" y="82375"/>
                  </a:cubicBezTo>
                  <a:cubicBezTo>
                    <a:pt x="127459" y="85835"/>
                    <a:pt x="128766" y="89116"/>
                    <a:pt x="130714" y="92063"/>
                  </a:cubicBezTo>
                  <a:cubicBezTo>
                    <a:pt x="131457" y="93140"/>
                    <a:pt x="132174" y="94242"/>
                    <a:pt x="132918" y="95344"/>
                  </a:cubicBezTo>
                  <a:cubicBezTo>
                    <a:pt x="134353" y="97420"/>
                    <a:pt x="135378" y="99727"/>
                    <a:pt x="135968" y="102187"/>
                  </a:cubicBezTo>
                  <a:cubicBezTo>
                    <a:pt x="136506" y="104494"/>
                    <a:pt x="137019" y="106801"/>
                    <a:pt x="137506" y="109107"/>
                  </a:cubicBezTo>
                  <a:cubicBezTo>
                    <a:pt x="139171" y="116745"/>
                    <a:pt x="142503" y="123870"/>
                    <a:pt x="147450" y="130457"/>
                  </a:cubicBezTo>
                  <a:cubicBezTo>
                    <a:pt x="150808" y="134891"/>
                    <a:pt x="154575" y="138992"/>
                    <a:pt x="158702" y="142734"/>
                  </a:cubicBezTo>
                  <a:lnTo>
                    <a:pt x="155318" y="142734"/>
                  </a:lnTo>
                  <a:lnTo>
                    <a:pt x="153114" y="140453"/>
                  </a:lnTo>
                  <a:cubicBezTo>
                    <a:pt x="145656" y="132789"/>
                    <a:pt x="139915" y="124332"/>
                    <a:pt x="136275" y="114951"/>
                  </a:cubicBezTo>
                  <a:cubicBezTo>
                    <a:pt x="135378" y="112619"/>
                    <a:pt x="134507" y="110286"/>
                    <a:pt x="133661" y="107954"/>
                  </a:cubicBezTo>
                  <a:cubicBezTo>
                    <a:pt x="132661" y="105212"/>
                    <a:pt x="131354" y="102597"/>
                    <a:pt x="129740" y="100162"/>
                  </a:cubicBezTo>
                  <a:cubicBezTo>
                    <a:pt x="128817" y="98804"/>
                    <a:pt x="127945" y="97394"/>
                    <a:pt x="127100" y="95985"/>
                  </a:cubicBezTo>
                  <a:cubicBezTo>
                    <a:pt x="125331" y="93114"/>
                    <a:pt x="124152" y="89936"/>
                    <a:pt x="123640" y="86604"/>
                  </a:cubicBezTo>
                  <a:cubicBezTo>
                    <a:pt x="123230" y="83913"/>
                    <a:pt x="123024" y="81171"/>
                    <a:pt x="122999" y="78454"/>
                  </a:cubicBezTo>
                  <a:cubicBezTo>
                    <a:pt x="122896" y="73789"/>
                    <a:pt x="123178" y="69125"/>
                    <a:pt x="123511" y="64460"/>
                  </a:cubicBezTo>
                  <a:cubicBezTo>
                    <a:pt x="123793" y="60205"/>
                    <a:pt x="123973" y="55951"/>
                    <a:pt x="123845" y="51696"/>
                  </a:cubicBezTo>
                  <a:cubicBezTo>
                    <a:pt x="123768" y="48723"/>
                    <a:pt x="123537" y="45750"/>
                    <a:pt x="123127" y="42777"/>
                  </a:cubicBezTo>
                  <a:cubicBezTo>
                    <a:pt x="122691" y="39650"/>
                    <a:pt x="122102" y="36523"/>
                    <a:pt x="121359" y="33422"/>
                  </a:cubicBezTo>
                  <a:cubicBezTo>
                    <a:pt x="120461" y="29449"/>
                    <a:pt x="119231" y="25579"/>
                    <a:pt x="117719" y="21786"/>
                  </a:cubicBezTo>
                  <a:cubicBezTo>
                    <a:pt x="116694" y="19249"/>
                    <a:pt x="115438" y="16839"/>
                    <a:pt x="113951" y="14558"/>
                  </a:cubicBezTo>
                  <a:cubicBezTo>
                    <a:pt x="113208" y="13431"/>
                    <a:pt x="112337" y="12405"/>
                    <a:pt x="111388" y="11457"/>
                  </a:cubicBezTo>
                  <a:cubicBezTo>
                    <a:pt x="110620" y="10714"/>
                    <a:pt x="109748" y="10099"/>
                    <a:pt x="108825" y="9612"/>
                  </a:cubicBezTo>
                  <a:cubicBezTo>
                    <a:pt x="107236" y="8792"/>
                    <a:pt x="105442" y="8535"/>
                    <a:pt x="103699" y="8868"/>
                  </a:cubicBezTo>
                  <a:cubicBezTo>
                    <a:pt x="102777" y="9048"/>
                    <a:pt x="101880" y="9330"/>
                    <a:pt x="101059" y="9714"/>
                  </a:cubicBezTo>
                  <a:cubicBezTo>
                    <a:pt x="99881" y="10252"/>
                    <a:pt x="98804" y="10944"/>
                    <a:pt x="97830" y="11790"/>
                  </a:cubicBezTo>
                  <a:cubicBezTo>
                    <a:pt x="96651" y="12841"/>
                    <a:pt x="95472" y="13918"/>
                    <a:pt x="94396" y="15045"/>
                  </a:cubicBezTo>
                  <a:cubicBezTo>
                    <a:pt x="92935" y="16532"/>
                    <a:pt x="91602" y="18095"/>
                    <a:pt x="90167" y="19582"/>
                  </a:cubicBezTo>
                  <a:cubicBezTo>
                    <a:pt x="88731" y="21094"/>
                    <a:pt x="87296" y="22504"/>
                    <a:pt x="85810" y="23939"/>
                  </a:cubicBezTo>
                  <a:cubicBezTo>
                    <a:pt x="84502" y="25143"/>
                    <a:pt x="83093" y="26246"/>
                    <a:pt x="81555" y="27194"/>
                  </a:cubicBezTo>
                  <a:cubicBezTo>
                    <a:pt x="77890" y="29501"/>
                    <a:pt x="73738" y="30705"/>
                    <a:pt x="69150" y="30910"/>
                  </a:cubicBezTo>
                  <a:cubicBezTo>
                    <a:pt x="65408" y="31038"/>
                    <a:pt x="61666" y="30680"/>
                    <a:pt x="58001" y="29834"/>
                  </a:cubicBezTo>
                  <a:cubicBezTo>
                    <a:pt x="51747" y="28450"/>
                    <a:pt x="45673" y="26374"/>
                    <a:pt x="39855" y="23657"/>
                  </a:cubicBezTo>
                  <a:cubicBezTo>
                    <a:pt x="35754" y="21709"/>
                    <a:pt x="31756" y="19531"/>
                    <a:pt x="27886" y="17147"/>
                  </a:cubicBezTo>
                  <a:cubicBezTo>
                    <a:pt x="23452" y="14507"/>
                    <a:pt x="19069" y="11842"/>
                    <a:pt x="14609" y="9227"/>
                  </a:cubicBezTo>
                  <a:cubicBezTo>
                    <a:pt x="10560" y="6844"/>
                    <a:pt x="6356" y="4665"/>
                    <a:pt x="2076" y="2768"/>
                  </a:cubicBezTo>
                  <a:cubicBezTo>
                    <a:pt x="1615" y="2538"/>
                    <a:pt x="1128" y="2358"/>
                    <a:pt x="641" y="2153"/>
                  </a:cubicBezTo>
                  <a:cubicBezTo>
                    <a:pt x="436" y="2128"/>
                    <a:pt x="205" y="2102"/>
                    <a:pt x="0" y="2128"/>
                  </a:cubicBezTo>
                  <a:lnTo>
                    <a:pt x="0" y="52"/>
                  </a:lnTo>
                  <a:cubicBezTo>
                    <a:pt x="513" y="0"/>
                    <a:pt x="871" y="257"/>
                    <a:pt x="1256" y="436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6" name="Google Shape;271;p11"/>
            <p:cNvSpPr/>
            <p:nvPr/>
          </p:nvSpPr>
          <p:spPr>
            <a:xfrm rot="10800000">
              <a:off x="7971120" y="1080"/>
              <a:ext cx="1171800" cy="764640"/>
            </a:xfrm>
            <a:custGeom>
              <a:avLst/>
              <a:gdLst>
                <a:gd name="textAreaLeft" fmla="*/ 0 w 1171800"/>
                <a:gd name="textAreaRight" fmla="*/ 1172160 w 1171800"/>
                <a:gd name="textAreaTop" fmla="*/ 0 h 764640"/>
                <a:gd name="textAreaBottom" fmla="*/ 765000 h 764640"/>
              </a:gdLst>
              <a:ahLst/>
              <a:cxnLst/>
              <a:rect l="textAreaLeft" t="textAreaTop" r="textAreaRight" b="textAreaBottom"/>
              <a:pathLst>
                <a:path w="36498" h="26169">
                  <a:moveTo>
                    <a:pt x="641" y="9355"/>
                  </a:moveTo>
                  <a:cubicBezTo>
                    <a:pt x="974" y="9150"/>
                    <a:pt x="1307" y="8945"/>
                    <a:pt x="1640" y="8740"/>
                  </a:cubicBezTo>
                  <a:cubicBezTo>
                    <a:pt x="4690" y="6766"/>
                    <a:pt x="7894" y="5023"/>
                    <a:pt x="11200" y="3511"/>
                  </a:cubicBezTo>
                  <a:cubicBezTo>
                    <a:pt x="13456" y="2435"/>
                    <a:pt x="15814" y="1563"/>
                    <a:pt x="18249" y="897"/>
                  </a:cubicBezTo>
                  <a:cubicBezTo>
                    <a:pt x="20478" y="282"/>
                    <a:pt x="22760" y="0"/>
                    <a:pt x="25066" y="51"/>
                  </a:cubicBezTo>
                  <a:cubicBezTo>
                    <a:pt x="26040" y="77"/>
                    <a:pt x="27014" y="179"/>
                    <a:pt x="27988" y="384"/>
                  </a:cubicBezTo>
                  <a:cubicBezTo>
                    <a:pt x="30577" y="948"/>
                    <a:pt x="32525" y="2179"/>
                    <a:pt x="33934" y="4050"/>
                  </a:cubicBezTo>
                  <a:cubicBezTo>
                    <a:pt x="34934" y="5485"/>
                    <a:pt x="35626" y="7100"/>
                    <a:pt x="35985" y="8817"/>
                  </a:cubicBezTo>
                  <a:cubicBezTo>
                    <a:pt x="36318" y="10406"/>
                    <a:pt x="36497" y="12020"/>
                    <a:pt x="36497" y="13661"/>
                  </a:cubicBezTo>
                  <a:cubicBezTo>
                    <a:pt x="36497" y="15967"/>
                    <a:pt x="36369" y="18300"/>
                    <a:pt x="36062" y="20581"/>
                  </a:cubicBezTo>
                  <a:cubicBezTo>
                    <a:pt x="35857" y="22247"/>
                    <a:pt x="35651" y="23887"/>
                    <a:pt x="35472" y="25527"/>
                  </a:cubicBezTo>
                  <a:cubicBezTo>
                    <a:pt x="35472" y="25758"/>
                    <a:pt x="35498" y="25963"/>
                    <a:pt x="35523" y="26168"/>
                  </a:cubicBezTo>
                  <a:lnTo>
                    <a:pt x="26425" y="26168"/>
                  </a:lnTo>
                  <a:cubicBezTo>
                    <a:pt x="26066" y="24400"/>
                    <a:pt x="25733" y="22606"/>
                    <a:pt x="25066" y="20863"/>
                  </a:cubicBezTo>
                  <a:cubicBezTo>
                    <a:pt x="24733" y="19991"/>
                    <a:pt x="24349" y="19146"/>
                    <a:pt x="23913" y="18325"/>
                  </a:cubicBezTo>
                  <a:cubicBezTo>
                    <a:pt x="23477" y="17582"/>
                    <a:pt x="22990" y="16916"/>
                    <a:pt x="22426" y="16301"/>
                  </a:cubicBezTo>
                  <a:cubicBezTo>
                    <a:pt x="20504" y="14250"/>
                    <a:pt x="17915" y="13456"/>
                    <a:pt x="14840" y="13661"/>
                  </a:cubicBezTo>
                  <a:cubicBezTo>
                    <a:pt x="12584" y="13840"/>
                    <a:pt x="10380" y="14353"/>
                    <a:pt x="8304" y="15199"/>
                  </a:cubicBezTo>
                  <a:cubicBezTo>
                    <a:pt x="6638" y="15839"/>
                    <a:pt x="4998" y="16583"/>
                    <a:pt x="3434" y="17403"/>
                  </a:cubicBezTo>
                  <a:cubicBezTo>
                    <a:pt x="2666" y="17813"/>
                    <a:pt x="1922" y="18223"/>
                    <a:pt x="1128" y="18607"/>
                  </a:cubicBezTo>
                  <a:cubicBezTo>
                    <a:pt x="769" y="18787"/>
                    <a:pt x="384" y="18889"/>
                    <a:pt x="0" y="19043"/>
                  </a:cubicBezTo>
                  <a:lnTo>
                    <a:pt x="0" y="9457"/>
                  </a:lnTo>
                  <a:cubicBezTo>
                    <a:pt x="205" y="9509"/>
                    <a:pt x="461" y="9483"/>
                    <a:pt x="641" y="935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7" name="Google Shape;272;p11"/>
            <p:cNvSpPr/>
            <p:nvPr/>
          </p:nvSpPr>
          <p:spPr>
            <a:xfrm rot="10800000">
              <a:off x="720" y="2671920"/>
              <a:ext cx="996480" cy="1850400"/>
            </a:xfrm>
            <a:custGeom>
              <a:avLst/>
              <a:gdLst>
                <a:gd name="textAreaLeft" fmla="*/ 0 w 996480"/>
                <a:gd name="textAreaRight" fmla="*/ 996840 w 996480"/>
                <a:gd name="textAreaTop" fmla="*/ 0 h 1850400"/>
                <a:gd name="textAreaBottom" fmla="*/ 1850760 h 1850400"/>
              </a:gdLst>
              <a:ahLst/>
              <a:cxnLst/>
              <a:rect l="textAreaLeft" t="textAreaTop" r="textAreaRight" b="textAreaBottom"/>
              <a:pathLst>
                <a:path w="31039" h="63307">
                  <a:moveTo>
                    <a:pt x="20172" y="62948"/>
                  </a:moveTo>
                  <a:cubicBezTo>
                    <a:pt x="16660" y="62537"/>
                    <a:pt x="13303" y="61615"/>
                    <a:pt x="10381" y="59872"/>
                  </a:cubicBezTo>
                  <a:cubicBezTo>
                    <a:pt x="6050" y="57283"/>
                    <a:pt x="3128" y="53874"/>
                    <a:pt x="1641" y="49620"/>
                  </a:cubicBezTo>
                  <a:cubicBezTo>
                    <a:pt x="513" y="46288"/>
                    <a:pt x="1" y="42802"/>
                    <a:pt x="129" y="39317"/>
                  </a:cubicBezTo>
                  <a:cubicBezTo>
                    <a:pt x="283" y="34985"/>
                    <a:pt x="1564" y="30884"/>
                    <a:pt x="3615" y="26937"/>
                  </a:cubicBezTo>
                  <a:cubicBezTo>
                    <a:pt x="5998" y="22350"/>
                    <a:pt x="9202" y="18198"/>
                    <a:pt x="12995" y="14327"/>
                  </a:cubicBezTo>
                  <a:cubicBezTo>
                    <a:pt x="17327" y="9970"/>
                    <a:pt x="22043" y="6023"/>
                    <a:pt x="27066" y="2486"/>
                  </a:cubicBezTo>
                  <a:cubicBezTo>
                    <a:pt x="28194" y="1692"/>
                    <a:pt x="29373" y="974"/>
                    <a:pt x="30552" y="205"/>
                  </a:cubicBezTo>
                  <a:cubicBezTo>
                    <a:pt x="30706" y="128"/>
                    <a:pt x="30860" y="52"/>
                    <a:pt x="31039" y="0"/>
                  </a:cubicBezTo>
                  <a:lnTo>
                    <a:pt x="31039" y="2640"/>
                  </a:lnTo>
                  <a:cubicBezTo>
                    <a:pt x="30936" y="2691"/>
                    <a:pt x="30834" y="2743"/>
                    <a:pt x="30757" y="2794"/>
                  </a:cubicBezTo>
                  <a:cubicBezTo>
                    <a:pt x="27425" y="5024"/>
                    <a:pt x="24221" y="7484"/>
                    <a:pt x="21171" y="10124"/>
                  </a:cubicBezTo>
                  <a:cubicBezTo>
                    <a:pt x="17660" y="13097"/>
                    <a:pt x="14508" y="16455"/>
                    <a:pt x="11765" y="20120"/>
                  </a:cubicBezTo>
                  <a:cubicBezTo>
                    <a:pt x="9407" y="23349"/>
                    <a:pt x="7485" y="26758"/>
                    <a:pt x="6357" y="30423"/>
                  </a:cubicBezTo>
                  <a:cubicBezTo>
                    <a:pt x="4461" y="36446"/>
                    <a:pt x="5332" y="42213"/>
                    <a:pt x="8818" y="47723"/>
                  </a:cubicBezTo>
                  <a:cubicBezTo>
                    <a:pt x="10022" y="49646"/>
                    <a:pt x="11586" y="51337"/>
                    <a:pt x="13405" y="52696"/>
                  </a:cubicBezTo>
                  <a:cubicBezTo>
                    <a:pt x="15917" y="54515"/>
                    <a:pt x="18813" y="55669"/>
                    <a:pt x="22043" y="56361"/>
                  </a:cubicBezTo>
                  <a:cubicBezTo>
                    <a:pt x="24298" y="56822"/>
                    <a:pt x="26579" y="57104"/>
                    <a:pt x="28886" y="57206"/>
                  </a:cubicBezTo>
                  <a:lnTo>
                    <a:pt x="31039" y="57335"/>
                  </a:lnTo>
                  <a:lnTo>
                    <a:pt x="31039" y="62768"/>
                  </a:lnTo>
                  <a:cubicBezTo>
                    <a:pt x="30860" y="62819"/>
                    <a:pt x="30680" y="62871"/>
                    <a:pt x="30501" y="62896"/>
                  </a:cubicBezTo>
                  <a:cubicBezTo>
                    <a:pt x="27066" y="63306"/>
                    <a:pt x="23606" y="63306"/>
                    <a:pt x="20172" y="6294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8" name="Google Shape;273;p11"/>
            <p:cNvSpPr/>
            <p:nvPr/>
          </p:nvSpPr>
          <p:spPr>
            <a:xfrm rot="10800000">
              <a:off x="6049440" y="0"/>
              <a:ext cx="3094200" cy="2824920"/>
            </a:xfrm>
            <a:custGeom>
              <a:avLst/>
              <a:gdLst>
                <a:gd name="textAreaLeft" fmla="*/ 0 w 3094200"/>
                <a:gd name="textAreaRight" fmla="*/ 3094560 w 3094200"/>
                <a:gd name="textAreaTop" fmla="*/ 0 h 2824920"/>
                <a:gd name="textAreaBottom" fmla="*/ 2825280 h 2824920"/>
              </a:gdLst>
              <a:ahLst/>
              <a:cxnLst/>
              <a:rect l="textAreaLeft" t="textAreaTop" r="textAreaRight" b="textAreaBottom"/>
              <a:pathLst>
                <a:path w="96344" h="96651">
                  <a:moveTo>
                    <a:pt x="436" y="22093"/>
                  </a:moveTo>
                  <a:cubicBezTo>
                    <a:pt x="564" y="21837"/>
                    <a:pt x="667" y="21581"/>
                    <a:pt x="769" y="21299"/>
                  </a:cubicBezTo>
                  <a:cubicBezTo>
                    <a:pt x="1692" y="18582"/>
                    <a:pt x="2897" y="15968"/>
                    <a:pt x="4357" y="13507"/>
                  </a:cubicBezTo>
                  <a:cubicBezTo>
                    <a:pt x="5767" y="11149"/>
                    <a:pt x="7459" y="9022"/>
                    <a:pt x="9432" y="7177"/>
                  </a:cubicBezTo>
                  <a:cubicBezTo>
                    <a:pt x="12277" y="4485"/>
                    <a:pt x="15763" y="2614"/>
                    <a:pt x="19889" y="1564"/>
                  </a:cubicBezTo>
                  <a:cubicBezTo>
                    <a:pt x="21555" y="1128"/>
                    <a:pt x="23273" y="795"/>
                    <a:pt x="24990" y="564"/>
                  </a:cubicBezTo>
                  <a:cubicBezTo>
                    <a:pt x="27886" y="205"/>
                    <a:pt x="30782" y="26"/>
                    <a:pt x="33704" y="26"/>
                  </a:cubicBezTo>
                  <a:cubicBezTo>
                    <a:pt x="39035" y="0"/>
                    <a:pt x="44315" y="359"/>
                    <a:pt x="49620" y="667"/>
                  </a:cubicBezTo>
                  <a:cubicBezTo>
                    <a:pt x="53337" y="897"/>
                    <a:pt x="57027" y="1128"/>
                    <a:pt x="60744" y="1307"/>
                  </a:cubicBezTo>
                  <a:cubicBezTo>
                    <a:pt x="65024" y="1512"/>
                    <a:pt x="69304" y="1589"/>
                    <a:pt x="73610" y="1615"/>
                  </a:cubicBezTo>
                  <a:cubicBezTo>
                    <a:pt x="76481" y="1615"/>
                    <a:pt x="79377" y="1666"/>
                    <a:pt x="82247" y="1743"/>
                  </a:cubicBezTo>
                  <a:cubicBezTo>
                    <a:pt x="83913" y="1769"/>
                    <a:pt x="85579" y="1948"/>
                    <a:pt x="87194" y="2307"/>
                  </a:cubicBezTo>
                  <a:cubicBezTo>
                    <a:pt x="89962" y="2948"/>
                    <a:pt x="91910" y="4357"/>
                    <a:pt x="93012" y="6587"/>
                  </a:cubicBezTo>
                  <a:cubicBezTo>
                    <a:pt x="93576" y="7792"/>
                    <a:pt x="93960" y="9073"/>
                    <a:pt x="94088" y="10406"/>
                  </a:cubicBezTo>
                  <a:cubicBezTo>
                    <a:pt x="94319" y="12482"/>
                    <a:pt x="94294" y="14609"/>
                    <a:pt x="93986" y="16685"/>
                  </a:cubicBezTo>
                  <a:cubicBezTo>
                    <a:pt x="93602" y="19761"/>
                    <a:pt x="93115" y="22836"/>
                    <a:pt x="92628" y="25912"/>
                  </a:cubicBezTo>
                  <a:cubicBezTo>
                    <a:pt x="92038" y="29577"/>
                    <a:pt x="91525" y="33242"/>
                    <a:pt x="91167" y="36933"/>
                  </a:cubicBezTo>
                  <a:cubicBezTo>
                    <a:pt x="90757" y="40983"/>
                    <a:pt x="90577" y="45058"/>
                    <a:pt x="90577" y="49133"/>
                  </a:cubicBezTo>
                  <a:cubicBezTo>
                    <a:pt x="90577" y="51465"/>
                    <a:pt x="90654" y="53823"/>
                    <a:pt x="90782" y="56181"/>
                  </a:cubicBezTo>
                  <a:cubicBezTo>
                    <a:pt x="90910" y="58513"/>
                    <a:pt x="91090" y="60923"/>
                    <a:pt x="91346" y="63306"/>
                  </a:cubicBezTo>
                  <a:cubicBezTo>
                    <a:pt x="91551" y="65510"/>
                    <a:pt x="91807" y="67715"/>
                    <a:pt x="92141" y="69919"/>
                  </a:cubicBezTo>
                  <a:cubicBezTo>
                    <a:pt x="92525" y="72661"/>
                    <a:pt x="92935" y="75404"/>
                    <a:pt x="93371" y="78120"/>
                  </a:cubicBezTo>
                  <a:cubicBezTo>
                    <a:pt x="93858" y="81170"/>
                    <a:pt x="94396" y="84220"/>
                    <a:pt x="94883" y="87245"/>
                  </a:cubicBezTo>
                  <a:cubicBezTo>
                    <a:pt x="95396" y="90372"/>
                    <a:pt x="95857" y="93524"/>
                    <a:pt x="96344" y="96651"/>
                  </a:cubicBezTo>
                  <a:lnTo>
                    <a:pt x="93627" y="96651"/>
                  </a:lnTo>
                  <a:cubicBezTo>
                    <a:pt x="93627" y="96446"/>
                    <a:pt x="93627" y="96215"/>
                    <a:pt x="93602" y="96010"/>
                  </a:cubicBezTo>
                  <a:cubicBezTo>
                    <a:pt x="93191" y="91269"/>
                    <a:pt x="92551" y="86527"/>
                    <a:pt x="91936" y="81811"/>
                  </a:cubicBezTo>
                  <a:cubicBezTo>
                    <a:pt x="91525" y="78659"/>
                    <a:pt x="91064" y="75532"/>
                    <a:pt x="90705" y="72379"/>
                  </a:cubicBezTo>
                  <a:cubicBezTo>
                    <a:pt x="90321" y="69124"/>
                    <a:pt x="90013" y="65895"/>
                    <a:pt x="89680" y="62640"/>
                  </a:cubicBezTo>
                  <a:cubicBezTo>
                    <a:pt x="89321" y="58924"/>
                    <a:pt x="89193" y="55207"/>
                    <a:pt x="89116" y="51465"/>
                  </a:cubicBezTo>
                  <a:cubicBezTo>
                    <a:pt x="89065" y="47749"/>
                    <a:pt x="89219" y="43956"/>
                    <a:pt x="89475" y="40214"/>
                  </a:cubicBezTo>
                  <a:cubicBezTo>
                    <a:pt x="89706" y="36805"/>
                    <a:pt x="90065" y="33396"/>
                    <a:pt x="90500" y="30013"/>
                  </a:cubicBezTo>
                  <a:cubicBezTo>
                    <a:pt x="90936" y="26399"/>
                    <a:pt x="91449" y="22785"/>
                    <a:pt x="91910" y="19171"/>
                  </a:cubicBezTo>
                  <a:cubicBezTo>
                    <a:pt x="92217" y="16890"/>
                    <a:pt x="92269" y="14558"/>
                    <a:pt x="92038" y="12226"/>
                  </a:cubicBezTo>
                  <a:cubicBezTo>
                    <a:pt x="91910" y="11047"/>
                    <a:pt x="91602" y="9868"/>
                    <a:pt x="91141" y="8766"/>
                  </a:cubicBezTo>
                  <a:cubicBezTo>
                    <a:pt x="90167" y="6613"/>
                    <a:pt x="88399" y="5101"/>
                    <a:pt x="85759" y="4357"/>
                  </a:cubicBezTo>
                  <a:cubicBezTo>
                    <a:pt x="84964" y="4101"/>
                    <a:pt x="84144" y="3922"/>
                    <a:pt x="83324" y="3768"/>
                  </a:cubicBezTo>
                  <a:cubicBezTo>
                    <a:pt x="80889" y="3435"/>
                    <a:pt x="78428" y="3230"/>
                    <a:pt x="75968" y="3204"/>
                  </a:cubicBezTo>
                  <a:cubicBezTo>
                    <a:pt x="71406" y="3101"/>
                    <a:pt x="66844" y="2999"/>
                    <a:pt x="62307" y="2871"/>
                  </a:cubicBezTo>
                  <a:cubicBezTo>
                    <a:pt x="57335" y="2717"/>
                    <a:pt x="52363" y="2538"/>
                    <a:pt x="47416" y="2358"/>
                  </a:cubicBezTo>
                  <a:cubicBezTo>
                    <a:pt x="42598" y="2204"/>
                    <a:pt x="37779" y="2153"/>
                    <a:pt x="32961" y="2486"/>
                  </a:cubicBezTo>
                  <a:cubicBezTo>
                    <a:pt x="29654" y="2666"/>
                    <a:pt x="26348" y="3153"/>
                    <a:pt x="23144" y="3973"/>
                  </a:cubicBezTo>
                  <a:cubicBezTo>
                    <a:pt x="18915" y="5049"/>
                    <a:pt x="15225" y="6843"/>
                    <a:pt x="12175" y="9483"/>
                  </a:cubicBezTo>
                  <a:cubicBezTo>
                    <a:pt x="10201" y="11226"/>
                    <a:pt x="8484" y="13225"/>
                    <a:pt x="7049" y="15455"/>
                  </a:cubicBezTo>
                  <a:cubicBezTo>
                    <a:pt x="5716" y="17531"/>
                    <a:pt x="4563" y="19761"/>
                    <a:pt x="3640" y="22093"/>
                  </a:cubicBezTo>
                  <a:cubicBezTo>
                    <a:pt x="2717" y="24451"/>
                    <a:pt x="1820" y="26809"/>
                    <a:pt x="897" y="29167"/>
                  </a:cubicBezTo>
                  <a:cubicBezTo>
                    <a:pt x="769" y="29526"/>
                    <a:pt x="615" y="29885"/>
                    <a:pt x="436" y="30218"/>
                  </a:cubicBezTo>
                  <a:cubicBezTo>
                    <a:pt x="359" y="30320"/>
                    <a:pt x="154" y="30397"/>
                    <a:pt x="0" y="30474"/>
                  </a:cubicBezTo>
                  <a:lnTo>
                    <a:pt x="0" y="22375"/>
                  </a:lnTo>
                  <a:cubicBezTo>
                    <a:pt x="180" y="22298"/>
                    <a:pt x="359" y="22221"/>
                    <a:pt x="436" y="22093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9" name="Google Shape;274;p11"/>
            <p:cNvSpPr/>
            <p:nvPr/>
          </p:nvSpPr>
          <p:spPr>
            <a:xfrm rot="10800000">
              <a:off x="6347520" y="720"/>
              <a:ext cx="2795400" cy="2610720"/>
            </a:xfrm>
            <a:custGeom>
              <a:avLst/>
              <a:gdLst>
                <a:gd name="textAreaLeft" fmla="*/ 0 w 2795400"/>
                <a:gd name="textAreaRight" fmla="*/ 2795760 w 2795400"/>
                <a:gd name="textAreaTop" fmla="*/ 0 h 2610720"/>
                <a:gd name="textAreaBottom" fmla="*/ 2611080 h 2610720"/>
              </a:gdLst>
              <a:ahLst/>
              <a:cxnLst/>
              <a:rect l="textAreaLeft" t="textAreaTop" r="textAreaRight" b="textAreaBottom"/>
              <a:pathLst>
                <a:path w="87040" h="89322">
                  <a:moveTo>
                    <a:pt x="948" y="33499"/>
                  </a:moveTo>
                  <a:cubicBezTo>
                    <a:pt x="3511" y="30244"/>
                    <a:pt x="5869" y="26784"/>
                    <a:pt x="7997" y="23196"/>
                  </a:cubicBezTo>
                  <a:cubicBezTo>
                    <a:pt x="9047" y="21351"/>
                    <a:pt x="10098" y="19531"/>
                    <a:pt x="11200" y="17711"/>
                  </a:cubicBezTo>
                  <a:cubicBezTo>
                    <a:pt x="12456" y="15558"/>
                    <a:pt x="13943" y="13533"/>
                    <a:pt x="15583" y="11662"/>
                  </a:cubicBezTo>
                  <a:cubicBezTo>
                    <a:pt x="19069" y="7818"/>
                    <a:pt x="23528" y="4999"/>
                    <a:pt x="28962" y="3204"/>
                  </a:cubicBezTo>
                  <a:cubicBezTo>
                    <a:pt x="31858" y="2282"/>
                    <a:pt x="34806" y="1615"/>
                    <a:pt x="37830" y="1180"/>
                  </a:cubicBezTo>
                  <a:cubicBezTo>
                    <a:pt x="42520" y="513"/>
                    <a:pt x="47236" y="154"/>
                    <a:pt x="51978" y="103"/>
                  </a:cubicBezTo>
                  <a:cubicBezTo>
                    <a:pt x="56335" y="1"/>
                    <a:pt x="60692" y="26"/>
                    <a:pt x="65075" y="52"/>
                  </a:cubicBezTo>
                  <a:cubicBezTo>
                    <a:pt x="68125" y="78"/>
                    <a:pt x="71200" y="257"/>
                    <a:pt x="74250" y="616"/>
                  </a:cubicBezTo>
                  <a:cubicBezTo>
                    <a:pt x="76173" y="795"/>
                    <a:pt x="78044" y="1180"/>
                    <a:pt x="79863" y="1769"/>
                  </a:cubicBezTo>
                  <a:cubicBezTo>
                    <a:pt x="82862" y="2769"/>
                    <a:pt x="84887" y="4537"/>
                    <a:pt x="85861" y="7075"/>
                  </a:cubicBezTo>
                  <a:cubicBezTo>
                    <a:pt x="86373" y="8407"/>
                    <a:pt x="86681" y="9817"/>
                    <a:pt x="86758" y="11252"/>
                  </a:cubicBezTo>
                  <a:cubicBezTo>
                    <a:pt x="87040" y="14943"/>
                    <a:pt x="86707" y="18634"/>
                    <a:pt x="86450" y="22324"/>
                  </a:cubicBezTo>
                  <a:cubicBezTo>
                    <a:pt x="86194" y="25656"/>
                    <a:pt x="85886" y="29014"/>
                    <a:pt x="85681" y="32346"/>
                  </a:cubicBezTo>
                  <a:cubicBezTo>
                    <a:pt x="85323" y="37882"/>
                    <a:pt x="85169" y="43444"/>
                    <a:pt x="85297" y="48980"/>
                  </a:cubicBezTo>
                  <a:cubicBezTo>
                    <a:pt x="85374" y="53875"/>
                    <a:pt x="85630" y="58745"/>
                    <a:pt x="85886" y="63640"/>
                  </a:cubicBezTo>
                  <a:cubicBezTo>
                    <a:pt x="86092" y="67484"/>
                    <a:pt x="86348" y="71329"/>
                    <a:pt x="86527" y="75173"/>
                  </a:cubicBezTo>
                  <a:cubicBezTo>
                    <a:pt x="86784" y="79710"/>
                    <a:pt x="86732" y="84246"/>
                    <a:pt x="86425" y="88783"/>
                  </a:cubicBezTo>
                  <a:cubicBezTo>
                    <a:pt x="86450" y="88962"/>
                    <a:pt x="86476" y="89142"/>
                    <a:pt x="86527" y="89321"/>
                  </a:cubicBezTo>
                  <a:lnTo>
                    <a:pt x="83580" y="89321"/>
                  </a:lnTo>
                  <a:cubicBezTo>
                    <a:pt x="83605" y="88886"/>
                    <a:pt x="83605" y="88450"/>
                    <a:pt x="83657" y="88014"/>
                  </a:cubicBezTo>
                  <a:cubicBezTo>
                    <a:pt x="83836" y="85810"/>
                    <a:pt x="84118" y="83580"/>
                    <a:pt x="84221" y="81376"/>
                  </a:cubicBezTo>
                  <a:cubicBezTo>
                    <a:pt x="84502" y="75814"/>
                    <a:pt x="84323" y="70278"/>
                    <a:pt x="84144" y="64742"/>
                  </a:cubicBezTo>
                  <a:cubicBezTo>
                    <a:pt x="84041" y="61385"/>
                    <a:pt x="83913" y="58053"/>
                    <a:pt x="83836" y="54695"/>
                  </a:cubicBezTo>
                  <a:cubicBezTo>
                    <a:pt x="83657" y="47083"/>
                    <a:pt x="83708" y="39471"/>
                    <a:pt x="84195" y="31859"/>
                  </a:cubicBezTo>
                  <a:cubicBezTo>
                    <a:pt x="84451" y="28296"/>
                    <a:pt x="84605" y="24734"/>
                    <a:pt x="84810" y="21171"/>
                  </a:cubicBezTo>
                  <a:cubicBezTo>
                    <a:pt x="84989" y="18557"/>
                    <a:pt x="84938" y="15968"/>
                    <a:pt x="84707" y="13380"/>
                  </a:cubicBezTo>
                  <a:cubicBezTo>
                    <a:pt x="84554" y="11842"/>
                    <a:pt x="84195" y="10355"/>
                    <a:pt x="83631" y="8946"/>
                  </a:cubicBezTo>
                  <a:cubicBezTo>
                    <a:pt x="82580" y="6562"/>
                    <a:pt x="80658" y="4845"/>
                    <a:pt x="77839" y="3820"/>
                  </a:cubicBezTo>
                  <a:cubicBezTo>
                    <a:pt x="76660" y="3410"/>
                    <a:pt x="75481" y="3076"/>
                    <a:pt x="74276" y="2846"/>
                  </a:cubicBezTo>
                  <a:cubicBezTo>
                    <a:pt x="71124" y="2282"/>
                    <a:pt x="67971" y="2000"/>
                    <a:pt x="64793" y="1974"/>
                  </a:cubicBezTo>
                  <a:cubicBezTo>
                    <a:pt x="57770" y="1769"/>
                    <a:pt x="50748" y="2051"/>
                    <a:pt x="43776" y="2871"/>
                  </a:cubicBezTo>
                  <a:cubicBezTo>
                    <a:pt x="40444" y="3230"/>
                    <a:pt x="37164" y="3871"/>
                    <a:pt x="33934" y="4768"/>
                  </a:cubicBezTo>
                  <a:cubicBezTo>
                    <a:pt x="28731" y="6229"/>
                    <a:pt x="24144" y="8484"/>
                    <a:pt x="20350" y="11765"/>
                  </a:cubicBezTo>
                  <a:cubicBezTo>
                    <a:pt x="18223" y="13636"/>
                    <a:pt x="16301" y="15763"/>
                    <a:pt x="14660" y="18095"/>
                  </a:cubicBezTo>
                  <a:cubicBezTo>
                    <a:pt x="13379" y="19864"/>
                    <a:pt x="12174" y="21684"/>
                    <a:pt x="10944" y="23478"/>
                  </a:cubicBezTo>
                  <a:cubicBezTo>
                    <a:pt x="7971" y="27912"/>
                    <a:pt x="4716" y="32141"/>
                    <a:pt x="1205" y="36165"/>
                  </a:cubicBezTo>
                  <a:cubicBezTo>
                    <a:pt x="974" y="36421"/>
                    <a:pt x="743" y="36677"/>
                    <a:pt x="513" y="36908"/>
                  </a:cubicBezTo>
                  <a:cubicBezTo>
                    <a:pt x="333" y="36985"/>
                    <a:pt x="179" y="37036"/>
                    <a:pt x="0" y="37062"/>
                  </a:cubicBezTo>
                  <a:lnTo>
                    <a:pt x="0" y="34242"/>
                  </a:lnTo>
                  <a:cubicBezTo>
                    <a:pt x="564" y="34217"/>
                    <a:pt x="692" y="33807"/>
                    <a:pt x="948" y="3349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0" name="Google Shape;275;p11"/>
            <p:cNvSpPr/>
            <p:nvPr/>
          </p:nvSpPr>
          <p:spPr>
            <a:xfrm rot="10800000">
              <a:off x="7662960" y="720"/>
              <a:ext cx="1479960" cy="1058400"/>
            </a:xfrm>
            <a:custGeom>
              <a:avLst/>
              <a:gdLst>
                <a:gd name="textAreaLeft" fmla="*/ 0 w 1479960"/>
                <a:gd name="textAreaRight" fmla="*/ 1480320 w 1479960"/>
                <a:gd name="textAreaTop" fmla="*/ 0 h 1058400"/>
                <a:gd name="textAreaBottom" fmla="*/ 1058760 h 1058400"/>
              </a:gdLst>
              <a:ahLst/>
              <a:cxnLst/>
              <a:rect l="textAreaLeft" t="textAreaTop" r="textAreaRight" b="textAreaBottom"/>
              <a:pathLst>
                <a:path w="46083" h="36216">
                  <a:moveTo>
                    <a:pt x="11149" y="6818"/>
                  </a:moveTo>
                  <a:cubicBezTo>
                    <a:pt x="13994" y="5357"/>
                    <a:pt x="16916" y="4101"/>
                    <a:pt x="19940" y="3050"/>
                  </a:cubicBezTo>
                  <a:cubicBezTo>
                    <a:pt x="23785" y="1717"/>
                    <a:pt x="27757" y="641"/>
                    <a:pt x="31935" y="231"/>
                  </a:cubicBezTo>
                  <a:cubicBezTo>
                    <a:pt x="33806" y="0"/>
                    <a:pt x="35703" y="26"/>
                    <a:pt x="37599" y="308"/>
                  </a:cubicBezTo>
                  <a:cubicBezTo>
                    <a:pt x="40265" y="769"/>
                    <a:pt x="42315" y="1948"/>
                    <a:pt x="43725" y="3896"/>
                  </a:cubicBezTo>
                  <a:cubicBezTo>
                    <a:pt x="44314" y="4742"/>
                    <a:pt x="44776" y="5664"/>
                    <a:pt x="45109" y="6664"/>
                  </a:cubicBezTo>
                  <a:cubicBezTo>
                    <a:pt x="45622" y="8330"/>
                    <a:pt x="45929" y="10098"/>
                    <a:pt x="45980" y="11867"/>
                  </a:cubicBezTo>
                  <a:cubicBezTo>
                    <a:pt x="46083" y="14635"/>
                    <a:pt x="45929" y="17454"/>
                    <a:pt x="45468" y="20196"/>
                  </a:cubicBezTo>
                  <a:cubicBezTo>
                    <a:pt x="44904" y="23887"/>
                    <a:pt x="44109" y="27501"/>
                    <a:pt x="43110" y="31089"/>
                  </a:cubicBezTo>
                  <a:cubicBezTo>
                    <a:pt x="42725" y="32473"/>
                    <a:pt x="42341" y="33832"/>
                    <a:pt x="41982" y="35216"/>
                  </a:cubicBezTo>
                  <a:cubicBezTo>
                    <a:pt x="41905" y="35523"/>
                    <a:pt x="41649" y="35856"/>
                    <a:pt x="41905" y="36215"/>
                  </a:cubicBezTo>
                  <a:lnTo>
                    <a:pt x="38701" y="36215"/>
                  </a:lnTo>
                  <a:cubicBezTo>
                    <a:pt x="38804" y="35600"/>
                    <a:pt x="38881" y="34959"/>
                    <a:pt x="39009" y="34370"/>
                  </a:cubicBezTo>
                  <a:cubicBezTo>
                    <a:pt x="39752" y="31140"/>
                    <a:pt x="40444" y="27885"/>
                    <a:pt x="40880" y="24630"/>
                  </a:cubicBezTo>
                  <a:cubicBezTo>
                    <a:pt x="41264" y="21683"/>
                    <a:pt x="41495" y="18710"/>
                    <a:pt x="41188" y="15737"/>
                  </a:cubicBezTo>
                  <a:cubicBezTo>
                    <a:pt x="41085" y="14276"/>
                    <a:pt x="40777" y="12866"/>
                    <a:pt x="40291" y="11508"/>
                  </a:cubicBezTo>
                  <a:cubicBezTo>
                    <a:pt x="40009" y="10790"/>
                    <a:pt x="39650" y="10098"/>
                    <a:pt x="39240" y="9432"/>
                  </a:cubicBezTo>
                  <a:cubicBezTo>
                    <a:pt x="37779" y="7074"/>
                    <a:pt x="35395" y="5690"/>
                    <a:pt x="32268" y="5203"/>
                  </a:cubicBezTo>
                  <a:cubicBezTo>
                    <a:pt x="30423" y="4947"/>
                    <a:pt x="28552" y="4921"/>
                    <a:pt x="26707" y="5126"/>
                  </a:cubicBezTo>
                  <a:cubicBezTo>
                    <a:pt x="22554" y="5562"/>
                    <a:pt x="18505" y="6664"/>
                    <a:pt x="14660" y="8330"/>
                  </a:cubicBezTo>
                  <a:cubicBezTo>
                    <a:pt x="10944" y="9919"/>
                    <a:pt x="7356" y="11790"/>
                    <a:pt x="3896" y="13917"/>
                  </a:cubicBezTo>
                  <a:cubicBezTo>
                    <a:pt x="2896" y="14532"/>
                    <a:pt x="1922" y="15173"/>
                    <a:pt x="923" y="15788"/>
                  </a:cubicBezTo>
                  <a:cubicBezTo>
                    <a:pt x="666" y="16019"/>
                    <a:pt x="333" y="16121"/>
                    <a:pt x="0" y="16121"/>
                  </a:cubicBezTo>
                  <a:lnTo>
                    <a:pt x="0" y="13123"/>
                  </a:lnTo>
                  <a:cubicBezTo>
                    <a:pt x="513" y="13123"/>
                    <a:pt x="820" y="12815"/>
                    <a:pt x="1179" y="12584"/>
                  </a:cubicBezTo>
                  <a:cubicBezTo>
                    <a:pt x="4383" y="10508"/>
                    <a:pt x="7689" y="8586"/>
                    <a:pt x="11149" y="681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1" name="Google Shape;276;p11"/>
            <p:cNvSpPr/>
            <p:nvPr/>
          </p:nvSpPr>
          <p:spPr>
            <a:xfrm rot="10800000">
              <a:off x="6503040" y="4092480"/>
              <a:ext cx="2639880" cy="1050840"/>
            </a:xfrm>
            <a:custGeom>
              <a:avLst/>
              <a:gdLst>
                <a:gd name="textAreaLeft" fmla="*/ 0 w 2639880"/>
                <a:gd name="textAreaRight" fmla="*/ 2640240 w 2639880"/>
                <a:gd name="textAreaTop" fmla="*/ 0 h 1050840"/>
                <a:gd name="textAreaBottom" fmla="*/ 1051200 h 1050840"/>
              </a:gdLst>
              <a:ahLst/>
              <a:cxnLst/>
              <a:rect l="textAreaLeft" t="textAreaTop" r="textAreaRight" b="textAreaBottom"/>
              <a:pathLst>
                <a:path w="82196" h="35959">
                  <a:moveTo>
                    <a:pt x="74737" y="6049"/>
                  </a:moveTo>
                  <a:cubicBezTo>
                    <a:pt x="72918" y="7766"/>
                    <a:pt x="71431" y="9791"/>
                    <a:pt x="70355" y="12046"/>
                  </a:cubicBezTo>
                  <a:cubicBezTo>
                    <a:pt x="69663" y="13558"/>
                    <a:pt x="69047" y="15096"/>
                    <a:pt x="68535" y="16685"/>
                  </a:cubicBezTo>
                  <a:cubicBezTo>
                    <a:pt x="67612" y="19402"/>
                    <a:pt x="66715" y="22144"/>
                    <a:pt x="65587" y="24784"/>
                  </a:cubicBezTo>
                  <a:cubicBezTo>
                    <a:pt x="64742" y="26809"/>
                    <a:pt x="63716" y="28782"/>
                    <a:pt x="62486" y="30628"/>
                  </a:cubicBezTo>
                  <a:cubicBezTo>
                    <a:pt x="61692" y="31832"/>
                    <a:pt x="60718" y="32935"/>
                    <a:pt x="59616" y="33857"/>
                  </a:cubicBezTo>
                  <a:cubicBezTo>
                    <a:pt x="57924" y="35216"/>
                    <a:pt x="55848" y="35959"/>
                    <a:pt x="53695" y="35933"/>
                  </a:cubicBezTo>
                  <a:cubicBezTo>
                    <a:pt x="51773" y="35933"/>
                    <a:pt x="49851" y="35626"/>
                    <a:pt x="48005" y="35087"/>
                  </a:cubicBezTo>
                  <a:cubicBezTo>
                    <a:pt x="45750" y="34395"/>
                    <a:pt x="43546" y="33575"/>
                    <a:pt x="41393" y="32576"/>
                  </a:cubicBezTo>
                  <a:cubicBezTo>
                    <a:pt x="37933" y="31012"/>
                    <a:pt x="34575" y="29295"/>
                    <a:pt x="31243" y="27552"/>
                  </a:cubicBezTo>
                  <a:cubicBezTo>
                    <a:pt x="24682" y="24169"/>
                    <a:pt x="18095" y="20786"/>
                    <a:pt x="11405" y="17582"/>
                  </a:cubicBezTo>
                  <a:cubicBezTo>
                    <a:pt x="8022" y="15993"/>
                    <a:pt x="4639" y="14378"/>
                    <a:pt x="1256" y="12789"/>
                  </a:cubicBezTo>
                  <a:cubicBezTo>
                    <a:pt x="871" y="12610"/>
                    <a:pt x="513" y="12354"/>
                    <a:pt x="0" y="12405"/>
                  </a:cubicBezTo>
                  <a:lnTo>
                    <a:pt x="0" y="11277"/>
                  </a:lnTo>
                  <a:cubicBezTo>
                    <a:pt x="179" y="11252"/>
                    <a:pt x="359" y="11252"/>
                    <a:pt x="538" y="11277"/>
                  </a:cubicBezTo>
                  <a:cubicBezTo>
                    <a:pt x="897" y="11405"/>
                    <a:pt x="1205" y="11559"/>
                    <a:pt x="1538" y="11713"/>
                  </a:cubicBezTo>
                  <a:cubicBezTo>
                    <a:pt x="11072" y="16044"/>
                    <a:pt x="20504" y="20504"/>
                    <a:pt x="29885" y="25092"/>
                  </a:cubicBezTo>
                  <a:cubicBezTo>
                    <a:pt x="33370" y="26809"/>
                    <a:pt x="36882" y="28475"/>
                    <a:pt x="40521" y="29961"/>
                  </a:cubicBezTo>
                  <a:cubicBezTo>
                    <a:pt x="42315" y="30705"/>
                    <a:pt x="44186" y="31345"/>
                    <a:pt x="46083" y="31884"/>
                  </a:cubicBezTo>
                  <a:cubicBezTo>
                    <a:pt x="47749" y="32345"/>
                    <a:pt x="49466" y="32576"/>
                    <a:pt x="51209" y="32550"/>
                  </a:cubicBezTo>
                  <a:cubicBezTo>
                    <a:pt x="53131" y="32550"/>
                    <a:pt x="55002" y="31909"/>
                    <a:pt x="56514" y="30730"/>
                  </a:cubicBezTo>
                  <a:cubicBezTo>
                    <a:pt x="57437" y="29987"/>
                    <a:pt x="58232" y="29167"/>
                    <a:pt x="58949" y="28244"/>
                  </a:cubicBezTo>
                  <a:cubicBezTo>
                    <a:pt x="59821" y="27117"/>
                    <a:pt x="60590" y="25938"/>
                    <a:pt x="61256" y="24682"/>
                  </a:cubicBezTo>
                  <a:cubicBezTo>
                    <a:pt x="62384" y="22580"/>
                    <a:pt x="63358" y="20401"/>
                    <a:pt x="64229" y="18197"/>
                  </a:cubicBezTo>
                  <a:cubicBezTo>
                    <a:pt x="65049" y="16147"/>
                    <a:pt x="65844" y="14096"/>
                    <a:pt x="66715" y="12046"/>
                  </a:cubicBezTo>
                  <a:cubicBezTo>
                    <a:pt x="67792" y="9560"/>
                    <a:pt x="69355" y="7279"/>
                    <a:pt x="71329" y="5408"/>
                  </a:cubicBezTo>
                  <a:cubicBezTo>
                    <a:pt x="72764" y="4075"/>
                    <a:pt x="74302" y="2871"/>
                    <a:pt x="75942" y="1794"/>
                  </a:cubicBezTo>
                  <a:cubicBezTo>
                    <a:pt x="76813" y="1205"/>
                    <a:pt x="77685" y="589"/>
                    <a:pt x="78556" y="0"/>
                  </a:cubicBezTo>
                  <a:lnTo>
                    <a:pt x="82196" y="0"/>
                  </a:lnTo>
                  <a:cubicBezTo>
                    <a:pt x="81273" y="692"/>
                    <a:pt x="80376" y="1410"/>
                    <a:pt x="79453" y="2102"/>
                  </a:cubicBezTo>
                  <a:cubicBezTo>
                    <a:pt x="77813" y="3332"/>
                    <a:pt x="76224" y="4639"/>
                    <a:pt x="74737" y="604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2" name="Google Shape;277;p11"/>
            <p:cNvSpPr/>
            <p:nvPr/>
          </p:nvSpPr>
          <p:spPr>
            <a:xfrm rot="10800000">
              <a:off x="2026440" y="4494240"/>
              <a:ext cx="1460880" cy="649080"/>
            </a:xfrm>
            <a:custGeom>
              <a:avLst/>
              <a:gdLst>
                <a:gd name="textAreaLeft" fmla="*/ 0 w 1460880"/>
                <a:gd name="textAreaRight" fmla="*/ 1461240 w 1460880"/>
                <a:gd name="textAreaTop" fmla="*/ 0 h 649080"/>
                <a:gd name="textAreaBottom" fmla="*/ 649440 h 649080"/>
              </a:gdLst>
              <a:ahLst/>
              <a:cxnLst/>
              <a:rect l="textAreaLeft" t="textAreaTop" r="textAreaRight" b="textAreaBottom"/>
              <a:pathLst>
                <a:path w="45495" h="22222">
                  <a:moveTo>
                    <a:pt x="39240" y="3024"/>
                  </a:moveTo>
                  <a:cubicBezTo>
                    <a:pt x="32192" y="6356"/>
                    <a:pt x="25528" y="10406"/>
                    <a:pt x="19377" y="15173"/>
                  </a:cubicBezTo>
                  <a:cubicBezTo>
                    <a:pt x="18173" y="16096"/>
                    <a:pt x="16968" y="17018"/>
                    <a:pt x="15738" y="17890"/>
                  </a:cubicBezTo>
                  <a:cubicBezTo>
                    <a:pt x="14482" y="18761"/>
                    <a:pt x="13277" y="19556"/>
                    <a:pt x="11996" y="20325"/>
                  </a:cubicBezTo>
                  <a:cubicBezTo>
                    <a:pt x="11150" y="20837"/>
                    <a:pt x="10253" y="21247"/>
                    <a:pt x="9305" y="21555"/>
                  </a:cubicBezTo>
                  <a:cubicBezTo>
                    <a:pt x="7228" y="22221"/>
                    <a:pt x="5357" y="21914"/>
                    <a:pt x="3743" y="20658"/>
                  </a:cubicBezTo>
                  <a:cubicBezTo>
                    <a:pt x="2923" y="19991"/>
                    <a:pt x="2231" y="19197"/>
                    <a:pt x="1744" y="18274"/>
                  </a:cubicBezTo>
                  <a:cubicBezTo>
                    <a:pt x="1077" y="16993"/>
                    <a:pt x="616" y="15634"/>
                    <a:pt x="411" y="14199"/>
                  </a:cubicBezTo>
                  <a:cubicBezTo>
                    <a:pt x="26" y="11508"/>
                    <a:pt x="1" y="8765"/>
                    <a:pt x="334" y="6049"/>
                  </a:cubicBezTo>
                  <a:cubicBezTo>
                    <a:pt x="539" y="4050"/>
                    <a:pt x="821" y="2025"/>
                    <a:pt x="1103" y="0"/>
                  </a:cubicBezTo>
                  <a:lnTo>
                    <a:pt x="3589" y="0"/>
                  </a:lnTo>
                  <a:cubicBezTo>
                    <a:pt x="3486" y="897"/>
                    <a:pt x="3384" y="1820"/>
                    <a:pt x="3307" y="2717"/>
                  </a:cubicBezTo>
                  <a:cubicBezTo>
                    <a:pt x="3025" y="5075"/>
                    <a:pt x="2846" y="7458"/>
                    <a:pt x="3128" y="9842"/>
                  </a:cubicBezTo>
                  <a:cubicBezTo>
                    <a:pt x="3256" y="11021"/>
                    <a:pt x="3563" y="12200"/>
                    <a:pt x="4025" y="13302"/>
                  </a:cubicBezTo>
                  <a:cubicBezTo>
                    <a:pt x="4332" y="14045"/>
                    <a:pt x="4742" y="14712"/>
                    <a:pt x="5281" y="15301"/>
                  </a:cubicBezTo>
                  <a:cubicBezTo>
                    <a:pt x="5768" y="15839"/>
                    <a:pt x="6383" y="16275"/>
                    <a:pt x="7075" y="16557"/>
                  </a:cubicBezTo>
                  <a:cubicBezTo>
                    <a:pt x="8074" y="16941"/>
                    <a:pt x="9176" y="16967"/>
                    <a:pt x="10176" y="16634"/>
                  </a:cubicBezTo>
                  <a:cubicBezTo>
                    <a:pt x="10996" y="16378"/>
                    <a:pt x="11765" y="16070"/>
                    <a:pt x="12508" y="15686"/>
                  </a:cubicBezTo>
                  <a:cubicBezTo>
                    <a:pt x="13636" y="15070"/>
                    <a:pt x="14764" y="14404"/>
                    <a:pt x="15815" y="13686"/>
                  </a:cubicBezTo>
                  <a:cubicBezTo>
                    <a:pt x="17737" y="12405"/>
                    <a:pt x="19582" y="11072"/>
                    <a:pt x="21453" y="9739"/>
                  </a:cubicBezTo>
                  <a:cubicBezTo>
                    <a:pt x="26630" y="6049"/>
                    <a:pt x="32167" y="2896"/>
                    <a:pt x="37985" y="359"/>
                  </a:cubicBezTo>
                  <a:cubicBezTo>
                    <a:pt x="38241" y="256"/>
                    <a:pt x="38446" y="128"/>
                    <a:pt x="38651" y="0"/>
                  </a:cubicBezTo>
                  <a:lnTo>
                    <a:pt x="45494" y="0"/>
                  </a:lnTo>
                  <a:cubicBezTo>
                    <a:pt x="45264" y="154"/>
                    <a:pt x="45007" y="308"/>
                    <a:pt x="44777" y="436"/>
                  </a:cubicBezTo>
                  <a:cubicBezTo>
                    <a:pt x="42931" y="1307"/>
                    <a:pt x="41060" y="2153"/>
                    <a:pt x="39240" y="3024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3" name="Google Shape;278;p11"/>
            <p:cNvSpPr/>
            <p:nvPr/>
          </p:nvSpPr>
          <p:spPr>
            <a:xfrm rot="10800000">
              <a:off x="7418520" y="720"/>
              <a:ext cx="1724400" cy="1312200"/>
            </a:xfrm>
            <a:custGeom>
              <a:avLst/>
              <a:gdLst>
                <a:gd name="textAreaLeft" fmla="*/ 0 w 1724400"/>
                <a:gd name="textAreaRight" fmla="*/ 1724760 w 1724400"/>
                <a:gd name="textAreaTop" fmla="*/ 0 h 1312200"/>
                <a:gd name="textAreaBottom" fmla="*/ 1312560 h 1312200"/>
              </a:gdLst>
              <a:ahLst/>
              <a:cxnLst/>
              <a:rect l="textAreaLeft" t="textAreaTop" r="textAreaRight" b="textAreaBottom"/>
              <a:pathLst>
                <a:path w="53696" h="44905">
                  <a:moveTo>
                    <a:pt x="5024" y="14199"/>
                  </a:moveTo>
                  <a:cubicBezTo>
                    <a:pt x="12456" y="9766"/>
                    <a:pt x="20350" y="6100"/>
                    <a:pt x="28552" y="3281"/>
                  </a:cubicBezTo>
                  <a:cubicBezTo>
                    <a:pt x="31602" y="2179"/>
                    <a:pt x="34729" y="1308"/>
                    <a:pt x="37907" y="667"/>
                  </a:cubicBezTo>
                  <a:cubicBezTo>
                    <a:pt x="40085" y="180"/>
                    <a:pt x="42315" y="0"/>
                    <a:pt x="44545" y="129"/>
                  </a:cubicBezTo>
                  <a:cubicBezTo>
                    <a:pt x="47621" y="359"/>
                    <a:pt x="49902" y="1590"/>
                    <a:pt x="51363" y="3845"/>
                  </a:cubicBezTo>
                  <a:cubicBezTo>
                    <a:pt x="52003" y="4819"/>
                    <a:pt x="52516" y="5921"/>
                    <a:pt x="52824" y="7074"/>
                  </a:cubicBezTo>
                  <a:cubicBezTo>
                    <a:pt x="53413" y="9150"/>
                    <a:pt x="53695" y="11329"/>
                    <a:pt x="53669" y="13482"/>
                  </a:cubicBezTo>
                  <a:cubicBezTo>
                    <a:pt x="53695" y="16250"/>
                    <a:pt x="53464" y="18992"/>
                    <a:pt x="53003" y="21735"/>
                  </a:cubicBezTo>
                  <a:cubicBezTo>
                    <a:pt x="52414" y="25297"/>
                    <a:pt x="51619" y="28834"/>
                    <a:pt x="50645" y="32346"/>
                  </a:cubicBezTo>
                  <a:cubicBezTo>
                    <a:pt x="49620" y="36216"/>
                    <a:pt x="48390" y="40060"/>
                    <a:pt x="47134" y="43879"/>
                  </a:cubicBezTo>
                  <a:cubicBezTo>
                    <a:pt x="47031" y="44212"/>
                    <a:pt x="46980" y="44545"/>
                    <a:pt x="46929" y="44904"/>
                  </a:cubicBezTo>
                  <a:lnTo>
                    <a:pt x="45314" y="44904"/>
                  </a:lnTo>
                  <a:cubicBezTo>
                    <a:pt x="45314" y="44648"/>
                    <a:pt x="45340" y="44392"/>
                    <a:pt x="45391" y="44161"/>
                  </a:cubicBezTo>
                  <a:cubicBezTo>
                    <a:pt x="45545" y="43648"/>
                    <a:pt x="45724" y="43136"/>
                    <a:pt x="45904" y="42623"/>
                  </a:cubicBezTo>
                  <a:cubicBezTo>
                    <a:pt x="48082" y="35780"/>
                    <a:pt x="50004" y="28885"/>
                    <a:pt x="50901" y="21837"/>
                  </a:cubicBezTo>
                  <a:cubicBezTo>
                    <a:pt x="51260" y="19223"/>
                    <a:pt x="51337" y="16583"/>
                    <a:pt x="51183" y="13969"/>
                  </a:cubicBezTo>
                  <a:cubicBezTo>
                    <a:pt x="51106" y="12636"/>
                    <a:pt x="50876" y="11329"/>
                    <a:pt x="50543" y="10047"/>
                  </a:cubicBezTo>
                  <a:cubicBezTo>
                    <a:pt x="50184" y="8715"/>
                    <a:pt x="49594" y="7433"/>
                    <a:pt x="48774" y="6305"/>
                  </a:cubicBezTo>
                  <a:cubicBezTo>
                    <a:pt x="47493" y="4588"/>
                    <a:pt x="45673" y="3512"/>
                    <a:pt x="43264" y="3102"/>
                  </a:cubicBezTo>
                  <a:cubicBezTo>
                    <a:pt x="41470" y="2845"/>
                    <a:pt x="39624" y="2820"/>
                    <a:pt x="37830" y="3076"/>
                  </a:cubicBezTo>
                  <a:cubicBezTo>
                    <a:pt x="35805" y="3307"/>
                    <a:pt x="33806" y="3691"/>
                    <a:pt x="31858" y="4204"/>
                  </a:cubicBezTo>
                  <a:cubicBezTo>
                    <a:pt x="25989" y="5742"/>
                    <a:pt x="20299" y="7818"/>
                    <a:pt x="14814" y="10406"/>
                  </a:cubicBezTo>
                  <a:cubicBezTo>
                    <a:pt x="10175" y="12636"/>
                    <a:pt x="5664" y="15122"/>
                    <a:pt x="1333" y="17890"/>
                  </a:cubicBezTo>
                  <a:cubicBezTo>
                    <a:pt x="923" y="18147"/>
                    <a:pt x="436" y="18352"/>
                    <a:pt x="0" y="18608"/>
                  </a:cubicBezTo>
                  <a:lnTo>
                    <a:pt x="0" y="17096"/>
                  </a:lnTo>
                  <a:cubicBezTo>
                    <a:pt x="384" y="17019"/>
                    <a:pt x="769" y="16839"/>
                    <a:pt x="1076" y="16609"/>
                  </a:cubicBezTo>
                  <a:cubicBezTo>
                    <a:pt x="2384" y="15814"/>
                    <a:pt x="3691" y="14994"/>
                    <a:pt x="5024" y="1419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4" name="Google Shape;279;p11"/>
            <p:cNvSpPr/>
            <p:nvPr/>
          </p:nvSpPr>
          <p:spPr>
            <a:xfrm rot="10800000">
              <a:off x="720" y="3336120"/>
              <a:ext cx="301680" cy="823680"/>
            </a:xfrm>
            <a:custGeom>
              <a:avLst/>
              <a:gdLst>
                <a:gd name="textAreaLeft" fmla="*/ 0 w 301680"/>
                <a:gd name="textAreaRight" fmla="*/ 302040 w 301680"/>
                <a:gd name="textAreaTop" fmla="*/ 0 h 823680"/>
                <a:gd name="textAreaBottom" fmla="*/ 824040 h 823680"/>
              </a:gdLst>
              <a:ahLst/>
              <a:cxnLst/>
              <a:rect l="textAreaLeft" t="textAreaTop" r="textAreaRight" b="textAreaBottom"/>
              <a:pathLst>
                <a:path w="9407" h="28194">
                  <a:moveTo>
                    <a:pt x="4050" y="24579"/>
                  </a:moveTo>
                  <a:cubicBezTo>
                    <a:pt x="1462" y="22273"/>
                    <a:pt x="129" y="19556"/>
                    <a:pt x="26" y="16429"/>
                  </a:cubicBezTo>
                  <a:cubicBezTo>
                    <a:pt x="1" y="14481"/>
                    <a:pt x="359" y="12533"/>
                    <a:pt x="1103" y="10714"/>
                  </a:cubicBezTo>
                  <a:cubicBezTo>
                    <a:pt x="2743" y="6536"/>
                    <a:pt x="5639" y="3025"/>
                    <a:pt x="9407" y="0"/>
                  </a:cubicBezTo>
                  <a:lnTo>
                    <a:pt x="9407" y="7125"/>
                  </a:lnTo>
                  <a:cubicBezTo>
                    <a:pt x="9356" y="7177"/>
                    <a:pt x="9279" y="7202"/>
                    <a:pt x="9228" y="7253"/>
                  </a:cubicBezTo>
                  <a:cubicBezTo>
                    <a:pt x="7741" y="9842"/>
                    <a:pt x="7126" y="12559"/>
                    <a:pt x="7792" y="15429"/>
                  </a:cubicBezTo>
                  <a:cubicBezTo>
                    <a:pt x="8074" y="16660"/>
                    <a:pt x="8612" y="17813"/>
                    <a:pt x="9407" y="18787"/>
                  </a:cubicBezTo>
                  <a:lnTo>
                    <a:pt x="9407" y="28193"/>
                  </a:lnTo>
                  <a:lnTo>
                    <a:pt x="8100" y="27424"/>
                  </a:lnTo>
                  <a:cubicBezTo>
                    <a:pt x="6639" y="26630"/>
                    <a:pt x="5280" y="25681"/>
                    <a:pt x="4050" y="2457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5" name="Google Shape;280;p11"/>
            <p:cNvSpPr/>
            <p:nvPr/>
          </p:nvSpPr>
          <p:spPr>
            <a:xfrm rot="10800000">
              <a:off x="6773040" y="4313520"/>
              <a:ext cx="2369880" cy="829800"/>
            </a:xfrm>
            <a:custGeom>
              <a:avLst/>
              <a:gdLst>
                <a:gd name="textAreaLeft" fmla="*/ 0 w 2369880"/>
                <a:gd name="textAreaRight" fmla="*/ 2370240 w 2369880"/>
                <a:gd name="textAreaTop" fmla="*/ 0 h 829800"/>
                <a:gd name="textAreaBottom" fmla="*/ 830160 h 829800"/>
              </a:gdLst>
              <a:ahLst/>
              <a:cxnLst/>
              <a:rect l="textAreaLeft" t="textAreaTop" r="textAreaRight" b="textAreaBottom"/>
              <a:pathLst>
                <a:path w="73790" h="28399">
                  <a:moveTo>
                    <a:pt x="63076" y="10355"/>
                  </a:moveTo>
                  <a:cubicBezTo>
                    <a:pt x="62537" y="11405"/>
                    <a:pt x="61999" y="12482"/>
                    <a:pt x="61461" y="13558"/>
                  </a:cubicBezTo>
                  <a:cubicBezTo>
                    <a:pt x="60308" y="16044"/>
                    <a:pt x="59000" y="18479"/>
                    <a:pt x="57591" y="20863"/>
                  </a:cubicBezTo>
                  <a:cubicBezTo>
                    <a:pt x="56745" y="22247"/>
                    <a:pt x="55771" y="23554"/>
                    <a:pt x="54669" y="24784"/>
                  </a:cubicBezTo>
                  <a:cubicBezTo>
                    <a:pt x="53900" y="25630"/>
                    <a:pt x="53029" y="26373"/>
                    <a:pt x="52080" y="26988"/>
                  </a:cubicBezTo>
                  <a:cubicBezTo>
                    <a:pt x="51004" y="27680"/>
                    <a:pt x="49799" y="28090"/>
                    <a:pt x="48543" y="28244"/>
                  </a:cubicBezTo>
                  <a:cubicBezTo>
                    <a:pt x="47211" y="28398"/>
                    <a:pt x="45878" y="28347"/>
                    <a:pt x="44596" y="28090"/>
                  </a:cubicBezTo>
                  <a:cubicBezTo>
                    <a:pt x="42674" y="27757"/>
                    <a:pt x="40803" y="27245"/>
                    <a:pt x="38983" y="26604"/>
                  </a:cubicBezTo>
                  <a:cubicBezTo>
                    <a:pt x="35780" y="25502"/>
                    <a:pt x="32730" y="24195"/>
                    <a:pt x="29705" y="22836"/>
                  </a:cubicBezTo>
                  <a:cubicBezTo>
                    <a:pt x="24169" y="20401"/>
                    <a:pt x="18684" y="17941"/>
                    <a:pt x="13174" y="15481"/>
                  </a:cubicBezTo>
                  <a:cubicBezTo>
                    <a:pt x="9201" y="13686"/>
                    <a:pt x="5229" y="11944"/>
                    <a:pt x="1256" y="10175"/>
                  </a:cubicBezTo>
                  <a:cubicBezTo>
                    <a:pt x="871" y="9996"/>
                    <a:pt x="487" y="9739"/>
                    <a:pt x="0" y="9765"/>
                  </a:cubicBezTo>
                  <a:lnTo>
                    <a:pt x="0" y="9022"/>
                  </a:lnTo>
                  <a:cubicBezTo>
                    <a:pt x="461" y="9176"/>
                    <a:pt x="923" y="9329"/>
                    <a:pt x="1358" y="9509"/>
                  </a:cubicBezTo>
                  <a:cubicBezTo>
                    <a:pt x="9252" y="12943"/>
                    <a:pt x="17172" y="16378"/>
                    <a:pt x="25066" y="19838"/>
                  </a:cubicBezTo>
                  <a:cubicBezTo>
                    <a:pt x="28475" y="21299"/>
                    <a:pt x="31884" y="22708"/>
                    <a:pt x="35395" y="23990"/>
                  </a:cubicBezTo>
                  <a:cubicBezTo>
                    <a:pt x="37215" y="24656"/>
                    <a:pt x="39060" y="25194"/>
                    <a:pt x="40931" y="25656"/>
                  </a:cubicBezTo>
                  <a:cubicBezTo>
                    <a:pt x="42443" y="26014"/>
                    <a:pt x="43981" y="26194"/>
                    <a:pt x="45545" y="26168"/>
                  </a:cubicBezTo>
                  <a:cubicBezTo>
                    <a:pt x="47082" y="26168"/>
                    <a:pt x="48569" y="25758"/>
                    <a:pt x="49902" y="24989"/>
                  </a:cubicBezTo>
                  <a:cubicBezTo>
                    <a:pt x="50927" y="24374"/>
                    <a:pt x="51850" y="23656"/>
                    <a:pt x="52695" y="22811"/>
                  </a:cubicBezTo>
                  <a:cubicBezTo>
                    <a:pt x="53746" y="21734"/>
                    <a:pt x="54695" y="20555"/>
                    <a:pt x="55540" y="19299"/>
                  </a:cubicBezTo>
                  <a:cubicBezTo>
                    <a:pt x="56950" y="17198"/>
                    <a:pt x="58257" y="15045"/>
                    <a:pt x="59436" y="12815"/>
                  </a:cubicBezTo>
                  <a:cubicBezTo>
                    <a:pt x="60103" y="11585"/>
                    <a:pt x="60769" y="10355"/>
                    <a:pt x="61461" y="9150"/>
                  </a:cubicBezTo>
                  <a:cubicBezTo>
                    <a:pt x="62409" y="7510"/>
                    <a:pt x="63588" y="5997"/>
                    <a:pt x="64947" y="4665"/>
                  </a:cubicBezTo>
                  <a:cubicBezTo>
                    <a:pt x="66587" y="3076"/>
                    <a:pt x="68432" y="1717"/>
                    <a:pt x="70432" y="589"/>
                  </a:cubicBezTo>
                  <a:cubicBezTo>
                    <a:pt x="70739" y="410"/>
                    <a:pt x="70995" y="205"/>
                    <a:pt x="71277" y="0"/>
                  </a:cubicBezTo>
                  <a:lnTo>
                    <a:pt x="73789" y="0"/>
                  </a:lnTo>
                  <a:cubicBezTo>
                    <a:pt x="73123" y="410"/>
                    <a:pt x="72482" y="846"/>
                    <a:pt x="71790" y="1256"/>
                  </a:cubicBezTo>
                  <a:cubicBezTo>
                    <a:pt x="67869" y="3614"/>
                    <a:pt x="64947" y="6638"/>
                    <a:pt x="63076" y="1035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6" name="Google Shape;281;p11"/>
            <p:cNvSpPr/>
            <p:nvPr/>
          </p:nvSpPr>
          <p:spPr>
            <a:xfrm rot="10800000">
              <a:off x="2508840" y="4835880"/>
              <a:ext cx="762840" cy="307440"/>
            </a:xfrm>
            <a:custGeom>
              <a:avLst/>
              <a:gdLst>
                <a:gd name="textAreaLeft" fmla="*/ 0 w 762840"/>
                <a:gd name="textAreaRight" fmla="*/ 763200 w 762840"/>
                <a:gd name="textAreaTop" fmla="*/ 0 h 307440"/>
                <a:gd name="textAreaBottom" fmla="*/ 307800 h 307440"/>
              </a:gdLst>
              <a:ahLst/>
              <a:cxnLst/>
              <a:rect l="textAreaLeft" t="textAreaTop" r="textAreaRight" b="textAreaBottom"/>
              <a:pathLst>
                <a:path w="23760" h="10534">
                  <a:moveTo>
                    <a:pt x="13944" y="5895"/>
                  </a:moveTo>
                  <a:cubicBezTo>
                    <a:pt x="12534" y="6792"/>
                    <a:pt x="11099" y="7663"/>
                    <a:pt x="9663" y="8509"/>
                  </a:cubicBezTo>
                  <a:cubicBezTo>
                    <a:pt x="8895" y="8945"/>
                    <a:pt x="8126" y="9329"/>
                    <a:pt x="7331" y="9688"/>
                  </a:cubicBezTo>
                  <a:cubicBezTo>
                    <a:pt x="6742" y="9919"/>
                    <a:pt x="6152" y="10124"/>
                    <a:pt x="5537" y="10252"/>
                  </a:cubicBezTo>
                  <a:cubicBezTo>
                    <a:pt x="4153" y="10534"/>
                    <a:pt x="2974" y="10226"/>
                    <a:pt x="2077" y="9329"/>
                  </a:cubicBezTo>
                  <a:cubicBezTo>
                    <a:pt x="1692" y="8919"/>
                    <a:pt x="1359" y="8458"/>
                    <a:pt x="1077" y="7971"/>
                  </a:cubicBezTo>
                  <a:cubicBezTo>
                    <a:pt x="667" y="7176"/>
                    <a:pt x="411" y="6305"/>
                    <a:pt x="283" y="5434"/>
                  </a:cubicBezTo>
                  <a:cubicBezTo>
                    <a:pt x="78" y="3947"/>
                    <a:pt x="1" y="2435"/>
                    <a:pt x="129" y="948"/>
                  </a:cubicBezTo>
                  <a:cubicBezTo>
                    <a:pt x="129" y="615"/>
                    <a:pt x="78" y="333"/>
                    <a:pt x="78" y="26"/>
                  </a:cubicBezTo>
                  <a:lnTo>
                    <a:pt x="2128" y="26"/>
                  </a:lnTo>
                  <a:cubicBezTo>
                    <a:pt x="2077" y="1025"/>
                    <a:pt x="2179" y="1999"/>
                    <a:pt x="2384" y="2973"/>
                  </a:cubicBezTo>
                  <a:cubicBezTo>
                    <a:pt x="2538" y="3870"/>
                    <a:pt x="2871" y="4716"/>
                    <a:pt x="3384" y="5459"/>
                  </a:cubicBezTo>
                  <a:cubicBezTo>
                    <a:pt x="4358" y="6792"/>
                    <a:pt x="5742" y="7279"/>
                    <a:pt x="7536" y="6818"/>
                  </a:cubicBezTo>
                  <a:cubicBezTo>
                    <a:pt x="8356" y="6613"/>
                    <a:pt x="9151" y="6305"/>
                    <a:pt x="9894" y="5946"/>
                  </a:cubicBezTo>
                  <a:cubicBezTo>
                    <a:pt x="11047" y="5408"/>
                    <a:pt x="12150" y="4793"/>
                    <a:pt x="13252" y="4178"/>
                  </a:cubicBezTo>
                  <a:cubicBezTo>
                    <a:pt x="15533" y="2896"/>
                    <a:pt x="17763" y="1563"/>
                    <a:pt x="20018" y="256"/>
                  </a:cubicBezTo>
                  <a:cubicBezTo>
                    <a:pt x="20146" y="179"/>
                    <a:pt x="20249" y="103"/>
                    <a:pt x="20351" y="0"/>
                  </a:cubicBezTo>
                  <a:lnTo>
                    <a:pt x="23760" y="0"/>
                  </a:lnTo>
                  <a:cubicBezTo>
                    <a:pt x="23581" y="154"/>
                    <a:pt x="23376" y="308"/>
                    <a:pt x="23171" y="436"/>
                  </a:cubicBezTo>
                  <a:cubicBezTo>
                    <a:pt x="19967" y="2127"/>
                    <a:pt x="16968" y="3998"/>
                    <a:pt x="13944" y="589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57" name="Google Shape;282;p11"/>
          <p:cNvSpPr/>
          <p:nvPr/>
        </p:nvSpPr>
        <p:spPr>
          <a:xfrm>
            <a:off x="1052640" y="1057320"/>
            <a:ext cx="7038360" cy="3028680"/>
          </a:xfrm>
          <a:prstGeom prst="roundRect">
            <a:avLst>
              <a:gd name="adj" fmla="val 10431"/>
            </a:avLst>
          </a:prstGeom>
          <a:solidFill>
            <a:schemeClr val="accent6"/>
          </a:solidFill>
          <a:ln w="0">
            <a:noFill/>
          </a:ln>
          <a:effectLst>
            <a:outerShdw blurRad="585720" algn="bl" rotWithShape="0">
              <a:schemeClr val="dk2">
                <a:alpha val="81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875960" y="1464480"/>
            <a:ext cx="5392080" cy="151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9600" b="1" strike="noStrike" spc="-1">
                <a:solidFill>
                  <a:schemeClr val="accent2"/>
                </a:solidFill>
                <a:latin typeface="Work Sans"/>
                <a:ea typeface="Work Sans"/>
              </a:rPr>
              <a:t>xx%</a:t>
            </a:r>
            <a:endParaRPr lang="fr-FR" sz="96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/>
    <p:bodyStyle/>
    <p:otherStyle/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7477FB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287;p13"/>
          <p:cNvSpPr/>
          <p:nvPr/>
        </p:nvSpPr>
        <p:spPr>
          <a:xfrm rot="10800000" flipH="1">
            <a:off x="720" y="1080"/>
            <a:ext cx="1171800" cy="764640"/>
          </a:xfrm>
          <a:custGeom>
            <a:avLst/>
            <a:gdLst>
              <a:gd name="textAreaLeft" fmla="*/ -360 w 1171800"/>
              <a:gd name="textAreaRight" fmla="*/ 1171800 w 1171800"/>
              <a:gd name="textAreaTop" fmla="*/ 0 h 764640"/>
              <a:gd name="textAreaBottom" fmla="*/ 765000 h 764640"/>
            </a:gdLst>
            <a:ahLst/>
            <a:cxnLst/>
            <a:rect l="textAreaLeft" t="textAreaTop" r="textAreaRight" b="textAreaBottom"/>
            <a:pathLst>
              <a:path w="36498" h="26169">
                <a:moveTo>
                  <a:pt x="641" y="9355"/>
                </a:moveTo>
                <a:cubicBezTo>
                  <a:pt x="974" y="9150"/>
                  <a:pt x="1307" y="8945"/>
                  <a:pt x="1640" y="8740"/>
                </a:cubicBezTo>
                <a:cubicBezTo>
                  <a:pt x="4690" y="6766"/>
                  <a:pt x="7894" y="5023"/>
                  <a:pt x="11200" y="3511"/>
                </a:cubicBezTo>
                <a:cubicBezTo>
                  <a:pt x="13456" y="2435"/>
                  <a:pt x="15814" y="1563"/>
                  <a:pt x="18249" y="897"/>
                </a:cubicBezTo>
                <a:cubicBezTo>
                  <a:pt x="20478" y="282"/>
                  <a:pt x="22760" y="0"/>
                  <a:pt x="25066" y="51"/>
                </a:cubicBezTo>
                <a:cubicBezTo>
                  <a:pt x="26040" y="77"/>
                  <a:pt x="27014" y="179"/>
                  <a:pt x="27988" y="384"/>
                </a:cubicBezTo>
                <a:cubicBezTo>
                  <a:pt x="30577" y="948"/>
                  <a:pt x="32525" y="2179"/>
                  <a:pt x="33934" y="4050"/>
                </a:cubicBezTo>
                <a:cubicBezTo>
                  <a:pt x="34934" y="5485"/>
                  <a:pt x="35626" y="7100"/>
                  <a:pt x="35985" y="8817"/>
                </a:cubicBezTo>
                <a:cubicBezTo>
                  <a:pt x="36318" y="10406"/>
                  <a:pt x="36497" y="12020"/>
                  <a:pt x="36497" y="13661"/>
                </a:cubicBezTo>
                <a:cubicBezTo>
                  <a:pt x="36497" y="15967"/>
                  <a:pt x="36369" y="18300"/>
                  <a:pt x="36062" y="20581"/>
                </a:cubicBezTo>
                <a:cubicBezTo>
                  <a:pt x="35857" y="22247"/>
                  <a:pt x="35651" y="23887"/>
                  <a:pt x="35472" y="25527"/>
                </a:cubicBezTo>
                <a:cubicBezTo>
                  <a:pt x="35472" y="25758"/>
                  <a:pt x="35498" y="25963"/>
                  <a:pt x="35523" y="26168"/>
                </a:cubicBezTo>
                <a:lnTo>
                  <a:pt x="26425" y="26168"/>
                </a:lnTo>
                <a:cubicBezTo>
                  <a:pt x="26066" y="24400"/>
                  <a:pt x="25733" y="22606"/>
                  <a:pt x="25066" y="20863"/>
                </a:cubicBezTo>
                <a:cubicBezTo>
                  <a:pt x="24733" y="19991"/>
                  <a:pt x="24349" y="19146"/>
                  <a:pt x="23913" y="18325"/>
                </a:cubicBezTo>
                <a:cubicBezTo>
                  <a:pt x="23477" y="17582"/>
                  <a:pt x="22990" y="16916"/>
                  <a:pt x="22426" y="16301"/>
                </a:cubicBezTo>
                <a:cubicBezTo>
                  <a:pt x="20504" y="14250"/>
                  <a:pt x="17915" y="13456"/>
                  <a:pt x="14840" y="13661"/>
                </a:cubicBezTo>
                <a:cubicBezTo>
                  <a:pt x="12584" y="13840"/>
                  <a:pt x="10380" y="14353"/>
                  <a:pt x="8304" y="15199"/>
                </a:cubicBezTo>
                <a:cubicBezTo>
                  <a:pt x="6638" y="15839"/>
                  <a:pt x="4998" y="16583"/>
                  <a:pt x="3434" y="17403"/>
                </a:cubicBezTo>
                <a:cubicBezTo>
                  <a:pt x="2666" y="17813"/>
                  <a:pt x="1922" y="18223"/>
                  <a:pt x="1128" y="18607"/>
                </a:cubicBezTo>
                <a:cubicBezTo>
                  <a:pt x="769" y="18787"/>
                  <a:pt x="384" y="18889"/>
                  <a:pt x="0" y="19043"/>
                </a:cubicBezTo>
                <a:lnTo>
                  <a:pt x="0" y="9457"/>
                </a:lnTo>
                <a:cubicBezTo>
                  <a:pt x="205" y="9509"/>
                  <a:pt x="461" y="9483"/>
                  <a:pt x="641" y="9355"/>
                </a:cubicBezTo>
                <a:close/>
              </a:path>
            </a:pathLst>
          </a:custGeom>
          <a:gradFill rotWithShape="0">
            <a:gsLst>
              <a:gs pos="0">
                <a:srgbClr val="D2DAFF"/>
              </a:gs>
              <a:gs pos="50000">
                <a:srgbClr val="AAC4FF"/>
              </a:gs>
              <a:gs pos="100000">
                <a:srgbClr val="B1B2FF"/>
              </a:gs>
            </a:gsLst>
            <a:lin ang="16194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60" name="Google Shape;288;p13"/>
          <p:cNvSpPr/>
          <p:nvPr/>
        </p:nvSpPr>
        <p:spPr>
          <a:xfrm rot="10800000" flipH="1">
            <a:off x="5657040" y="4494240"/>
            <a:ext cx="1460880" cy="649080"/>
          </a:xfrm>
          <a:custGeom>
            <a:avLst/>
            <a:gdLst>
              <a:gd name="textAreaLeft" fmla="*/ 360 w 1460880"/>
              <a:gd name="textAreaRight" fmla="*/ 1461600 w 1460880"/>
              <a:gd name="textAreaTop" fmla="*/ 0 h 649080"/>
              <a:gd name="textAreaBottom" fmla="*/ 649440 h 649080"/>
            </a:gdLst>
            <a:ahLst/>
            <a:cxnLst/>
            <a:rect l="textAreaLeft" t="textAreaTop" r="textAreaRight" b="textAreaBottom"/>
            <a:pathLst>
              <a:path w="45495" h="22222">
                <a:moveTo>
                  <a:pt x="39240" y="3024"/>
                </a:moveTo>
                <a:cubicBezTo>
                  <a:pt x="32192" y="6356"/>
                  <a:pt x="25528" y="10406"/>
                  <a:pt x="19377" y="15173"/>
                </a:cubicBezTo>
                <a:cubicBezTo>
                  <a:pt x="18173" y="16096"/>
                  <a:pt x="16968" y="17018"/>
                  <a:pt x="15738" y="17890"/>
                </a:cubicBezTo>
                <a:cubicBezTo>
                  <a:pt x="14482" y="18761"/>
                  <a:pt x="13277" y="19556"/>
                  <a:pt x="11996" y="20325"/>
                </a:cubicBezTo>
                <a:cubicBezTo>
                  <a:pt x="11150" y="20837"/>
                  <a:pt x="10253" y="21247"/>
                  <a:pt x="9305" y="21555"/>
                </a:cubicBezTo>
                <a:cubicBezTo>
                  <a:pt x="7228" y="22221"/>
                  <a:pt x="5357" y="21914"/>
                  <a:pt x="3743" y="20658"/>
                </a:cubicBezTo>
                <a:cubicBezTo>
                  <a:pt x="2923" y="19991"/>
                  <a:pt x="2231" y="19197"/>
                  <a:pt x="1744" y="18274"/>
                </a:cubicBezTo>
                <a:cubicBezTo>
                  <a:pt x="1077" y="16993"/>
                  <a:pt x="616" y="15634"/>
                  <a:pt x="411" y="14199"/>
                </a:cubicBezTo>
                <a:cubicBezTo>
                  <a:pt x="26" y="11508"/>
                  <a:pt x="1" y="8765"/>
                  <a:pt x="334" y="6049"/>
                </a:cubicBezTo>
                <a:cubicBezTo>
                  <a:pt x="539" y="4050"/>
                  <a:pt x="821" y="2025"/>
                  <a:pt x="1103" y="0"/>
                </a:cubicBezTo>
                <a:lnTo>
                  <a:pt x="3589" y="0"/>
                </a:lnTo>
                <a:cubicBezTo>
                  <a:pt x="3486" y="897"/>
                  <a:pt x="3384" y="1820"/>
                  <a:pt x="3307" y="2717"/>
                </a:cubicBezTo>
                <a:cubicBezTo>
                  <a:pt x="3025" y="5075"/>
                  <a:pt x="2846" y="7458"/>
                  <a:pt x="3128" y="9842"/>
                </a:cubicBezTo>
                <a:cubicBezTo>
                  <a:pt x="3256" y="11021"/>
                  <a:pt x="3563" y="12200"/>
                  <a:pt x="4025" y="13302"/>
                </a:cubicBezTo>
                <a:cubicBezTo>
                  <a:pt x="4332" y="14045"/>
                  <a:pt x="4742" y="14712"/>
                  <a:pt x="5281" y="15301"/>
                </a:cubicBezTo>
                <a:cubicBezTo>
                  <a:pt x="5768" y="15839"/>
                  <a:pt x="6383" y="16275"/>
                  <a:pt x="7075" y="16557"/>
                </a:cubicBezTo>
                <a:cubicBezTo>
                  <a:pt x="8074" y="16941"/>
                  <a:pt x="9176" y="16967"/>
                  <a:pt x="10176" y="16634"/>
                </a:cubicBezTo>
                <a:cubicBezTo>
                  <a:pt x="10996" y="16378"/>
                  <a:pt x="11765" y="16070"/>
                  <a:pt x="12508" y="15686"/>
                </a:cubicBezTo>
                <a:cubicBezTo>
                  <a:pt x="13636" y="15070"/>
                  <a:pt x="14764" y="14404"/>
                  <a:pt x="15815" y="13686"/>
                </a:cubicBezTo>
                <a:cubicBezTo>
                  <a:pt x="17737" y="12405"/>
                  <a:pt x="19582" y="11072"/>
                  <a:pt x="21453" y="9739"/>
                </a:cubicBezTo>
                <a:cubicBezTo>
                  <a:pt x="26630" y="6049"/>
                  <a:pt x="32167" y="2896"/>
                  <a:pt x="37985" y="359"/>
                </a:cubicBezTo>
                <a:cubicBezTo>
                  <a:pt x="38241" y="256"/>
                  <a:pt x="38446" y="128"/>
                  <a:pt x="38651" y="0"/>
                </a:cubicBezTo>
                <a:lnTo>
                  <a:pt x="45494" y="0"/>
                </a:lnTo>
                <a:cubicBezTo>
                  <a:pt x="45264" y="154"/>
                  <a:pt x="45007" y="308"/>
                  <a:pt x="44777" y="436"/>
                </a:cubicBezTo>
                <a:cubicBezTo>
                  <a:pt x="42931" y="1307"/>
                  <a:pt x="41060" y="2153"/>
                  <a:pt x="39240" y="3024"/>
                </a:cubicBezTo>
                <a:close/>
              </a:path>
            </a:pathLst>
          </a:custGeom>
          <a:gradFill rotWithShape="0">
            <a:gsLst>
              <a:gs pos="0">
                <a:srgbClr val="D2DAFF"/>
              </a:gs>
              <a:gs pos="50000">
                <a:srgbClr val="AAC4FF"/>
              </a:gs>
              <a:gs pos="100000">
                <a:srgbClr val="B1B2FF"/>
              </a:gs>
            </a:gsLst>
            <a:lin ang="16194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61" name="Google Shape;289;p13"/>
          <p:cNvGrpSpPr/>
          <p:nvPr/>
        </p:nvGrpSpPr>
        <p:grpSpPr>
          <a:xfrm>
            <a:off x="0" y="-360"/>
            <a:ext cx="9143640" cy="5143680"/>
            <a:chOff x="0" y="-360"/>
            <a:chExt cx="9143640" cy="5143680"/>
          </a:xfrm>
        </p:grpSpPr>
        <p:sp>
          <p:nvSpPr>
            <p:cNvPr id="62" name="Google Shape;290;p13"/>
            <p:cNvSpPr/>
            <p:nvPr/>
          </p:nvSpPr>
          <p:spPr>
            <a:xfrm flipV="1">
              <a:off x="5324040" y="714600"/>
              <a:ext cx="3819600" cy="4427640"/>
            </a:xfrm>
            <a:custGeom>
              <a:avLst/>
              <a:gdLst>
                <a:gd name="textAreaLeft" fmla="*/ 0 w 3819600"/>
                <a:gd name="textAreaRight" fmla="*/ 3819960 w 3819600"/>
                <a:gd name="textAreaTop" fmla="*/ -360 h 4427640"/>
                <a:gd name="textAreaBottom" fmla="*/ 4427640 h 4427640"/>
              </a:gdLst>
              <a:ahLst/>
              <a:cxnLst/>
              <a:rect l="textAreaLeft" t="textAreaTop" r="textAreaRight" b="textAreaBottom"/>
              <a:pathLst>
                <a:path w="118924" h="151474">
                  <a:moveTo>
                    <a:pt x="103008" y="151473"/>
                  </a:moveTo>
                  <a:cubicBezTo>
                    <a:pt x="98522" y="151448"/>
                    <a:pt x="94063" y="150781"/>
                    <a:pt x="89731" y="149525"/>
                  </a:cubicBezTo>
                  <a:cubicBezTo>
                    <a:pt x="87425" y="148833"/>
                    <a:pt x="85118" y="148090"/>
                    <a:pt x="82862" y="147270"/>
                  </a:cubicBezTo>
                  <a:cubicBezTo>
                    <a:pt x="77531" y="145348"/>
                    <a:pt x="72200" y="143374"/>
                    <a:pt x="66869" y="141375"/>
                  </a:cubicBezTo>
                  <a:cubicBezTo>
                    <a:pt x="65024" y="140657"/>
                    <a:pt x="63178" y="139888"/>
                    <a:pt x="61384" y="139094"/>
                  </a:cubicBezTo>
                  <a:cubicBezTo>
                    <a:pt x="56130" y="136787"/>
                    <a:pt x="52414" y="133302"/>
                    <a:pt x="50158" y="128739"/>
                  </a:cubicBezTo>
                  <a:cubicBezTo>
                    <a:pt x="48979" y="126407"/>
                    <a:pt x="48031" y="123947"/>
                    <a:pt x="47288" y="121435"/>
                  </a:cubicBezTo>
                  <a:cubicBezTo>
                    <a:pt x="46493" y="118616"/>
                    <a:pt x="45724" y="115822"/>
                    <a:pt x="45084" y="112977"/>
                  </a:cubicBezTo>
                  <a:cubicBezTo>
                    <a:pt x="44545" y="110465"/>
                    <a:pt x="44161" y="107902"/>
                    <a:pt x="43776" y="105365"/>
                  </a:cubicBezTo>
                  <a:cubicBezTo>
                    <a:pt x="43469" y="103084"/>
                    <a:pt x="43187" y="100803"/>
                    <a:pt x="42982" y="98522"/>
                  </a:cubicBezTo>
                  <a:cubicBezTo>
                    <a:pt x="42444" y="93114"/>
                    <a:pt x="42187" y="87706"/>
                    <a:pt x="42674" y="82298"/>
                  </a:cubicBezTo>
                  <a:cubicBezTo>
                    <a:pt x="43161" y="77351"/>
                    <a:pt x="44340" y="72507"/>
                    <a:pt x="46160" y="67868"/>
                  </a:cubicBezTo>
                  <a:cubicBezTo>
                    <a:pt x="47518" y="64357"/>
                    <a:pt x="49236" y="60948"/>
                    <a:pt x="50902" y="57514"/>
                  </a:cubicBezTo>
                  <a:cubicBezTo>
                    <a:pt x="55028" y="49081"/>
                    <a:pt x="59975" y="40982"/>
                    <a:pt x="65460" y="33088"/>
                  </a:cubicBezTo>
                  <a:cubicBezTo>
                    <a:pt x="67664" y="29961"/>
                    <a:pt x="69765" y="26758"/>
                    <a:pt x="71867" y="23554"/>
                  </a:cubicBezTo>
                  <a:cubicBezTo>
                    <a:pt x="72585" y="22503"/>
                    <a:pt x="73200" y="21375"/>
                    <a:pt x="73789" y="20273"/>
                  </a:cubicBezTo>
                  <a:cubicBezTo>
                    <a:pt x="74456" y="19094"/>
                    <a:pt x="74917" y="17813"/>
                    <a:pt x="75148" y="16480"/>
                  </a:cubicBezTo>
                  <a:cubicBezTo>
                    <a:pt x="75225" y="15967"/>
                    <a:pt x="75225" y="15429"/>
                    <a:pt x="75148" y="14891"/>
                  </a:cubicBezTo>
                  <a:cubicBezTo>
                    <a:pt x="75020" y="13866"/>
                    <a:pt x="74251" y="13276"/>
                    <a:pt x="73097" y="12994"/>
                  </a:cubicBezTo>
                  <a:cubicBezTo>
                    <a:pt x="72303" y="12815"/>
                    <a:pt x="71508" y="12764"/>
                    <a:pt x="70714" y="12841"/>
                  </a:cubicBezTo>
                  <a:cubicBezTo>
                    <a:pt x="69560" y="12943"/>
                    <a:pt x="68407" y="13123"/>
                    <a:pt x="67254" y="13404"/>
                  </a:cubicBezTo>
                  <a:cubicBezTo>
                    <a:pt x="65460" y="13866"/>
                    <a:pt x="63691" y="14430"/>
                    <a:pt x="61974" y="15122"/>
                  </a:cubicBezTo>
                  <a:cubicBezTo>
                    <a:pt x="58693" y="16378"/>
                    <a:pt x="55489" y="17838"/>
                    <a:pt x="52414" y="19479"/>
                  </a:cubicBezTo>
                  <a:cubicBezTo>
                    <a:pt x="48339" y="21606"/>
                    <a:pt x="44468" y="23964"/>
                    <a:pt x="40624" y="26373"/>
                  </a:cubicBezTo>
                  <a:cubicBezTo>
                    <a:pt x="37830" y="28142"/>
                    <a:pt x="35011" y="29910"/>
                    <a:pt x="32192" y="31653"/>
                  </a:cubicBezTo>
                  <a:cubicBezTo>
                    <a:pt x="30193" y="32883"/>
                    <a:pt x="28142" y="34037"/>
                    <a:pt x="26040" y="35062"/>
                  </a:cubicBezTo>
                  <a:cubicBezTo>
                    <a:pt x="24169" y="36010"/>
                    <a:pt x="22196" y="36753"/>
                    <a:pt x="20171" y="37292"/>
                  </a:cubicBezTo>
                  <a:cubicBezTo>
                    <a:pt x="14686" y="38650"/>
                    <a:pt x="10073" y="37445"/>
                    <a:pt x="6228" y="34037"/>
                  </a:cubicBezTo>
                  <a:cubicBezTo>
                    <a:pt x="5229" y="33114"/>
                    <a:pt x="4383" y="32089"/>
                    <a:pt x="3717" y="30935"/>
                  </a:cubicBezTo>
                  <a:cubicBezTo>
                    <a:pt x="2563" y="29039"/>
                    <a:pt x="1717" y="27014"/>
                    <a:pt x="1205" y="24912"/>
                  </a:cubicBezTo>
                  <a:cubicBezTo>
                    <a:pt x="564" y="22452"/>
                    <a:pt x="205" y="19966"/>
                    <a:pt x="103" y="17454"/>
                  </a:cubicBezTo>
                  <a:cubicBezTo>
                    <a:pt x="0" y="15173"/>
                    <a:pt x="26" y="12866"/>
                    <a:pt x="205" y="10585"/>
                  </a:cubicBezTo>
                  <a:cubicBezTo>
                    <a:pt x="436" y="7612"/>
                    <a:pt x="667" y="4665"/>
                    <a:pt x="897" y="1692"/>
                  </a:cubicBezTo>
                  <a:cubicBezTo>
                    <a:pt x="949" y="1128"/>
                    <a:pt x="949" y="564"/>
                    <a:pt x="949" y="0"/>
                  </a:cubicBezTo>
                  <a:lnTo>
                    <a:pt x="8689" y="0"/>
                  </a:lnTo>
                  <a:cubicBezTo>
                    <a:pt x="8766" y="179"/>
                    <a:pt x="8791" y="359"/>
                    <a:pt x="8791" y="538"/>
                  </a:cubicBezTo>
                  <a:cubicBezTo>
                    <a:pt x="8586" y="2153"/>
                    <a:pt x="8356" y="3768"/>
                    <a:pt x="8151" y="5382"/>
                  </a:cubicBezTo>
                  <a:cubicBezTo>
                    <a:pt x="7715" y="8637"/>
                    <a:pt x="7587" y="11944"/>
                    <a:pt x="7817" y="15224"/>
                  </a:cubicBezTo>
                  <a:cubicBezTo>
                    <a:pt x="7946" y="16993"/>
                    <a:pt x="8330" y="18736"/>
                    <a:pt x="8945" y="20401"/>
                  </a:cubicBezTo>
                  <a:cubicBezTo>
                    <a:pt x="9355" y="21606"/>
                    <a:pt x="9996" y="22708"/>
                    <a:pt x="10816" y="23682"/>
                  </a:cubicBezTo>
                  <a:cubicBezTo>
                    <a:pt x="11559" y="24579"/>
                    <a:pt x="12482" y="25297"/>
                    <a:pt x="13507" y="25809"/>
                  </a:cubicBezTo>
                  <a:cubicBezTo>
                    <a:pt x="15071" y="26604"/>
                    <a:pt x="16865" y="26809"/>
                    <a:pt x="18531" y="26348"/>
                  </a:cubicBezTo>
                  <a:cubicBezTo>
                    <a:pt x="19530" y="26091"/>
                    <a:pt x="20504" y="25707"/>
                    <a:pt x="21427" y="25220"/>
                  </a:cubicBezTo>
                  <a:cubicBezTo>
                    <a:pt x="22785" y="24528"/>
                    <a:pt x="24093" y="23733"/>
                    <a:pt x="25323" y="22811"/>
                  </a:cubicBezTo>
                  <a:cubicBezTo>
                    <a:pt x="26630" y="21862"/>
                    <a:pt x="27963" y="20914"/>
                    <a:pt x="29193" y="19914"/>
                  </a:cubicBezTo>
                  <a:cubicBezTo>
                    <a:pt x="36190" y="14302"/>
                    <a:pt x="43930" y="9483"/>
                    <a:pt x="52183" y="5229"/>
                  </a:cubicBezTo>
                  <a:cubicBezTo>
                    <a:pt x="55464" y="3537"/>
                    <a:pt x="58796" y="1820"/>
                    <a:pt x="62204" y="256"/>
                  </a:cubicBezTo>
                  <a:cubicBezTo>
                    <a:pt x="62384" y="179"/>
                    <a:pt x="62538" y="77"/>
                    <a:pt x="62691" y="0"/>
                  </a:cubicBezTo>
                  <a:lnTo>
                    <a:pt x="118924" y="0"/>
                  </a:lnTo>
                  <a:lnTo>
                    <a:pt x="118924" y="8278"/>
                  </a:lnTo>
                  <a:cubicBezTo>
                    <a:pt x="118616" y="8407"/>
                    <a:pt x="118334" y="8535"/>
                    <a:pt x="118027" y="8663"/>
                  </a:cubicBezTo>
                  <a:cubicBezTo>
                    <a:pt x="112029" y="10995"/>
                    <a:pt x="106416" y="14225"/>
                    <a:pt x="101393" y="18274"/>
                  </a:cubicBezTo>
                  <a:cubicBezTo>
                    <a:pt x="94729" y="23554"/>
                    <a:pt x="88527" y="29372"/>
                    <a:pt x="82811" y="35651"/>
                  </a:cubicBezTo>
                  <a:cubicBezTo>
                    <a:pt x="76532" y="42571"/>
                    <a:pt x="71893" y="50158"/>
                    <a:pt x="68843" y="58411"/>
                  </a:cubicBezTo>
                  <a:cubicBezTo>
                    <a:pt x="67510" y="62025"/>
                    <a:pt x="66126" y="65587"/>
                    <a:pt x="65101" y="69252"/>
                  </a:cubicBezTo>
                  <a:cubicBezTo>
                    <a:pt x="63691" y="74096"/>
                    <a:pt x="62897" y="78992"/>
                    <a:pt x="63102" y="83964"/>
                  </a:cubicBezTo>
                  <a:cubicBezTo>
                    <a:pt x="63281" y="88654"/>
                    <a:pt x="64383" y="93216"/>
                    <a:pt x="66075" y="97702"/>
                  </a:cubicBezTo>
                  <a:cubicBezTo>
                    <a:pt x="68202" y="103238"/>
                    <a:pt x="71278" y="108389"/>
                    <a:pt x="75199" y="112849"/>
                  </a:cubicBezTo>
                  <a:cubicBezTo>
                    <a:pt x="78505" y="116668"/>
                    <a:pt x="82427" y="119923"/>
                    <a:pt x="86758" y="122486"/>
                  </a:cubicBezTo>
                  <a:cubicBezTo>
                    <a:pt x="94447" y="127073"/>
                    <a:pt x="103059" y="129201"/>
                    <a:pt x="112568" y="128739"/>
                  </a:cubicBezTo>
                  <a:cubicBezTo>
                    <a:pt x="114362" y="128663"/>
                    <a:pt x="116182" y="128432"/>
                    <a:pt x="117950" y="128073"/>
                  </a:cubicBezTo>
                  <a:cubicBezTo>
                    <a:pt x="118283" y="128022"/>
                    <a:pt x="118591" y="127894"/>
                    <a:pt x="118924" y="127817"/>
                  </a:cubicBezTo>
                  <a:lnTo>
                    <a:pt x="118924" y="149064"/>
                  </a:lnTo>
                  <a:cubicBezTo>
                    <a:pt x="118514" y="149141"/>
                    <a:pt x="118129" y="149218"/>
                    <a:pt x="117719" y="149346"/>
                  </a:cubicBezTo>
                  <a:cubicBezTo>
                    <a:pt x="112952" y="150730"/>
                    <a:pt x="108005" y="151448"/>
                    <a:pt x="103008" y="151473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162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3" name="Google Shape;291;p13"/>
            <p:cNvSpPr/>
            <p:nvPr/>
          </p:nvSpPr>
          <p:spPr>
            <a:xfrm flipV="1">
              <a:off x="1080" y="360"/>
              <a:ext cx="6626880" cy="5142240"/>
            </a:xfrm>
            <a:custGeom>
              <a:avLst/>
              <a:gdLst>
                <a:gd name="textAreaLeft" fmla="*/ 0 w 6626880"/>
                <a:gd name="textAreaRight" fmla="*/ 6627240 w 6626880"/>
                <a:gd name="textAreaTop" fmla="*/ 360 h 5142240"/>
                <a:gd name="textAreaBottom" fmla="*/ 5142960 h 5142240"/>
              </a:gdLst>
              <a:ahLst/>
              <a:cxnLst/>
              <a:rect l="textAreaLeft" t="textAreaTop" r="textAreaRight" b="textAreaBottom"/>
              <a:pathLst>
                <a:path w="206323" h="175925">
                  <a:moveTo>
                    <a:pt x="141196" y="19504"/>
                  </a:moveTo>
                  <a:cubicBezTo>
                    <a:pt x="142093" y="23041"/>
                    <a:pt x="142965" y="26604"/>
                    <a:pt x="143836" y="30166"/>
                  </a:cubicBezTo>
                  <a:cubicBezTo>
                    <a:pt x="145400" y="36318"/>
                    <a:pt x="147424" y="42315"/>
                    <a:pt x="149936" y="48133"/>
                  </a:cubicBezTo>
                  <a:cubicBezTo>
                    <a:pt x="151089" y="50824"/>
                    <a:pt x="152217" y="53515"/>
                    <a:pt x="153089" y="56283"/>
                  </a:cubicBezTo>
                  <a:cubicBezTo>
                    <a:pt x="153858" y="58770"/>
                    <a:pt x="154447" y="61333"/>
                    <a:pt x="154831" y="63921"/>
                  </a:cubicBezTo>
                  <a:cubicBezTo>
                    <a:pt x="155421" y="67612"/>
                    <a:pt x="155703" y="71277"/>
                    <a:pt x="156036" y="74968"/>
                  </a:cubicBezTo>
                  <a:cubicBezTo>
                    <a:pt x="156241" y="77813"/>
                    <a:pt x="156600" y="80658"/>
                    <a:pt x="157138" y="83477"/>
                  </a:cubicBezTo>
                  <a:cubicBezTo>
                    <a:pt x="157574" y="85912"/>
                    <a:pt x="158343" y="88270"/>
                    <a:pt x="159394" y="90525"/>
                  </a:cubicBezTo>
                  <a:cubicBezTo>
                    <a:pt x="160675" y="93191"/>
                    <a:pt x="162520" y="95549"/>
                    <a:pt x="164802" y="97420"/>
                  </a:cubicBezTo>
                  <a:cubicBezTo>
                    <a:pt x="165776" y="98214"/>
                    <a:pt x="166724" y="99034"/>
                    <a:pt x="167723" y="99803"/>
                  </a:cubicBezTo>
                  <a:cubicBezTo>
                    <a:pt x="171645" y="102751"/>
                    <a:pt x="174618" y="106826"/>
                    <a:pt x="176207" y="111490"/>
                  </a:cubicBezTo>
                  <a:cubicBezTo>
                    <a:pt x="177027" y="113797"/>
                    <a:pt x="177565" y="116155"/>
                    <a:pt x="177873" y="118590"/>
                  </a:cubicBezTo>
                  <a:cubicBezTo>
                    <a:pt x="178155" y="120820"/>
                    <a:pt x="178257" y="123075"/>
                    <a:pt x="178129" y="125331"/>
                  </a:cubicBezTo>
                  <a:cubicBezTo>
                    <a:pt x="178027" y="127330"/>
                    <a:pt x="177565" y="129278"/>
                    <a:pt x="176796" y="131123"/>
                  </a:cubicBezTo>
                  <a:cubicBezTo>
                    <a:pt x="175694" y="133686"/>
                    <a:pt x="174567" y="136249"/>
                    <a:pt x="173439" y="138812"/>
                  </a:cubicBezTo>
                  <a:cubicBezTo>
                    <a:pt x="172824" y="140222"/>
                    <a:pt x="172209" y="141631"/>
                    <a:pt x="171645" y="143067"/>
                  </a:cubicBezTo>
                  <a:cubicBezTo>
                    <a:pt x="170491" y="146040"/>
                    <a:pt x="170696" y="148987"/>
                    <a:pt x="172055" y="151909"/>
                  </a:cubicBezTo>
                  <a:cubicBezTo>
                    <a:pt x="172798" y="153447"/>
                    <a:pt x="173721" y="154882"/>
                    <a:pt x="174797" y="156215"/>
                  </a:cubicBezTo>
                  <a:cubicBezTo>
                    <a:pt x="176925" y="158829"/>
                    <a:pt x="179488" y="161136"/>
                    <a:pt x="182281" y="163263"/>
                  </a:cubicBezTo>
                  <a:cubicBezTo>
                    <a:pt x="188971" y="168415"/>
                    <a:pt x="196609" y="172387"/>
                    <a:pt x="205015" y="175386"/>
                  </a:cubicBezTo>
                  <a:cubicBezTo>
                    <a:pt x="205451" y="175540"/>
                    <a:pt x="205887" y="175745"/>
                    <a:pt x="206322" y="175924"/>
                  </a:cubicBezTo>
                  <a:lnTo>
                    <a:pt x="178539" y="175924"/>
                  </a:lnTo>
                  <a:cubicBezTo>
                    <a:pt x="178257" y="175668"/>
                    <a:pt x="178001" y="175412"/>
                    <a:pt x="177694" y="175181"/>
                  </a:cubicBezTo>
                  <a:cubicBezTo>
                    <a:pt x="174054" y="172439"/>
                    <a:pt x="170594" y="169491"/>
                    <a:pt x="167313" y="166364"/>
                  </a:cubicBezTo>
                  <a:cubicBezTo>
                    <a:pt x="164597" y="163801"/>
                    <a:pt x="162136" y="161008"/>
                    <a:pt x="159932" y="158009"/>
                  </a:cubicBezTo>
                  <a:cubicBezTo>
                    <a:pt x="157753" y="154985"/>
                    <a:pt x="156010" y="151806"/>
                    <a:pt x="154960" y="148372"/>
                  </a:cubicBezTo>
                  <a:cubicBezTo>
                    <a:pt x="154550" y="146988"/>
                    <a:pt x="154268" y="145553"/>
                    <a:pt x="154139" y="144117"/>
                  </a:cubicBezTo>
                  <a:cubicBezTo>
                    <a:pt x="153909" y="141401"/>
                    <a:pt x="154344" y="138658"/>
                    <a:pt x="155421" y="136146"/>
                  </a:cubicBezTo>
                  <a:cubicBezTo>
                    <a:pt x="156036" y="134686"/>
                    <a:pt x="156754" y="133225"/>
                    <a:pt x="157394" y="131764"/>
                  </a:cubicBezTo>
                  <a:cubicBezTo>
                    <a:pt x="157856" y="130739"/>
                    <a:pt x="158266" y="129688"/>
                    <a:pt x="158625" y="128637"/>
                  </a:cubicBezTo>
                  <a:cubicBezTo>
                    <a:pt x="159650" y="125356"/>
                    <a:pt x="159163" y="122178"/>
                    <a:pt x="157471" y="119103"/>
                  </a:cubicBezTo>
                  <a:cubicBezTo>
                    <a:pt x="156779" y="117898"/>
                    <a:pt x="155959" y="116745"/>
                    <a:pt x="154985" y="115745"/>
                  </a:cubicBezTo>
                  <a:cubicBezTo>
                    <a:pt x="154344" y="115079"/>
                    <a:pt x="153678" y="114438"/>
                    <a:pt x="152986" y="113823"/>
                  </a:cubicBezTo>
                  <a:cubicBezTo>
                    <a:pt x="152422" y="113285"/>
                    <a:pt x="151833" y="112746"/>
                    <a:pt x="151218" y="112234"/>
                  </a:cubicBezTo>
                  <a:cubicBezTo>
                    <a:pt x="147040" y="108748"/>
                    <a:pt x="144016" y="104083"/>
                    <a:pt x="142580" y="98829"/>
                  </a:cubicBezTo>
                  <a:cubicBezTo>
                    <a:pt x="141837" y="96164"/>
                    <a:pt x="141299" y="93473"/>
                    <a:pt x="140966" y="90756"/>
                  </a:cubicBezTo>
                  <a:cubicBezTo>
                    <a:pt x="140402" y="86476"/>
                    <a:pt x="139915" y="82170"/>
                    <a:pt x="139325" y="77864"/>
                  </a:cubicBezTo>
                  <a:cubicBezTo>
                    <a:pt x="138813" y="74173"/>
                    <a:pt x="138172" y="70482"/>
                    <a:pt x="137403" y="66817"/>
                  </a:cubicBezTo>
                  <a:cubicBezTo>
                    <a:pt x="136685" y="63409"/>
                    <a:pt x="136045" y="60025"/>
                    <a:pt x="135250" y="56642"/>
                  </a:cubicBezTo>
                  <a:cubicBezTo>
                    <a:pt x="133533" y="49107"/>
                    <a:pt x="131636" y="41572"/>
                    <a:pt x="129124" y="34216"/>
                  </a:cubicBezTo>
                  <a:cubicBezTo>
                    <a:pt x="128279" y="31576"/>
                    <a:pt x="127202" y="29039"/>
                    <a:pt x="125946" y="26578"/>
                  </a:cubicBezTo>
                  <a:cubicBezTo>
                    <a:pt x="125152" y="25015"/>
                    <a:pt x="124203" y="23554"/>
                    <a:pt x="123127" y="22170"/>
                  </a:cubicBezTo>
                  <a:cubicBezTo>
                    <a:pt x="122025" y="20786"/>
                    <a:pt x="120718" y="19530"/>
                    <a:pt x="119231" y="18530"/>
                  </a:cubicBezTo>
                  <a:cubicBezTo>
                    <a:pt x="118360" y="17941"/>
                    <a:pt x="117437" y="17454"/>
                    <a:pt x="116463" y="17070"/>
                  </a:cubicBezTo>
                  <a:cubicBezTo>
                    <a:pt x="113951" y="16096"/>
                    <a:pt x="111183" y="15942"/>
                    <a:pt x="108595" y="16659"/>
                  </a:cubicBezTo>
                  <a:cubicBezTo>
                    <a:pt x="107031" y="17095"/>
                    <a:pt x="105519" y="17710"/>
                    <a:pt x="104135" y="18530"/>
                  </a:cubicBezTo>
                  <a:cubicBezTo>
                    <a:pt x="101880" y="19838"/>
                    <a:pt x="99829" y="21478"/>
                    <a:pt x="98035" y="23400"/>
                  </a:cubicBezTo>
                  <a:cubicBezTo>
                    <a:pt x="95370" y="26194"/>
                    <a:pt x="93114" y="29321"/>
                    <a:pt x="91320" y="32729"/>
                  </a:cubicBezTo>
                  <a:cubicBezTo>
                    <a:pt x="90218" y="34806"/>
                    <a:pt x="89167" y="36907"/>
                    <a:pt x="88116" y="38958"/>
                  </a:cubicBezTo>
                  <a:cubicBezTo>
                    <a:pt x="86758" y="41674"/>
                    <a:pt x="85246" y="44314"/>
                    <a:pt x="83580" y="46852"/>
                  </a:cubicBezTo>
                  <a:cubicBezTo>
                    <a:pt x="82298" y="48748"/>
                    <a:pt x="80837" y="50491"/>
                    <a:pt x="79197" y="52080"/>
                  </a:cubicBezTo>
                  <a:cubicBezTo>
                    <a:pt x="78300" y="52926"/>
                    <a:pt x="77352" y="53695"/>
                    <a:pt x="76326" y="54387"/>
                  </a:cubicBezTo>
                  <a:cubicBezTo>
                    <a:pt x="73302" y="56335"/>
                    <a:pt x="69791" y="57437"/>
                    <a:pt x="66177" y="57539"/>
                  </a:cubicBezTo>
                  <a:cubicBezTo>
                    <a:pt x="62332" y="57693"/>
                    <a:pt x="58616" y="57104"/>
                    <a:pt x="55002" y="56104"/>
                  </a:cubicBezTo>
                  <a:cubicBezTo>
                    <a:pt x="50414" y="54797"/>
                    <a:pt x="45980" y="52952"/>
                    <a:pt x="41828" y="50619"/>
                  </a:cubicBezTo>
                  <a:cubicBezTo>
                    <a:pt x="37830" y="48441"/>
                    <a:pt x="34139" y="45955"/>
                    <a:pt x="30423" y="43443"/>
                  </a:cubicBezTo>
                  <a:cubicBezTo>
                    <a:pt x="26194" y="40572"/>
                    <a:pt x="21991" y="37625"/>
                    <a:pt x="17710" y="34806"/>
                  </a:cubicBezTo>
                  <a:cubicBezTo>
                    <a:pt x="12405" y="31269"/>
                    <a:pt x="6843" y="28065"/>
                    <a:pt x="1128" y="25040"/>
                  </a:cubicBezTo>
                  <a:cubicBezTo>
                    <a:pt x="769" y="24861"/>
                    <a:pt x="461" y="24605"/>
                    <a:pt x="0" y="24630"/>
                  </a:cubicBezTo>
                  <a:lnTo>
                    <a:pt x="0" y="19351"/>
                  </a:lnTo>
                  <a:cubicBezTo>
                    <a:pt x="179" y="19351"/>
                    <a:pt x="359" y="19376"/>
                    <a:pt x="538" y="19428"/>
                  </a:cubicBezTo>
                  <a:cubicBezTo>
                    <a:pt x="846" y="19556"/>
                    <a:pt x="1128" y="19709"/>
                    <a:pt x="1435" y="19863"/>
                  </a:cubicBezTo>
                  <a:cubicBezTo>
                    <a:pt x="11354" y="24964"/>
                    <a:pt x="20991" y="30653"/>
                    <a:pt x="30269" y="36907"/>
                  </a:cubicBezTo>
                  <a:cubicBezTo>
                    <a:pt x="33447" y="39060"/>
                    <a:pt x="36677" y="41136"/>
                    <a:pt x="39906" y="43187"/>
                  </a:cubicBezTo>
                  <a:cubicBezTo>
                    <a:pt x="42315" y="44724"/>
                    <a:pt x="44827" y="46083"/>
                    <a:pt x="47416" y="47287"/>
                  </a:cubicBezTo>
                  <a:cubicBezTo>
                    <a:pt x="50389" y="48723"/>
                    <a:pt x="53516" y="49773"/>
                    <a:pt x="56745" y="50440"/>
                  </a:cubicBezTo>
                  <a:cubicBezTo>
                    <a:pt x="58795" y="50876"/>
                    <a:pt x="60871" y="51029"/>
                    <a:pt x="62948" y="50952"/>
                  </a:cubicBezTo>
                  <a:cubicBezTo>
                    <a:pt x="66510" y="50799"/>
                    <a:pt x="69586" y="49748"/>
                    <a:pt x="72149" y="47697"/>
                  </a:cubicBezTo>
                  <a:cubicBezTo>
                    <a:pt x="73353" y="46723"/>
                    <a:pt x="74455" y="45570"/>
                    <a:pt x="75404" y="44314"/>
                  </a:cubicBezTo>
                  <a:cubicBezTo>
                    <a:pt x="76813" y="42443"/>
                    <a:pt x="78018" y="40418"/>
                    <a:pt x="79018" y="38266"/>
                  </a:cubicBezTo>
                  <a:cubicBezTo>
                    <a:pt x="80427" y="35190"/>
                    <a:pt x="81658" y="32037"/>
                    <a:pt x="82657" y="28808"/>
                  </a:cubicBezTo>
                  <a:cubicBezTo>
                    <a:pt x="83477" y="26091"/>
                    <a:pt x="84502" y="23477"/>
                    <a:pt x="85733" y="20940"/>
                  </a:cubicBezTo>
                  <a:cubicBezTo>
                    <a:pt x="87527" y="17454"/>
                    <a:pt x="89680" y="14148"/>
                    <a:pt x="92166" y="11123"/>
                  </a:cubicBezTo>
                  <a:cubicBezTo>
                    <a:pt x="94883" y="7817"/>
                    <a:pt x="97753" y="4562"/>
                    <a:pt x="100778" y="1435"/>
                  </a:cubicBezTo>
                  <a:cubicBezTo>
                    <a:pt x="101239" y="948"/>
                    <a:pt x="101752" y="461"/>
                    <a:pt x="102238" y="0"/>
                  </a:cubicBezTo>
                  <a:lnTo>
                    <a:pt x="125921" y="0"/>
                  </a:lnTo>
                  <a:cubicBezTo>
                    <a:pt x="126100" y="308"/>
                    <a:pt x="126485" y="384"/>
                    <a:pt x="126792" y="564"/>
                  </a:cubicBezTo>
                  <a:cubicBezTo>
                    <a:pt x="128663" y="1512"/>
                    <a:pt x="130457" y="2640"/>
                    <a:pt x="132123" y="3921"/>
                  </a:cubicBezTo>
                  <a:cubicBezTo>
                    <a:pt x="134968" y="6126"/>
                    <a:pt x="137224" y="8996"/>
                    <a:pt x="138684" y="12277"/>
                  </a:cubicBezTo>
                  <a:cubicBezTo>
                    <a:pt x="139735" y="14609"/>
                    <a:pt x="140555" y="17018"/>
                    <a:pt x="141196" y="19504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162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4" name="Google Shape;292;p13"/>
            <p:cNvSpPr/>
            <p:nvPr/>
          </p:nvSpPr>
          <p:spPr>
            <a:xfrm flipV="1">
              <a:off x="1080" y="360"/>
              <a:ext cx="4783320" cy="3974400"/>
            </a:xfrm>
            <a:custGeom>
              <a:avLst/>
              <a:gdLst>
                <a:gd name="textAreaLeft" fmla="*/ 0 w 4783320"/>
                <a:gd name="textAreaRight" fmla="*/ 4783680 w 4783320"/>
                <a:gd name="textAreaTop" fmla="*/ 360 h 3974400"/>
                <a:gd name="textAreaBottom" fmla="*/ 3975120 h 3974400"/>
              </a:gdLst>
              <a:ahLst/>
              <a:cxnLst/>
              <a:rect l="textAreaLeft" t="textAreaTop" r="textAreaRight" b="textAreaBottom"/>
              <a:pathLst>
                <a:path w="148937" h="135968">
                  <a:moveTo>
                    <a:pt x="1307" y="308"/>
                  </a:moveTo>
                  <a:cubicBezTo>
                    <a:pt x="3306" y="897"/>
                    <a:pt x="5229" y="1615"/>
                    <a:pt x="7125" y="2435"/>
                  </a:cubicBezTo>
                  <a:cubicBezTo>
                    <a:pt x="10329" y="3819"/>
                    <a:pt x="13430" y="5331"/>
                    <a:pt x="16429" y="6972"/>
                  </a:cubicBezTo>
                  <a:cubicBezTo>
                    <a:pt x="21068" y="9483"/>
                    <a:pt x="25656" y="12021"/>
                    <a:pt x="30295" y="14507"/>
                  </a:cubicBezTo>
                  <a:cubicBezTo>
                    <a:pt x="35805" y="17505"/>
                    <a:pt x="41546" y="19992"/>
                    <a:pt x="47493" y="21991"/>
                  </a:cubicBezTo>
                  <a:cubicBezTo>
                    <a:pt x="51414" y="23323"/>
                    <a:pt x="55412" y="24374"/>
                    <a:pt x="59487" y="25169"/>
                  </a:cubicBezTo>
                  <a:cubicBezTo>
                    <a:pt x="62512" y="25758"/>
                    <a:pt x="65562" y="26040"/>
                    <a:pt x="68637" y="26040"/>
                  </a:cubicBezTo>
                  <a:cubicBezTo>
                    <a:pt x="74174" y="25989"/>
                    <a:pt x="79146" y="24631"/>
                    <a:pt x="83554" y="21863"/>
                  </a:cubicBezTo>
                  <a:cubicBezTo>
                    <a:pt x="85476" y="20632"/>
                    <a:pt x="87296" y="19248"/>
                    <a:pt x="88988" y="17736"/>
                  </a:cubicBezTo>
                  <a:cubicBezTo>
                    <a:pt x="90269" y="16608"/>
                    <a:pt x="91499" y="15455"/>
                    <a:pt x="92781" y="14353"/>
                  </a:cubicBezTo>
                  <a:cubicBezTo>
                    <a:pt x="94062" y="13225"/>
                    <a:pt x="95395" y="12149"/>
                    <a:pt x="96754" y="11124"/>
                  </a:cubicBezTo>
                  <a:cubicBezTo>
                    <a:pt x="97574" y="10534"/>
                    <a:pt x="98420" y="10021"/>
                    <a:pt x="99317" y="9535"/>
                  </a:cubicBezTo>
                  <a:cubicBezTo>
                    <a:pt x="100086" y="9124"/>
                    <a:pt x="100931" y="8817"/>
                    <a:pt x="101803" y="8637"/>
                  </a:cubicBezTo>
                  <a:cubicBezTo>
                    <a:pt x="103571" y="8202"/>
                    <a:pt x="105417" y="8432"/>
                    <a:pt x="107031" y="9278"/>
                  </a:cubicBezTo>
                  <a:cubicBezTo>
                    <a:pt x="107928" y="9765"/>
                    <a:pt x="108749" y="10380"/>
                    <a:pt x="109492" y="11098"/>
                  </a:cubicBezTo>
                  <a:cubicBezTo>
                    <a:pt x="110466" y="12072"/>
                    <a:pt x="111337" y="13123"/>
                    <a:pt x="112080" y="14302"/>
                  </a:cubicBezTo>
                  <a:cubicBezTo>
                    <a:pt x="113413" y="16326"/>
                    <a:pt x="114515" y="18505"/>
                    <a:pt x="115387" y="20786"/>
                  </a:cubicBezTo>
                  <a:cubicBezTo>
                    <a:pt x="116848" y="24528"/>
                    <a:pt x="117950" y="28424"/>
                    <a:pt x="118667" y="32371"/>
                  </a:cubicBezTo>
                  <a:cubicBezTo>
                    <a:pt x="119667" y="37471"/>
                    <a:pt x="120026" y="42648"/>
                    <a:pt x="119769" y="47826"/>
                  </a:cubicBezTo>
                  <a:cubicBezTo>
                    <a:pt x="119641" y="50056"/>
                    <a:pt x="119436" y="52311"/>
                    <a:pt x="119180" y="54566"/>
                  </a:cubicBezTo>
                  <a:cubicBezTo>
                    <a:pt x="118693" y="58795"/>
                    <a:pt x="118078" y="63024"/>
                    <a:pt x="117591" y="67253"/>
                  </a:cubicBezTo>
                  <a:cubicBezTo>
                    <a:pt x="117027" y="71610"/>
                    <a:pt x="116719" y="75993"/>
                    <a:pt x="116617" y="80401"/>
                  </a:cubicBezTo>
                  <a:cubicBezTo>
                    <a:pt x="116566" y="83374"/>
                    <a:pt x="116771" y="86348"/>
                    <a:pt x="117258" y="89295"/>
                  </a:cubicBezTo>
                  <a:cubicBezTo>
                    <a:pt x="118129" y="94498"/>
                    <a:pt x="120000" y="99444"/>
                    <a:pt x="123358" y="103930"/>
                  </a:cubicBezTo>
                  <a:cubicBezTo>
                    <a:pt x="125049" y="106262"/>
                    <a:pt x="126818" y="108543"/>
                    <a:pt x="128663" y="110824"/>
                  </a:cubicBezTo>
                  <a:cubicBezTo>
                    <a:pt x="131559" y="114412"/>
                    <a:pt x="134276" y="118129"/>
                    <a:pt x="137019" y="121794"/>
                  </a:cubicBezTo>
                  <a:cubicBezTo>
                    <a:pt x="140581" y="126561"/>
                    <a:pt x="144426" y="131123"/>
                    <a:pt x="148526" y="135429"/>
                  </a:cubicBezTo>
                  <a:cubicBezTo>
                    <a:pt x="148680" y="135583"/>
                    <a:pt x="148808" y="135788"/>
                    <a:pt x="148937" y="135967"/>
                  </a:cubicBezTo>
                  <a:lnTo>
                    <a:pt x="115028" y="135967"/>
                  </a:lnTo>
                  <a:cubicBezTo>
                    <a:pt x="114772" y="135608"/>
                    <a:pt x="114515" y="135275"/>
                    <a:pt x="114310" y="134916"/>
                  </a:cubicBezTo>
                  <a:cubicBezTo>
                    <a:pt x="111055" y="129227"/>
                    <a:pt x="108313" y="123255"/>
                    <a:pt x="106134" y="117104"/>
                  </a:cubicBezTo>
                  <a:cubicBezTo>
                    <a:pt x="104340" y="112157"/>
                    <a:pt x="102905" y="107082"/>
                    <a:pt x="101880" y="101931"/>
                  </a:cubicBezTo>
                  <a:cubicBezTo>
                    <a:pt x="101136" y="98086"/>
                    <a:pt x="100624" y="94242"/>
                    <a:pt x="100393" y="90346"/>
                  </a:cubicBezTo>
                  <a:cubicBezTo>
                    <a:pt x="100162" y="86860"/>
                    <a:pt x="100214" y="83374"/>
                    <a:pt x="100470" y="79914"/>
                  </a:cubicBezTo>
                  <a:cubicBezTo>
                    <a:pt x="100726" y="76813"/>
                    <a:pt x="101111" y="73738"/>
                    <a:pt x="101675" y="70688"/>
                  </a:cubicBezTo>
                  <a:cubicBezTo>
                    <a:pt x="102520" y="65997"/>
                    <a:pt x="103751" y="61384"/>
                    <a:pt x="104853" y="56745"/>
                  </a:cubicBezTo>
                  <a:cubicBezTo>
                    <a:pt x="105673" y="53541"/>
                    <a:pt x="106211" y="50286"/>
                    <a:pt x="106467" y="46980"/>
                  </a:cubicBezTo>
                  <a:cubicBezTo>
                    <a:pt x="106724" y="43135"/>
                    <a:pt x="106339" y="39342"/>
                    <a:pt x="105007" y="35651"/>
                  </a:cubicBezTo>
                  <a:cubicBezTo>
                    <a:pt x="104596" y="34524"/>
                    <a:pt x="104058" y="33447"/>
                    <a:pt x="103366" y="32448"/>
                  </a:cubicBezTo>
                  <a:cubicBezTo>
                    <a:pt x="102854" y="31653"/>
                    <a:pt x="102238" y="30936"/>
                    <a:pt x="101521" y="30320"/>
                  </a:cubicBezTo>
                  <a:cubicBezTo>
                    <a:pt x="99957" y="28962"/>
                    <a:pt x="98061" y="28321"/>
                    <a:pt x="95805" y="28398"/>
                  </a:cubicBezTo>
                  <a:cubicBezTo>
                    <a:pt x="94780" y="28398"/>
                    <a:pt x="93781" y="28526"/>
                    <a:pt x="92781" y="28783"/>
                  </a:cubicBezTo>
                  <a:cubicBezTo>
                    <a:pt x="91397" y="29141"/>
                    <a:pt x="90039" y="29500"/>
                    <a:pt x="88680" y="29885"/>
                  </a:cubicBezTo>
                  <a:cubicBezTo>
                    <a:pt x="86271" y="30577"/>
                    <a:pt x="83913" y="31346"/>
                    <a:pt x="81452" y="31884"/>
                  </a:cubicBezTo>
                  <a:cubicBezTo>
                    <a:pt x="76788" y="32909"/>
                    <a:pt x="72021" y="33319"/>
                    <a:pt x="67253" y="33063"/>
                  </a:cubicBezTo>
                  <a:cubicBezTo>
                    <a:pt x="61282" y="32730"/>
                    <a:pt x="55464" y="31807"/>
                    <a:pt x="49671" y="30654"/>
                  </a:cubicBezTo>
                  <a:cubicBezTo>
                    <a:pt x="43956" y="29500"/>
                    <a:pt x="38343" y="28014"/>
                    <a:pt x="32755" y="26502"/>
                  </a:cubicBezTo>
                  <a:cubicBezTo>
                    <a:pt x="28578" y="25399"/>
                    <a:pt x="24400" y="24246"/>
                    <a:pt x="20145" y="23298"/>
                  </a:cubicBezTo>
                  <a:cubicBezTo>
                    <a:pt x="17864" y="22785"/>
                    <a:pt x="15557" y="22401"/>
                    <a:pt x="13225" y="22170"/>
                  </a:cubicBezTo>
                  <a:cubicBezTo>
                    <a:pt x="11226" y="21965"/>
                    <a:pt x="9227" y="21965"/>
                    <a:pt x="7228" y="22196"/>
                  </a:cubicBezTo>
                  <a:cubicBezTo>
                    <a:pt x="4972" y="22426"/>
                    <a:pt x="2845" y="23272"/>
                    <a:pt x="1051" y="24605"/>
                  </a:cubicBezTo>
                  <a:cubicBezTo>
                    <a:pt x="846" y="24759"/>
                    <a:pt x="641" y="24912"/>
                    <a:pt x="436" y="25041"/>
                  </a:cubicBezTo>
                  <a:cubicBezTo>
                    <a:pt x="282" y="25066"/>
                    <a:pt x="154" y="25092"/>
                    <a:pt x="0" y="25092"/>
                  </a:cubicBezTo>
                  <a:lnTo>
                    <a:pt x="0" y="103"/>
                  </a:lnTo>
                  <a:cubicBezTo>
                    <a:pt x="487" y="0"/>
                    <a:pt x="897" y="180"/>
                    <a:pt x="1307" y="30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162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5" name="Google Shape;293;p13"/>
            <p:cNvSpPr/>
            <p:nvPr/>
          </p:nvSpPr>
          <p:spPr>
            <a:xfrm flipV="1">
              <a:off x="4425840" y="0"/>
              <a:ext cx="4717800" cy="5142960"/>
            </a:xfrm>
            <a:custGeom>
              <a:avLst/>
              <a:gdLst>
                <a:gd name="textAreaLeft" fmla="*/ 0 w 4717800"/>
                <a:gd name="textAreaRight" fmla="*/ 4718160 w 4717800"/>
                <a:gd name="textAreaTop" fmla="*/ 360 h 5142960"/>
                <a:gd name="textAreaBottom" fmla="*/ 5143680 h 5142960"/>
              </a:gdLst>
              <a:ahLst/>
              <a:cxnLst/>
              <a:rect l="textAreaLeft" t="textAreaTop" r="textAreaRight" b="textAreaBottom"/>
              <a:pathLst>
                <a:path w="146887" h="175950">
                  <a:moveTo>
                    <a:pt x="114772" y="175924"/>
                  </a:moveTo>
                  <a:cubicBezTo>
                    <a:pt x="114644" y="175822"/>
                    <a:pt x="114516" y="175719"/>
                    <a:pt x="114362" y="175642"/>
                  </a:cubicBezTo>
                  <a:cubicBezTo>
                    <a:pt x="110364" y="174310"/>
                    <a:pt x="106289" y="173079"/>
                    <a:pt x="102060" y="172310"/>
                  </a:cubicBezTo>
                  <a:cubicBezTo>
                    <a:pt x="98472" y="171695"/>
                    <a:pt x="94832" y="171439"/>
                    <a:pt x="91193" y="171516"/>
                  </a:cubicBezTo>
                  <a:cubicBezTo>
                    <a:pt x="88989" y="171567"/>
                    <a:pt x="86810" y="171593"/>
                    <a:pt x="84606" y="171644"/>
                  </a:cubicBezTo>
                  <a:cubicBezTo>
                    <a:pt x="78531" y="171772"/>
                    <a:pt x="72457" y="170849"/>
                    <a:pt x="66690" y="168978"/>
                  </a:cubicBezTo>
                  <a:cubicBezTo>
                    <a:pt x="59591" y="166697"/>
                    <a:pt x="53311" y="163391"/>
                    <a:pt x="47929" y="158932"/>
                  </a:cubicBezTo>
                  <a:cubicBezTo>
                    <a:pt x="46263" y="157573"/>
                    <a:pt x="44751" y="156035"/>
                    <a:pt x="43444" y="154318"/>
                  </a:cubicBezTo>
                  <a:cubicBezTo>
                    <a:pt x="42290" y="152883"/>
                    <a:pt x="41419" y="151217"/>
                    <a:pt x="40932" y="149423"/>
                  </a:cubicBezTo>
                  <a:cubicBezTo>
                    <a:pt x="40573" y="148039"/>
                    <a:pt x="40471" y="146629"/>
                    <a:pt x="40650" y="145219"/>
                  </a:cubicBezTo>
                  <a:cubicBezTo>
                    <a:pt x="40958" y="143041"/>
                    <a:pt x="41496" y="140914"/>
                    <a:pt x="42265" y="138889"/>
                  </a:cubicBezTo>
                  <a:cubicBezTo>
                    <a:pt x="43136" y="136454"/>
                    <a:pt x="44033" y="134019"/>
                    <a:pt x="44956" y="131610"/>
                  </a:cubicBezTo>
                  <a:cubicBezTo>
                    <a:pt x="45853" y="129201"/>
                    <a:pt x="46340" y="126689"/>
                    <a:pt x="46417" y="124126"/>
                  </a:cubicBezTo>
                  <a:cubicBezTo>
                    <a:pt x="46494" y="122024"/>
                    <a:pt x="46545" y="119923"/>
                    <a:pt x="46417" y="117821"/>
                  </a:cubicBezTo>
                  <a:cubicBezTo>
                    <a:pt x="46109" y="112772"/>
                    <a:pt x="45212" y="107800"/>
                    <a:pt x="43264" y="102981"/>
                  </a:cubicBezTo>
                  <a:cubicBezTo>
                    <a:pt x="42752" y="101725"/>
                    <a:pt x="42162" y="100495"/>
                    <a:pt x="41522" y="99316"/>
                  </a:cubicBezTo>
                  <a:cubicBezTo>
                    <a:pt x="40138" y="96804"/>
                    <a:pt x="38241" y="94600"/>
                    <a:pt x="36011" y="92806"/>
                  </a:cubicBezTo>
                  <a:cubicBezTo>
                    <a:pt x="35242" y="92191"/>
                    <a:pt x="34499" y="91576"/>
                    <a:pt x="33730" y="90961"/>
                  </a:cubicBezTo>
                  <a:cubicBezTo>
                    <a:pt x="30731" y="88757"/>
                    <a:pt x="28527" y="85655"/>
                    <a:pt x="27374" y="82118"/>
                  </a:cubicBezTo>
                  <a:cubicBezTo>
                    <a:pt x="26759" y="80196"/>
                    <a:pt x="26374" y="78197"/>
                    <a:pt x="26195" y="76198"/>
                  </a:cubicBezTo>
                  <a:cubicBezTo>
                    <a:pt x="25964" y="73686"/>
                    <a:pt x="25887" y="71174"/>
                    <a:pt x="25938" y="68688"/>
                  </a:cubicBezTo>
                  <a:cubicBezTo>
                    <a:pt x="25938" y="67048"/>
                    <a:pt x="25990" y="65433"/>
                    <a:pt x="25938" y="63793"/>
                  </a:cubicBezTo>
                  <a:cubicBezTo>
                    <a:pt x="25938" y="62383"/>
                    <a:pt x="25759" y="60974"/>
                    <a:pt x="25426" y="59590"/>
                  </a:cubicBezTo>
                  <a:cubicBezTo>
                    <a:pt x="24990" y="57873"/>
                    <a:pt x="24298" y="56232"/>
                    <a:pt x="23350" y="54746"/>
                  </a:cubicBezTo>
                  <a:cubicBezTo>
                    <a:pt x="22453" y="53310"/>
                    <a:pt x="21530" y="51901"/>
                    <a:pt x="20607" y="50517"/>
                  </a:cubicBezTo>
                  <a:cubicBezTo>
                    <a:pt x="18506" y="47492"/>
                    <a:pt x="16635" y="44289"/>
                    <a:pt x="15071" y="40957"/>
                  </a:cubicBezTo>
                  <a:cubicBezTo>
                    <a:pt x="13405" y="37317"/>
                    <a:pt x="12124" y="33550"/>
                    <a:pt x="11201" y="29680"/>
                  </a:cubicBezTo>
                  <a:cubicBezTo>
                    <a:pt x="10278" y="25938"/>
                    <a:pt x="9586" y="22144"/>
                    <a:pt x="8894" y="18377"/>
                  </a:cubicBezTo>
                  <a:cubicBezTo>
                    <a:pt x="8305" y="15327"/>
                    <a:pt x="7690" y="12251"/>
                    <a:pt x="6613" y="9278"/>
                  </a:cubicBezTo>
                  <a:cubicBezTo>
                    <a:pt x="6152" y="7945"/>
                    <a:pt x="5537" y="6664"/>
                    <a:pt x="4845" y="5434"/>
                  </a:cubicBezTo>
                  <a:cubicBezTo>
                    <a:pt x="3820" y="3639"/>
                    <a:pt x="2461" y="2050"/>
                    <a:pt x="872" y="743"/>
                  </a:cubicBezTo>
                  <a:cubicBezTo>
                    <a:pt x="565" y="513"/>
                    <a:pt x="283" y="256"/>
                    <a:pt x="1" y="0"/>
                  </a:cubicBezTo>
                  <a:lnTo>
                    <a:pt x="16635" y="0"/>
                  </a:lnTo>
                  <a:cubicBezTo>
                    <a:pt x="16865" y="1128"/>
                    <a:pt x="17173" y="2281"/>
                    <a:pt x="17378" y="3409"/>
                  </a:cubicBezTo>
                  <a:cubicBezTo>
                    <a:pt x="17532" y="4306"/>
                    <a:pt x="17660" y="5203"/>
                    <a:pt x="17711" y="6126"/>
                  </a:cubicBezTo>
                  <a:cubicBezTo>
                    <a:pt x="17839" y="7817"/>
                    <a:pt x="17916" y="9509"/>
                    <a:pt x="18019" y="11175"/>
                  </a:cubicBezTo>
                  <a:cubicBezTo>
                    <a:pt x="18198" y="14532"/>
                    <a:pt x="18326" y="17890"/>
                    <a:pt x="18711" y="21222"/>
                  </a:cubicBezTo>
                  <a:cubicBezTo>
                    <a:pt x="19198" y="25374"/>
                    <a:pt x="20018" y="29474"/>
                    <a:pt x="21633" y="33447"/>
                  </a:cubicBezTo>
                  <a:cubicBezTo>
                    <a:pt x="22555" y="35754"/>
                    <a:pt x="23760" y="37932"/>
                    <a:pt x="25246" y="39906"/>
                  </a:cubicBezTo>
                  <a:cubicBezTo>
                    <a:pt x="28220" y="43853"/>
                    <a:pt x="32295" y="46749"/>
                    <a:pt x="37498" y="48569"/>
                  </a:cubicBezTo>
                  <a:cubicBezTo>
                    <a:pt x="39394" y="49210"/>
                    <a:pt x="41342" y="49697"/>
                    <a:pt x="43316" y="50184"/>
                  </a:cubicBezTo>
                  <a:cubicBezTo>
                    <a:pt x="44469" y="50491"/>
                    <a:pt x="45648" y="50773"/>
                    <a:pt x="46776" y="51106"/>
                  </a:cubicBezTo>
                  <a:cubicBezTo>
                    <a:pt x="47468" y="51337"/>
                    <a:pt x="48160" y="51619"/>
                    <a:pt x="48801" y="51952"/>
                  </a:cubicBezTo>
                  <a:cubicBezTo>
                    <a:pt x="50005" y="52593"/>
                    <a:pt x="50595" y="53541"/>
                    <a:pt x="50595" y="54720"/>
                  </a:cubicBezTo>
                  <a:cubicBezTo>
                    <a:pt x="50620" y="55489"/>
                    <a:pt x="50466" y="56232"/>
                    <a:pt x="50159" y="56950"/>
                  </a:cubicBezTo>
                  <a:cubicBezTo>
                    <a:pt x="49749" y="57898"/>
                    <a:pt x="49287" y="58872"/>
                    <a:pt x="48826" y="59820"/>
                  </a:cubicBezTo>
                  <a:cubicBezTo>
                    <a:pt x="48237" y="61051"/>
                    <a:pt x="47596" y="62255"/>
                    <a:pt x="47032" y="63485"/>
                  </a:cubicBezTo>
                  <a:cubicBezTo>
                    <a:pt x="46366" y="64895"/>
                    <a:pt x="45930" y="66382"/>
                    <a:pt x="45699" y="67919"/>
                  </a:cubicBezTo>
                  <a:cubicBezTo>
                    <a:pt x="45417" y="70098"/>
                    <a:pt x="45853" y="72328"/>
                    <a:pt x="46981" y="74224"/>
                  </a:cubicBezTo>
                  <a:cubicBezTo>
                    <a:pt x="47237" y="74660"/>
                    <a:pt x="47519" y="75070"/>
                    <a:pt x="47801" y="75455"/>
                  </a:cubicBezTo>
                  <a:cubicBezTo>
                    <a:pt x="48160" y="75993"/>
                    <a:pt x="48519" y="76506"/>
                    <a:pt x="48929" y="76992"/>
                  </a:cubicBezTo>
                  <a:cubicBezTo>
                    <a:pt x="51825" y="80478"/>
                    <a:pt x="53491" y="84400"/>
                    <a:pt x="54439" y="88526"/>
                  </a:cubicBezTo>
                  <a:cubicBezTo>
                    <a:pt x="55157" y="91781"/>
                    <a:pt x="55695" y="95087"/>
                    <a:pt x="56079" y="98394"/>
                  </a:cubicBezTo>
                  <a:cubicBezTo>
                    <a:pt x="56438" y="101546"/>
                    <a:pt x="56720" y="104698"/>
                    <a:pt x="56925" y="107851"/>
                  </a:cubicBezTo>
                  <a:cubicBezTo>
                    <a:pt x="57182" y="111465"/>
                    <a:pt x="57182" y="115053"/>
                    <a:pt x="57207" y="118667"/>
                  </a:cubicBezTo>
                  <a:cubicBezTo>
                    <a:pt x="57207" y="120384"/>
                    <a:pt x="57258" y="122101"/>
                    <a:pt x="57335" y="123818"/>
                  </a:cubicBezTo>
                  <a:cubicBezTo>
                    <a:pt x="57438" y="127330"/>
                    <a:pt x="57258" y="130841"/>
                    <a:pt x="56797" y="134327"/>
                  </a:cubicBezTo>
                  <a:cubicBezTo>
                    <a:pt x="56541" y="136249"/>
                    <a:pt x="56438" y="138197"/>
                    <a:pt x="56490" y="140145"/>
                  </a:cubicBezTo>
                  <a:cubicBezTo>
                    <a:pt x="56541" y="141657"/>
                    <a:pt x="56771" y="143169"/>
                    <a:pt x="57233" y="144604"/>
                  </a:cubicBezTo>
                  <a:cubicBezTo>
                    <a:pt x="58130" y="147398"/>
                    <a:pt x="59898" y="149782"/>
                    <a:pt x="62487" y="151730"/>
                  </a:cubicBezTo>
                  <a:cubicBezTo>
                    <a:pt x="65563" y="154062"/>
                    <a:pt x="69202" y="155574"/>
                    <a:pt x="73252" y="156369"/>
                  </a:cubicBezTo>
                  <a:cubicBezTo>
                    <a:pt x="75892" y="156856"/>
                    <a:pt x="78557" y="157189"/>
                    <a:pt x="81248" y="157342"/>
                  </a:cubicBezTo>
                  <a:cubicBezTo>
                    <a:pt x="84426" y="157573"/>
                    <a:pt x="87604" y="157778"/>
                    <a:pt x="90757" y="158214"/>
                  </a:cubicBezTo>
                  <a:cubicBezTo>
                    <a:pt x="95088" y="158803"/>
                    <a:pt x="99369" y="159829"/>
                    <a:pt x="103521" y="161238"/>
                  </a:cubicBezTo>
                  <a:cubicBezTo>
                    <a:pt x="106494" y="162238"/>
                    <a:pt x="109441" y="163340"/>
                    <a:pt x="112389" y="164416"/>
                  </a:cubicBezTo>
                  <a:cubicBezTo>
                    <a:pt x="115669" y="165621"/>
                    <a:pt x="118976" y="166800"/>
                    <a:pt x="122410" y="167748"/>
                  </a:cubicBezTo>
                  <a:cubicBezTo>
                    <a:pt x="125460" y="168594"/>
                    <a:pt x="128587" y="169107"/>
                    <a:pt x="131740" y="169286"/>
                  </a:cubicBezTo>
                  <a:cubicBezTo>
                    <a:pt x="134918" y="169414"/>
                    <a:pt x="138121" y="169158"/>
                    <a:pt x="141223" y="168492"/>
                  </a:cubicBezTo>
                  <a:cubicBezTo>
                    <a:pt x="142760" y="168184"/>
                    <a:pt x="144273" y="167748"/>
                    <a:pt x="145785" y="167364"/>
                  </a:cubicBezTo>
                  <a:cubicBezTo>
                    <a:pt x="146144" y="167287"/>
                    <a:pt x="146528" y="167184"/>
                    <a:pt x="146887" y="167108"/>
                  </a:cubicBezTo>
                  <a:lnTo>
                    <a:pt x="146887" y="175950"/>
                  </a:ln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162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6" name="Google Shape;294;p13"/>
            <p:cNvSpPr/>
            <p:nvPr/>
          </p:nvSpPr>
          <p:spPr>
            <a:xfrm flipV="1">
              <a:off x="1080" y="0"/>
              <a:ext cx="2357280" cy="2098440"/>
            </a:xfrm>
            <a:custGeom>
              <a:avLst/>
              <a:gdLst>
                <a:gd name="textAreaLeft" fmla="*/ 0 w 2357280"/>
                <a:gd name="textAreaRight" fmla="*/ 2357640 w 2357280"/>
                <a:gd name="textAreaTop" fmla="*/ -360 h 2098440"/>
                <a:gd name="textAreaBottom" fmla="*/ 2098440 h 2098440"/>
              </a:gdLst>
              <a:ahLst/>
              <a:cxnLst/>
              <a:rect l="textAreaLeft" t="textAreaTop" r="textAreaRight" b="textAreaBottom"/>
              <a:pathLst>
                <a:path w="73405" h="71791">
                  <a:moveTo>
                    <a:pt x="15327" y="20582"/>
                  </a:moveTo>
                  <a:cubicBezTo>
                    <a:pt x="18941" y="17865"/>
                    <a:pt x="22580" y="15148"/>
                    <a:pt x="26220" y="12457"/>
                  </a:cubicBezTo>
                  <a:cubicBezTo>
                    <a:pt x="28629" y="10688"/>
                    <a:pt x="31141" y="8997"/>
                    <a:pt x="33755" y="7433"/>
                  </a:cubicBezTo>
                  <a:cubicBezTo>
                    <a:pt x="37907" y="4896"/>
                    <a:pt x="42392" y="2922"/>
                    <a:pt x="47057" y="1590"/>
                  </a:cubicBezTo>
                  <a:cubicBezTo>
                    <a:pt x="50645" y="539"/>
                    <a:pt x="54361" y="1"/>
                    <a:pt x="58103" y="1"/>
                  </a:cubicBezTo>
                  <a:cubicBezTo>
                    <a:pt x="59898" y="1"/>
                    <a:pt x="61640" y="257"/>
                    <a:pt x="63358" y="744"/>
                  </a:cubicBezTo>
                  <a:cubicBezTo>
                    <a:pt x="66408" y="1615"/>
                    <a:pt x="68689" y="3230"/>
                    <a:pt x="70201" y="5562"/>
                  </a:cubicBezTo>
                  <a:cubicBezTo>
                    <a:pt x="71277" y="7305"/>
                    <a:pt x="72021" y="9253"/>
                    <a:pt x="72405" y="11278"/>
                  </a:cubicBezTo>
                  <a:cubicBezTo>
                    <a:pt x="72995" y="14148"/>
                    <a:pt x="73276" y="17096"/>
                    <a:pt x="73302" y="20069"/>
                  </a:cubicBezTo>
                  <a:cubicBezTo>
                    <a:pt x="73405" y="24862"/>
                    <a:pt x="73276" y="29629"/>
                    <a:pt x="72918" y="34422"/>
                  </a:cubicBezTo>
                  <a:cubicBezTo>
                    <a:pt x="72764" y="36780"/>
                    <a:pt x="72610" y="39112"/>
                    <a:pt x="72405" y="41470"/>
                  </a:cubicBezTo>
                  <a:cubicBezTo>
                    <a:pt x="71867" y="47032"/>
                    <a:pt x="71124" y="52542"/>
                    <a:pt x="69688" y="58027"/>
                  </a:cubicBezTo>
                  <a:cubicBezTo>
                    <a:pt x="68561" y="62102"/>
                    <a:pt x="67074" y="66100"/>
                    <a:pt x="65254" y="69945"/>
                  </a:cubicBezTo>
                  <a:cubicBezTo>
                    <a:pt x="64972" y="70560"/>
                    <a:pt x="64716" y="71175"/>
                    <a:pt x="64434" y="71790"/>
                  </a:cubicBezTo>
                  <a:lnTo>
                    <a:pt x="50107" y="71790"/>
                  </a:lnTo>
                  <a:lnTo>
                    <a:pt x="52029" y="66100"/>
                  </a:lnTo>
                  <a:cubicBezTo>
                    <a:pt x="53541" y="61589"/>
                    <a:pt x="54977" y="57053"/>
                    <a:pt x="56104" y="52440"/>
                  </a:cubicBezTo>
                  <a:cubicBezTo>
                    <a:pt x="57155" y="48390"/>
                    <a:pt x="57847" y="44264"/>
                    <a:pt x="58206" y="40086"/>
                  </a:cubicBezTo>
                  <a:cubicBezTo>
                    <a:pt x="58488" y="37190"/>
                    <a:pt x="58411" y="34268"/>
                    <a:pt x="58027" y="31372"/>
                  </a:cubicBezTo>
                  <a:cubicBezTo>
                    <a:pt x="57822" y="29578"/>
                    <a:pt x="57309" y="27835"/>
                    <a:pt x="56514" y="26194"/>
                  </a:cubicBezTo>
                  <a:cubicBezTo>
                    <a:pt x="56130" y="25426"/>
                    <a:pt x="55669" y="24708"/>
                    <a:pt x="55105" y="24042"/>
                  </a:cubicBezTo>
                  <a:cubicBezTo>
                    <a:pt x="53721" y="22478"/>
                    <a:pt x="51850" y="21555"/>
                    <a:pt x="49543" y="21222"/>
                  </a:cubicBezTo>
                  <a:cubicBezTo>
                    <a:pt x="47467" y="20992"/>
                    <a:pt x="45365" y="21094"/>
                    <a:pt x="43341" y="21530"/>
                  </a:cubicBezTo>
                  <a:cubicBezTo>
                    <a:pt x="40803" y="22017"/>
                    <a:pt x="38317" y="22709"/>
                    <a:pt x="35908" y="23580"/>
                  </a:cubicBezTo>
                  <a:cubicBezTo>
                    <a:pt x="31371" y="25169"/>
                    <a:pt x="27014" y="27092"/>
                    <a:pt x="22708" y="29039"/>
                  </a:cubicBezTo>
                  <a:cubicBezTo>
                    <a:pt x="15352" y="32397"/>
                    <a:pt x="8202" y="36216"/>
                    <a:pt x="1333" y="40445"/>
                  </a:cubicBezTo>
                  <a:cubicBezTo>
                    <a:pt x="897" y="40701"/>
                    <a:pt x="436" y="40906"/>
                    <a:pt x="0" y="41137"/>
                  </a:cubicBezTo>
                  <a:lnTo>
                    <a:pt x="0" y="31013"/>
                  </a:lnTo>
                  <a:cubicBezTo>
                    <a:pt x="538" y="30987"/>
                    <a:pt x="871" y="30654"/>
                    <a:pt x="1256" y="30423"/>
                  </a:cubicBezTo>
                  <a:cubicBezTo>
                    <a:pt x="6126" y="27322"/>
                    <a:pt x="10790" y="24016"/>
                    <a:pt x="15327" y="20582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162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7" name="Google Shape;295;p13"/>
            <p:cNvSpPr/>
            <p:nvPr/>
          </p:nvSpPr>
          <p:spPr>
            <a:xfrm flipV="1">
              <a:off x="1080" y="-720"/>
              <a:ext cx="5529240" cy="4444200"/>
            </a:xfrm>
            <a:custGeom>
              <a:avLst/>
              <a:gdLst>
                <a:gd name="textAreaLeft" fmla="*/ 0 w 5529240"/>
                <a:gd name="textAreaRight" fmla="*/ 5529600 w 5529240"/>
                <a:gd name="textAreaTop" fmla="*/ -360 h 4444200"/>
                <a:gd name="textAreaBottom" fmla="*/ 4444200 h 4444200"/>
              </a:gdLst>
              <a:ahLst/>
              <a:cxnLst/>
              <a:rect l="textAreaLeft" t="textAreaTop" r="textAreaRight" b="textAreaBottom"/>
              <a:pathLst>
                <a:path w="172158" h="152038">
                  <a:moveTo>
                    <a:pt x="21427" y="15661"/>
                  </a:moveTo>
                  <a:cubicBezTo>
                    <a:pt x="24938" y="18070"/>
                    <a:pt x="28424" y="20479"/>
                    <a:pt x="31961" y="22837"/>
                  </a:cubicBezTo>
                  <a:cubicBezTo>
                    <a:pt x="35959" y="25580"/>
                    <a:pt x="40162" y="27989"/>
                    <a:pt x="44545" y="30090"/>
                  </a:cubicBezTo>
                  <a:cubicBezTo>
                    <a:pt x="48928" y="32218"/>
                    <a:pt x="53593" y="33807"/>
                    <a:pt x="58360" y="34806"/>
                  </a:cubicBezTo>
                  <a:cubicBezTo>
                    <a:pt x="61564" y="35447"/>
                    <a:pt x="64767" y="35806"/>
                    <a:pt x="68074" y="35524"/>
                  </a:cubicBezTo>
                  <a:cubicBezTo>
                    <a:pt x="71072" y="35268"/>
                    <a:pt x="73994" y="34396"/>
                    <a:pt x="76660" y="32961"/>
                  </a:cubicBezTo>
                  <a:cubicBezTo>
                    <a:pt x="78274" y="32038"/>
                    <a:pt x="79761" y="30911"/>
                    <a:pt x="81119" y="29629"/>
                  </a:cubicBezTo>
                  <a:cubicBezTo>
                    <a:pt x="82606" y="28194"/>
                    <a:pt x="83964" y="26656"/>
                    <a:pt x="85143" y="24964"/>
                  </a:cubicBezTo>
                  <a:cubicBezTo>
                    <a:pt x="86399" y="23196"/>
                    <a:pt x="87629" y="21376"/>
                    <a:pt x="88757" y="19531"/>
                  </a:cubicBezTo>
                  <a:cubicBezTo>
                    <a:pt x="90090" y="17378"/>
                    <a:pt x="91320" y="15199"/>
                    <a:pt x="92627" y="13046"/>
                  </a:cubicBezTo>
                  <a:cubicBezTo>
                    <a:pt x="94062" y="10612"/>
                    <a:pt x="95728" y="8382"/>
                    <a:pt x="97651" y="6331"/>
                  </a:cubicBezTo>
                  <a:cubicBezTo>
                    <a:pt x="98983" y="4947"/>
                    <a:pt x="100444" y="3743"/>
                    <a:pt x="102033" y="2692"/>
                  </a:cubicBezTo>
                  <a:cubicBezTo>
                    <a:pt x="103366" y="1795"/>
                    <a:pt x="104827" y="1077"/>
                    <a:pt x="106365" y="616"/>
                  </a:cubicBezTo>
                  <a:cubicBezTo>
                    <a:pt x="107749" y="180"/>
                    <a:pt x="109159" y="1"/>
                    <a:pt x="110620" y="52"/>
                  </a:cubicBezTo>
                  <a:cubicBezTo>
                    <a:pt x="112619" y="129"/>
                    <a:pt x="114567" y="744"/>
                    <a:pt x="116233" y="1872"/>
                  </a:cubicBezTo>
                  <a:cubicBezTo>
                    <a:pt x="117437" y="2666"/>
                    <a:pt x="118514" y="3666"/>
                    <a:pt x="119436" y="4768"/>
                  </a:cubicBezTo>
                  <a:cubicBezTo>
                    <a:pt x="120538" y="6101"/>
                    <a:pt x="121487" y="7536"/>
                    <a:pt x="122281" y="9048"/>
                  </a:cubicBezTo>
                  <a:cubicBezTo>
                    <a:pt x="123358" y="11073"/>
                    <a:pt x="124280" y="13175"/>
                    <a:pt x="125024" y="15328"/>
                  </a:cubicBezTo>
                  <a:cubicBezTo>
                    <a:pt x="127228" y="21222"/>
                    <a:pt x="128817" y="27245"/>
                    <a:pt x="130252" y="33320"/>
                  </a:cubicBezTo>
                  <a:cubicBezTo>
                    <a:pt x="131713" y="39445"/>
                    <a:pt x="132995" y="45622"/>
                    <a:pt x="133994" y="51825"/>
                  </a:cubicBezTo>
                  <a:cubicBezTo>
                    <a:pt x="134609" y="55720"/>
                    <a:pt x="135096" y="59616"/>
                    <a:pt x="135481" y="63512"/>
                  </a:cubicBezTo>
                  <a:cubicBezTo>
                    <a:pt x="135788" y="66716"/>
                    <a:pt x="136070" y="69945"/>
                    <a:pt x="136429" y="73149"/>
                  </a:cubicBezTo>
                  <a:cubicBezTo>
                    <a:pt x="136737" y="75789"/>
                    <a:pt x="137326" y="78403"/>
                    <a:pt x="138198" y="80889"/>
                  </a:cubicBezTo>
                  <a:cubicBezTo>
                    <a:pt x="139658" y="85195"/>
                    <a:pt x="142196" y="89065"/>
                    <a:pt x="145553" y="92141"/>
                  </a:cubicBezTo>
                  <a:cubicBezTo>
                    <a:pt x="146117" y="92653"/>
                    <a:pt x="146707" y="93217"/>
                    <a:pt x="147245" y="93781"/>
                  </a:cubicBezTo>
                  <a:cubicBezTo>
                    <a:pt x="147834" y="94422"/>
                    <a:pt x="148450" y="95062"/>
                    <a:pt x="148988" y="95729"/>
                  </a:cubicBezTo>
                  <a:cubicBezTo>
                    <a:pt x="151166" y="98446"/>
                    <a:pt x="151935" y="101419"/>
                    <a:pt x="151269" y="104622"/>
                  </a:cubicBezTo>
                  <a:cubicBezTo>
                    <a:pt x="151038" y="105724"/>
                    <a:pt x="150705" y="106827"/>
                    <a:pt x="150423" y="107929"/>
                  </a:cubicBezTo>
                  <a:cubicBezTo>
                    <a:pt x="149962" y="109518"/>
                    <a:pt x="149449" y="111132"/>
                    <a:pt x="149065" y="112773"/>
                  </a:cubicBezTo>
                  <a:cubicBezTo>
                    <a:pt x="148398" y="115515"/>
                    <a:pt x="148347" y="118386"/>
                    <a:pt x="148885" y="121179"/>
                  </a:cubicBezTo>
                  <a:cubicBezTo>
                    <a:pt x="149449" y="123999"/>
                    <a:pt x="150423" y="126715"/>
                    <a:pt x="151781" y="129253"/>
                  </a:cubicBezTo>
                  <a:cubicBezTo>
                    <a:pt x="153858" y="133225"/>
                    <a:pt x="156600" y="136865"/>
                    <a:pt x="159701" y="140325"/>
                  </a:cubicBezTo>
                  <a:cubicBezTo>
                    <a:pt x="163264" y="144221"/>
                    <a:pt x="167134" y="147860"/>
                    <a:pt x="171235" y="151218"/>
                  </a:cubicBezTo>
                  <a:cubicBezTo>
                    <a:pt x="171568" y="151474"/>
                    <a:pt x="171850" y="151756"/>
                    <a:pt x="172157" y="152038"/>
                  </a:cubicBezTo>
                  <a:lnTo>
                    <a:pt x="166006" y="152038"/>
                  </a:lnTo>
                  <a:cubicBezTo>
                    <a:pt x="165724" y="151782"/>
                    <a:pt x="165494" y="151500"/>
                    <a:pt x="165212" y="151243"/>
                  </a:cubicBezTo>
                  <a:cubicBezTo>
                    <a:pt x="161111" y="147732"/>
                    <a:pt x="157292" y="143913"/>
                    <a:pt x="153781" y="139812"/>
                  </a:cubicBezTo>
                  <a:cubicBezTo>
                    <a:pt x="151038" y="136609"/>
                    <a:pt x="148706" y="133123"/>
                    <a:pt x="146784" y="129381"/>
                  </a:cubicBezTo>
                  <a:cubicBezTo>
                    <a:pt x="145092" y="126049"/>
                    <a:pt x="143990" y="122461"/>
                    <a:pt x="143529" y="118744"/>
                  </a:cubicBezTo>
                  <a:cubicBezTo>
                    <a:pt x="143195" y="115900"/>
                    <a:pt x="143324" y="113055"/>
                    <a:pt x="143580" y="110210"/>
                  </a:cubicBezTo>
                  <a:cubicBezTo>
                    <a:pt x="143708" y="108723"/>
                    <a:pt x="143836" y="107211"/>
                    <a:pt x="143862" y="105724"/>
                  </a:cubicBezTo>
                  <a:cubicBezTo>
                    <a:pt x="143939" y="102956"/>
                    <a:pt x="142939" y="100265"/>
                    <a:pt x="141119" y="98189"/>
                  </a:cubicBezTo>
                  <a:cubicBezTo>
                    <a:pt x="140786" y="97805"/>
                    <a:pt x="140479" y="97420"/>
                    <a:pt x="140145" y="97036"/>
                  </a:cubicBezTo>
                  <a:cubicBezTo>
                    <a:pt x="139530" y="96344"/>
                    <a:pt x="138941" y="95678"/>
                    <a:pt x="138351" y="94986"/>
                  </a:cubicBezTo>
                  <a:cubicBezTo>
                    <a:pt x="136660" y="93038"/>
                    <a:pt x="135327" y="90833"/>
                    <a:pt x="134327" y="88475"/>
                  </a:cubicBezTo>
                  <a:cubicBezTo>
                    <a:pt x="133123" y="85477"/>
                    <a:pt x="132277" y="82324"/>
                    <a:pt x="131867" y="79121"/>
                  </a:cubicBezTo>
                  <a:cubicBezTo>
                    <a:pt x="131508" y="76506"/>
                    <a:pt x="131303" y="73866"/>
                    <a:pt x="131252" y="71252"/>
                  </a:cubicBezTo>
                  <a:cubicBezTo>
                    <a:pt x="131098" y="67126"/>
                    <a:pt x="130919" y="63025"/>
                    <a:pt x="130483" y="58950"/>
                  </a:cubicBezTo>
                  <a:cubicBezTo>
                    <a:pt x="130278" y="56797"/>
                    <a:pt x="130047" y="54644"/>
                    <a:pt x="129714" y="52491"/>
                  </a:cubicBezTo>
                  <a:cubicBezTo>
                    <a:pt x="129201" y="49364"/>
                    <a:pt x="128637" y="46237"/>
                    <a:pt x="128022" y="43110"/>
                  </a:cubicBezTo>
                  <a:cubicBezTo>
                    <a:pt x="126843" y="37190"/>
                    <a:pt x="125306" y="31321"/>
                    <a:pt x="123435" y="25580"/>
                  </a:cubicBezTo>
                  <a:cubicBezTo>
                    <a:pt x="122409" y="22350"/>
                    <a:pt x="121102" y="19198"/>
                    <a:pt x="119590" y="16148"/>
                  </a:cubicBezTo>
                  <a:cubicBezTo>
                    <a:pt x="118744" y="14507"/>
                    <a:pt x="117745" y="12944"/>
                    <a:pt x="116591" y="11534"/>
                  </a:cubicBezTo>
                  <a:cubicBezTo>
                    <a:pt x="115720" y="10483"/>
                    <a:pt x="114746" y="9561"/>
                    <a:pt x="113618" y="8817"/>
                  </a:cubicBezTo>
                  <a:cubicBezTo>
                    <a:pt x="112516" y="8074"/>
                    <a:pt x="111312" y="7536"/>
                    <a:pt x="110004" y="7280"/>
                  </a:cubicBezTo>
                  <a:cubicBezTo>
                    <a:pt x="108108" y="6895"/>
                    <a:pt x="106134" y="7075"/>
                    <a:pt x="104340" y="7741"/>
                  </a:cubicBezTo>
                  <a:cubicBezTo>
                    <a:pt x="102905" y="8279"/>
                    <a:pt x="101572" y="8997"/>
                    <a:pt x="100342" y="9894"/>
                  </a:cubicBezTo>
                  <a:cubicBezTo>
                    <a:pt x="99060" y="10842"/>
                    <a:pt x="97881" y="11893"/>
                    <a:pt x="96831" y="13072"/>
                  </a:cubicBezTo>
                  <a:cubicBezTo>
                    <a:pt x="95472" y="14559"/>
                    <a:pt x="94242" y="16148"/>
                    <a:pt x="93114" y="17814"/>
                  </a:cubicBezTo>
                  <a:cubicBezTo>
                    <a:pt x="91781" y="19736"/>
                    <a:pt x="90449" y="21684"/>
                    <a:pt x="89116" y="23606"/>
                  </a:cubicBezTo>
                  <a:cubicBezTo>
                    <a:pt x="87578" y="25810"/>
                    <a:pt x="85861" y="27886"/>
                    <a:pt x="84015" y="29834"/>
                  </a:cubicBezTo>
                  <a:cubicBezTo>
                    <a:pt x="82657" y="31269"/>
                    <a:pt x="81145" y="32551"/>
                    <a:pt x="79505" y="33679"/>
                  </a:cubicBezTo>
                  <a:cubicBezTo>
                    <a:pt x="75916" y="36088"/>
                    <a:pt x="71764" y="37292"/>
                    <a:pt x="67125" y="37395"/>
                  </a:cubicBezTo>
                  <a:cubicBezTo>
                    <a:pt x="63665" y="37421"/>
                    <a:pt x="60179" y="36985"/>
                    <a:pt x="56822" y="36139"/>
                  </a:cubicBezTo>
                  <a:cubicBezTo>
                    <a:pt x="51260" y="34781"/>
                    <a:pt x="45878" y="32756"/>
                    <a:pt x="40803" y="30142"/>
                  </a:cubicBezTo>
                  <a:cubicBezTo>
                    <a:pt x="36907" y="28117"/>
                    <a:pt x="33140" y="25887"/>
                    <a:pt x="29500" y="23478"/>
                  </a:cubicBezTo>
                  <a:cubicBezTo>
                    <a:pt x="26015" y="21171"/>
                    <a:pt x="22554" y="18813"/>
                    <a:pt x="19043" y="16532"/>
                  </a:cubicBezTo>
                  <a:cubicBezTo>
                    <a:pt x="13302" y="12765"/>
                    <a:pt x="7381" y="9304"/>
                    <a:pt x="1307" y="6152"/>
                  </a:cubicBezTo>
                  <a:cubicBezTo>
                    <a:pt x="897" y="5947"/>
                    <a:pt x="436" y="5793"/>
                    <a:pt x="0" y="5588"/>
                  </a:cubicBezTo>
                  <a:lnTo>
                    <a:pt x="0" y="2974"/>
                  </a:lnTo>
                  <a:cubicBezTo>
                    <a:pt x="436" y="3153"/>
                    <a:pt x="897" y="3333"/>
                    <a:pt x="1307" y="3538"/>
                  </a:cubicBezTo>
                  <a:cubicBezTo>
                    <a:pt x="8227" y="7203"/>
                    <a:pt x="14942" y="11252"/>
                    <a:pt x="21427" y="15661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162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8" name="Google Shape;296;p13"/>
            <p:cNvSpPr/>
            <p:nvPr/>
          </p:nvSpPr>
          <p:spPr>
            <a:xfrm flipV="1">
              <a:off x="7571520" y="1751040"/>
              <a:ext cx="1572120" cy="3028680"/>
            </a:xfrm>
            <a:custGeom>
              <a:avLst/>
              <a:gdLst>
                <a:gd name="textAreaLeft" fmla="*/ 0 w 1572120"/>
                <a:gd name="textAreaRight" fmla="*/ 1572480 w 1572120"/>
                <a:gd name="textAreaTop" fmla="*/ -360 h 3028680"/>
                <a:gd name="textAreaBottom" fmla="*/ 3028680 h 3028680"/>
              </a:gdLst>
              <a:ahLst/>
              <a:cxnLst/>
              <a:rect l="textAreaLeft" t="textAreaTop" r="textAreaRight" b="textAreaBottom"/>
              <a:pathLst>
                <a:path w="48954" h="103623">
                  <a:moveTo>
                    <a:pt x="30962" y="101188"/>
                  </a:moveTo>
                  <a:cubicBezTo>
                    <a:pt x="28040" y="100265"/>
                    <a:pt x="25220" y="99035"/>
                    <a:pt x="22529" y="97523"/>
                  </a:cubicBezTo>
                  <a:cubicBezTo>
                    <a:pt x="18223" y="95114"/>
                    <a:pt x="14302" y="92064"/>
                    <a:pt x="10944" y="88450"/>
                  </a:cubicBezTo>
                  <a:cubicBezTo>
                    <a:pt x="6049" y="83196"/>
                    <a:pt x="2794" y="77327"/>
                    <a:pt x="1179" y="70817"/>
                  </a:cubicBezTo>
                  <a:cubicBezTo>
                    <a:pt x="0" y="66024"/>
                    <a:pt x="180" y="61205"/>
                    <a:pt x="1282" y="56438"/>
                  </a:cubicBezTo>
                  <a:cubicBezTo>
                    <a:pt x="1846" y="54055"/>
                    <a:pt x="2538" y="51671"/>
                    <a:pt x="3230" y="49287"/>
                  </a:cubicBezTo>
                  <a:cubicBezTo>
                    <a:pt x="4434" y="45135"/>
                    <a:pt x="6075" y="41137"/>
                    <a:pt x="8125" y="37318"/>
                  </a:cubicBezTo>
                  <a:cubicBezTo>
                    <a:pt x="11073" y="31833"/>
                    <a:pt x="14968" y="26861"/>
                    <a:pt x="19479" y="22196"/>
                  </a:cubicBezTo>
                  <a:cubicBezTo>
                    <a:pt x="24631" y="16917"/>
                    <a:pt x="30141" y="12021"/>
                    <a:pt x="35985" y="7562"/>
                  </a:cubicBezTo>
                  <a:cubicBezTo>
                    <a:pt x="39958" y="4486"/>
                    <a:pt x="44315" y="1949"/>
                    <a:pt x="48954" y="1"/>
                  </a:cubicBezTo>
                  <a:lnTo>
                    <a:pt x="48954" y="3948"/>
                  </a:lnTo>
                  <a:cubicBezTo>
                    <a:pt x="48749" y="4025"/>
                    <a:pt x="48544" y="4076"/>
                    <a:pt x="48339" y="4179"/>
                  </a:cubicBezTo>
                  <a:cubicBezTo>
                    <a:pt x="45853" y="5383"/>
                    <a:pt x="43495" y="6793"/>
                    <a:pt x="41239" y="8433"/>
                  </a:cubicBezTo>
                  <a:cubicBezTo>
                    <a:pt x="33986" y="13687"/>
                    <a:pt x="27348" y="19428"/>
                    <a:pt x="21581" y="25836"/>
                  </a:cubicBezTo>
                  <a:cubicBezTo>
                    <a:pt x="17275" y="30654"/>
                    <a:pt x="13841" y="35883"/>
                    <a:pt x="11534" y="41573"/>
                  </a:cubicBezTo>
                  <a:cubicBezTo>
                    <a:pt x="10355" y="44443"/>
                    <a:pt x="9458" y="47442"/>
                    <a:pt x="8920" y="50492"/>
                  </a:cubicBezTo>
                  <a:cubicBezTo>
                    <a:pt x="8535" y="52645"/>
                    <a:pt x="8151" y="54772"/>
                    <a:pt x="7920" y="56925"/>
                  </a:cubicBezTo>
                  <a:cubicBezTo>
                    <a:pt x="7074" y="64614"/>
                    <a:pt x="9612" y="71432"/>
                    <a:pt x="15763" y="77275"/>
                  </a:cubicBezTo>
                  <a:cubicBezTo>
                    <a:pt x="19838" y="81145"/>
                    <a:pt x="24708" y="84119"/>
                    <a:pt x="30039" y="85964"/>
                  </a:cubicBezTo>
                  <a:cubicBezTo>
                    <a:pt x="34165" y="87399"/>
                    <a:pt x="38522" y="88091"/>
                    <a:pt x="42905" y="87989"/>
                  </a:cubicBezTo>
                  <a:cubicBezTo>
                    <a:pt x="44930" y="87963"/>
                    <a:pt x="46980" y="87707"/>
                    <a:pt x="48954" y="87194"/>
                  </a:cubicBezTo>
                  <a:lnTo>
                    <a:pt x="48954" y="102623"/>
                  </a:lnTo>
                  <a:cubicBezTo>
                    <a:pt x="48851" y="102623"/>
                    <a:pt x="48723" y="102623"/>
                    <a:pt x="48621" y="102649"/>
                  </a:cubicBezTo>
                  <a:cubicBezTo>
                    <a:pt x="42546" y="103623"/>
                    <a:pt x="36677" y="103008"/>
                    <a:pt x="30962" y="10118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162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9" name="Google Shape;297;p13"/>
            <p:cNvSpPr/>
            <p:nvPr/>
          </p:nvSpPr>
          <p:spPr>
            <a:xfrm flipV="1">
              <a:off x="5069520" y="299520"/>
              <a:ext cx="4073760" cy="4843440"/>
            </a:xfrm>
            <a:custGeom>
              <a:avLst/>
              <a:gdLst>
                <a:gd name="textAreaLeft" fmla="*/ 0 w 4073760"/>
                <a:gd name="textAreaRight" fmla="*/ 4074120 w 4073760"/>
                <a:gd name="textAreaTop" fmla="*/ 360 h 4843440"/>
                <a:gd name="textAreaBottom" fmla="*/ 4844160 h 4843440"/>
              </a:gdLst>
              <a:ahLst/>
              <a:cxnLst/>
              <a:rect l="textAreaLeft" t="textAreaTop" r="textAreaRight" b="textAreaBottom"/>
              <a:pathLst>
                <a:path w="126844" h="165698">
                  <a:moveTo>
                    <a:pt x="114055" y="165595"/>
                  </a:moveTo>
                  <a:cubicBezTo>
                    <a:pt x="110184" y="165698"/>
                    <a:pt x="106340" y="165288"/>
                    <a:pt x="102598" y="164365"/>
                  </a:cubicBezTo>
                  <a:cubicBezTo>
                    <a:pt x="99573" y="163571"/>
                    <a:pt x="96600" y="162648"/>
                    <a:pt x="93679" y="161546"/>
                  </a:cubicBezTo>
                  <a:cubicBezTo>
                    <a:pt x="90321" y="160316"/>
                    <a:pt x="86963" y="159034"/>
                    <a:pt x="83580" y="157829"/>
                  </a:cubicBezTo>
                  <a:cubicBezTo>
                    <a:pt x="78019" y="155830"/>
                    <a:pt x="72252" y="154446"/>
                    <a:pt x="66383" y="153703"/>
                  </a:cubicBezTo>
                  <a:cubicBezTo>
                    <a:pt x="63640" y="153344"/>
                    <a:pt x="60898" y="153011"/>
                    <a:pt x="58181" y="152627"/>
                  </a:cubicBezTo>
                  <a:cubicBezTo>
                    <a:pt x="56054" y="152345"/>
                    <a:pt x="53978" y="151858"/>
                    <a:pt x="51953" y="151140"/>
                  </a:cubicBezTo>
                  <a:cubicBezTo>
                    <a:pt x="46904" y="149269"/>
                    <a:pt x="43597" y="146142"/>
                    <a:pt x="42085" y="141734"/>
                  </a:cubicBezTo>
                  <a:cubicBezTo>
                    <a:pt x="41624" y="140401"/>
                    <a:pt x="41342" y="138991"/>
                    <a:pt x="41214" y="137582"/>
                  </a:cubicBezTo>
                  <a:cubicBezTo>
                    <a:pt x="40983" y="135506"/>
                    <a:pt x="41034" y="133455"/>
                    <a:pt x="41009" y="131379"/>
                  </a:cubicBezTo>
                  <a:cubicBezTo>
                    <a:pt x="40983" y="129508"/>
                    <a:pt x="40932" y="127612"/>
                    <a:pt x="40829" y="125741"/>
                  </a:cubicBezTo>
                  <a:cubicBezTo>
                    <a:pt x="40676" y="122460"/>
                    <a:pt x="40470" y="119179"/>
                    <a:pt x="40317" y="115899"/>
                  </a:cubicBezTo>
                  <a:cubicBezTo>
                    <a:pt x="40137" y="112362"/>
                    <a:pt x="40009" y="108825"/>
                    <a:pt x="39778" y="105288"/>
                  </a:cubicBezTo>
                  <a:cubicBezTo>
                    <a:pt x="39573" y="102033"/>
                    <a:pt x="39266" y="98778"/>
                    <a:pt x="38984" y="95523"/>
                  </a:cubicBezTo>
                  <a:cubicBezTo>
                    <a:pt x="38651" y="91499"/>
                    <a:pt x="38241" y="87475"/>
                    <a:pt x="37600" y="83477"/>
                  </a:cubicBezTo>
                  <a:cubicBezTo>
                    <a:pt x="37087" y="80017"/>
                    <a:pt x="36062" y="76634"/>
                    <a:pt x="34499" y="73507"/>
                  </a:cubicBezTo>
                  <a:cubicBezTo>
                    <a:pt x="34063" y="72635"/>
                    <a:pt x="33678" y="71738"/>
                    <a:pt x="33320" y="70841"/>
                  </a:cubicBezTo>
                  <a:cubicBezTo>
                    <a:pt x="32628" y="69124"/>
                    <a:pt x="32448" y="67202"/>
                    <a:pt x="32833" y="65382"/>
                  </a:cubicBezTo>
                  <a:cubicBezTo>
                    <a:pt x="33063" y="64177"/>
                    <a:pt x="33473" y="63024"/>
                    <a:pt x="34037" y="61973"/>
                  </a:cubicBezTo>
                  <a:cubicBezTo>
                    <a:pt x="34781" y="60589"/>
                    <a:pt x="35575" y="59231"/>
                    <a:pt x="36370" y="57898"/>
                  </a:cubicBezTo>
                  <a:cubicBezTo>
                    <a:pt x="37010" y="56822"/>
                    <a:pt x="37677" y="55771"/>
                    <a:pt x="38292" y="54694"/>
                  </a:cubicBezTo>
                  <a:cubicBezTo>
                    <a:pt x="38830" y="53797"/>
                    <a:pt x="39240" y="52849"/>
                    <a:pt x="39497" y="51849"/>
                  </a:cubicBezTo>
                  <a:cubicBezTo>
                    <a:pt x="39702" y="51183"/>
                    <a:pt x="39753" y="50491"/>
                    <a:pt x="39676" y="49799"/>
                  </a:cubicBezTo>
                  <a:cubicBezTo>
                    <a:pt x="39497" y="48646"/>
                    <a:pt x="38753" y="47851"/>
                    <a:pt x="37446" y="47415"/>
                  </a:cubicBezTo>
                  <a:cubicBezTo>
                    <a:pt x="36652" y="47134"/>
                    <a:pt x="35831" y="47005"/>
                    <a:pt x="34986" y="46980"/>
                  </a:cubicBezTo>
                  <a:cubicBezTo>
                    <a:pt x="33909" y="46929"/>
                    <a:pt x="32807" y="46929"/>
                    <a:pt x="31705" y="46929"/>
                  </a:cubicBezTo>
                  <a:cubicBezTo>
                    <a:pt x="30193" y="46929"/>
                    <a:pt x="28655" y="46954"/>
                    <a:pt x="27143" y="46954"/>
                  </a:cubicBezTo>
                  <a:cubicBezTo>
                    <a:pt x="25092" y="46954"/>
                    <a:pt x="23068" y="46775"/>
                    <a:pt x="21068" y="46416"/>
                  </a:cubicBezTo>
                  <a:cubicBezTo>
                    <a:pt x="15763" y="45442"/>
                    <a:pt x="11457" y="43238"/>
                    <a:pt x="8202" y="39650"/>
                  </a:cubicBezTo>
                  <a:cubicBezTo>
                    <a:pt x="7151" y="38496"/>
                    <a:pt x="6229" y="37215"/>
                    <a:pt x="5460" y="35882"/>
                  </a:cubicBezTo>
                  <a:cubicBezTo>
                    <a:pt x="4178" y="33703"/>
                    <a:pt x="3179" y="31345"/>
                    <a:pt x="2512" y="28911"/>
                  </a:cubicBezTo>
                  <a:cubicBezTo>
                    <a:pt x="1410" y="24810"/>
                    <a:pt x="795" y="20581"/>
                    <a:pt x="693" y="16352"/>
                  </a:cubicBezTo>
                  <a:cubicBezTo>
                    <a:pt x="590" y="12507"/>
                    <a:pt x="539" y="8663"/>
                    <a:pt x="462" y="4793"/>
                  </a:cubicBezTo>
                  <a:cubicBezTo>
                    <a:pt x="462" y="3178"/>
                    <a:pt x="308" y="1589"/>
                    <a:pt x="1" y="0"/>
                  </a:cubicBezTo>
                  <a:lnTo>
                    <a:pt x="2743" y="0"/>
                  </a:lnTo>
                  <a:cubicBezTo>
                    <a:pt x="2794" y="1666"/>
                    <a:pt x="2897" y="3306"/>
                    <a:pt x="2871" y="4972"/>
                  </a:cubicBezTo>
                  <a:cubicBezTo>
                    <a:pt x="2871" y="7638"/>
                    <a:pt x="2769" y="10303"/>
                    <a:pt x="2743" y="12969"/>
                  </a:cubicBezTo>
                  <a:cubicBezTo>
                    <a:pt x="2692" y="16403"/>
                    <a:pt x="2897" y="19863"/>
                    <a:pt x="3384" y="23272"/>
                  </a:cubicBezTo>
                  <a:cubicBezTo>
                    <a:pt x="3768" y="25963"/>
                    <a:pt x="4460" y="28603"/>
                    <a:pt x="5460" y="31140"/>
                  </a:cubicBezTo>
                  <a:cubicBezTo>
                    <a:pt x="6511" y="33832"/>
                    <a:pt x="8048" y="36266"/>
                    <a:pt x="10022" y="38368"/>
                  </a:cubicBezTo>
                  <a:cubicBezTo>
                    <a:pt x="12380" y="40777"/>
                    <a:pt x="15353" y="42520"/>
                    <a:pt x="18634" y="43392"/>
                  </a:cubicBezTo>
                  <a:cubicBezTo>
                    <a:pt x="21632" y="44186"/>
                    <a:pt x="24759" y="44442"/>
                    <a:pt x="27835" y="44084"/>
                  </a:cubicBezTo>
                  <a:cubicBezTo>
                    <a:pt x="29834" y="43879"/>
                    <a:pt x="31807" y="43571"/>
                    <a:pt x="33755" y="43135"/>
                  </a:cubicBezTo>
                  <a:cubicBezTo>
                    <a:pt x="36113" y="42648"/>
                    <a:pt x="38446" y="42110"/>
                    <a:pt x="40804" y="41674"/>
                  </a:cubicBezTo>
                  <a:cubicBezTo>
                    <a:pt x="41880" y="41495"/>
                    <a:pt x="42982" y="41367"/>
                    <a:pt x="44059" y="41290"/>
                  </a:cubicBezTo>
                  <a:cubicBezTo>
                    <a:pt x="44853" y="41239"/>
                    <a:pt x="45648" y="41316"/>
                    <a:pt x="46442" y="41521"/>
                  </a:cubicBezTo>
                  <a:cubicBezTo>
                    <a:pt x="47647" y="41828"/>
                    <a:pt x="48416" y="42520"/>
                    <a:pt x="48723" y="43545"/>
                  </a:cubicBezTo>
                  <a:cubicBezTo>
                    <a:pt x="48877" y="44160"/>
                    <a:pt x="48928" y="44776"/>
                    <a:pt x="48826" y="45416"/>
                  </a:cubicBezTo>
                  <a:cubicBezTo>
                    <a:pt x="48672" y="46518"/>
                    <a:pt x="48365" y="47595"/>
                    <a:pt x="47903" y="48594"/>
                  </a:cubicBezTo>
                  <a:cubicBezTo>
                    <a:pt x="47314" y="49927"/>
                    <a:pt x="46622" y="51209"/>
                    <a:pt x="45827" y="52439"/>
                  </a:cubicBezTo>
                  <a:cubicBezTo>
                    <a:pt x="44725" y="54156"/>
                    <a:pt x="43572" y="55873"/>
                    <a:pt x="42521" y="57591"/>
                  </a:cubicBezTo>
                  <a:cubicBezTo>
                    <a:pt x="41854" y="58667"/>
                    <a:pt x="41239" y="59795"/>
                    <a:pt x="40701" y="60922"/>
                  </a:cubicBezTo>
                  <a:cubicBezTo>
                    <a:pt x="39753" y="62845"/>
                    <a:pt x="39368" y="64972"/>
                    <a:pt x="39548" y="67099"/>
                  </a:cubicBezTo>
                  <a:cubicBezTo>
                    <a:pt x="39650" y="68125"/>
                    <a:pt x="39753" y="69150"/>
                    <a:pt x="39932" y="70175"/>
                  </a:cubicBezTo>
                  <a:cubicBezTo>
                    <a:pt x="40394" y="72892"/>
                    <a:pt x="40727" y="75660"/>
                    <a:pt x="40906" y="78402"/>
                  </a:cubicBezTo>
                  <a:cubicBezTo>
                    <a:pt x="41188" y="82810"/>
                    <a:pt x="41419" y="87219"/>
                    <a:pt x="41675" y="91627"/>
                  </a:cubicBezTo>
                  <a:cubicBezTo>
                    <a:pt x="41829" y="94241"/>
                    <a:pt x="41983" y="96830"/>
                    <a:pt x="42188" y="99419"/>
                  </a:cubicBezTo>
                  <a:cubicBezTo>
                    <a:pt x="42393" y="102007"/>
                    <a:pt x="42598" y="104622"/>
                    <a:pt x="42777" y="107210"/>
                  </a:cubicBezTo>
                  <a:cubicBezTo>
                    <a:pt x="42957" y="110055"/>
                    <a:pt x="43110" y="112900"/>
                    <a:pt x="43315" y="115745"/>
                  </a:cubicBezTo>
                  <a:cubicBezTo>
                    <a:pt x="43392" y="116898"/>
                    <a:pt x="43495" y="118052"/>
                    <a:pt x="43623" y="119205"/>
                  </a:cubicBezTo>
                  <a:cubicBezTo>
                    <a:pt x="43854" y="121384"/>
                    <a:pt x="44110" y="123562"/>
                    <a:pt x="44366" y="125766"/>
                  </a:cubicBezTo>
                  <a:cubicBezTo>
                    <a:pt x="44699" y="128509"/>
                    <a:pt x="44981" y="131251"/>
                    <a:pt x="45340" y="133994"/>
                  </a:cubicBezTo>
                  <a:cubicBezTo>
                    <a:pt x="45545" y="135813"/>
                    <a:pt x="46007" y="137607"/>
                    <a:pt x="46699" y="139299"/>
                  </a:cubicBezTo>
                  <a:cubicBezTo>
                    <a:pt x="48185" y="142836"/>
                    <a:pt x="50953" y="145476"/>
                    <a:pt x="55028" y="147142"/>
                  </a:cubicBezTo>
                  <a:cubicBezTo>
                    <a:pt x="55772" y="147449"/>
                    <a:pt x="56566" y="147706"/>
                    <a:pt x="57335" y="147962"/>
                  </a:cubicBezTo>
                  <a:cubicBezTo>
                    <a:pt x="59129" y="148475"/>
                    <a:pt x="60949" y="148910"/>
                    <a:pt x="62794" y="149243"/>
                  </a:cubicBezTo>
                  <a:cubicBezTo>
                    <a:pt x="65998" y="149884"/>
                    <a:pt x="69202" y="150474"/>
                    <a:pt x="72406" y="151191"/>
                  </a:cubicBezTo>
                  <a:cubicBezTo>
                    <a:pt x="77173" y="152293"/>
                    <a:pt x="81735" y="153857"/>
                    <a:pt x="86246" y="155523"/>
                  </a:cubicBezTo>
                  <a:cubicBezTo>
                    <a:pt x="89655" y="156804"/>
                    <a:pt x="93063" y="158086"/>
                    <a:pt x="96524" y="159290"/>
                  </a:cubicBezTo>
                  <a:cubicBezTo>
                    <a:pt x="100471" y="160674"/>
                    <a:pt x="104546" y="161571"/>
                    <a:pt x="108698" y="161905"/>
                  </a:cubicBezTo>
                  <a:cubicBezTo>
                    <a:pt x="111517" y="162135"/>
                    <a:pt x="114311" y="162084"/>
                    <a:pt x="117104" y="161725"/>
                  </a:cubicBezTo>
                  <a:cubicBezTo>
                    <a:pt x="120026" y="161341"/>
                    <a:pt x="122923" y="160726"/>
                    <a:pt x="125767" y="159880"/>
                  </a:cubicBezTo>
                  <a:cubicBezTo>
                    <a:pt x="126126" y="159752"/>
                    <a:pt x="126485" y="159675"/>
                    <a:pt x="126844" y="159598"/>
                  </a:cubicBezTo>
                  <a:lnTo>
                    <a:pt x="126844" y="163160"/>
                  </a:lnTo>
                  <a:cubicBezTo>
                    <a:pt x="125972" y="163442"/>
                    <a:pt x="125075" y="163750"/>
                    <a:pt x="124178" y="163981"/>
                  </a:cubicBezTo>
                  <a:cubicBezTo>
                    <a:pt x="120872" y="164903"/>
                    <a:pt x="117489" y="165442"/>
                    <a:pt x="114055" y="16559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162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0" name="Google Shape;298;p13"/>
            <p:cNvSpPr/>
            <p:nvPr/>
          </p:nvSpPr>
          <p:spPr>
            <a:xfrm flipV="1">
              <a:off x="1080" y="4514760"/>
              <a:ext cx="2113920" cy="627480"/>
            </a:xfrm>
            <a:custGeom>
              <a:avLst/>
              <a:gdLst>
                <a:gd name="textAreaLeft" fmla="*/ 0 w 2113920"/>
                <a:gd name="textAreaRight" fmla="*/ 2114280 w 2113920"/>
                <a:gd name="textAreaTop" fmla="*/ -360 h 627480"/>
                <a:gd name="textAreaBottom" fmla="*/ 627480 h 627480"/>
              </a:gdLst>
              <a:ahLst/>
              <a:cxnLst/>
              <a:rect l="textAreaLeft" t="textAreaTop" r="textAreaRight" b="textAreaBottom"/>
              <a:pathLst>
                <a:path w="65819" h="21478">
                  <a:moveTo>
                    <a:pt x="65152" y="513"/>
                  </a:moveTo>
                  <a:cubicBezTo>
                    <a:pt x="62179" y="2230"/>
                    <a:pt x="59616" y="4537"/>
                    <a:pt x="57565" y="7305"/>
                  </a:cubicBezTo>
                  <a:cubicBezTo>
                    <a:pt x="56591" y="8637"/>
                    <a:pt x="55617" y="9970"/>
                    <a:pt x="54643" y="11328"/>
                  </a:cubicBezTo>
                  <a:cubicBezTo>
                    <a:pt x="53311" y="13148"/>
                    <a:pt x="51875" y="14865"/>
                    <a:pt x="50312" y="16506"/>
                  </a:cubicBezTo>
                  <a:cubicBezTo>
                    <a:pt x="49210" y="17659"/>
                    <a:pt x="47954" y="18684"/>
                    <a:pt x="46596" y="19530"/>
                  </a:cubicBezTo>
                  <a:cubicBezTo>
                    <a:pt x="45032" y="20504"/>
                    <a:pt x="43264" y="21119"/>
                    <a:pt x="41418" y="21350"/>
                  </a:cubicBezTo>
                  <a:cubicBezTo>
                    <a:pt x="39983" y="21478"/>
                    <a:pt x="38548" y="21401"/>
                    <a:pt x="37112" y="21145"/>
                  </a:cubicBezTo>
                  <a:cubicBezTo>
                    <a:pt x="35088" y="20786"/>
                    <a:pt x="33088" y="20299"/>
                    <a:pt x="31141" y="19658"/>
                  </a:cubicBezTo>
                  <a:cubicBezTo>
                    <a:pt x="27578" y="18556"/>
                    <a:pt x="24118" y="17275"/>
                    <a:pt x="20735" y="15891"/>
                  </a:cubicBezTo>
                  <a:cubicBezTo>
                    <a:pt x="14250" y="13251"/>
                    <a:pt x="7817" y="10585"/>
                    <a:pt x="1358" y="7945"/>
                  </a:cubicBezTo>
                  <a:cubicBezTo>
                    <a:pt x="923" y="7766"/>
                    <a:pt x="538" y="7510"/>
                    <a:pt x="0" y="7510"/>
                  </a:cubicBezTo>
                  <a:lnTo>
                    <a:pt x="0" y="0"/>
                  </a:lnTo>
                  <a:lnTo>
                    <a:pt x="14122" y="0"/>
                  </a:lnTo>
                  <a:cubicBezTo>
                    <a:pt x="14302" y="51"/>
                    <a:pt x="14481" y="103"/>
                    <a:pt x="14660" y="128"/>
                  </a:cubicBezTo>
                  <a:cubicBezTo>
                    <a:pt x="18761" y="487"/>
                    <a:pt x="22888" y="718"/>
                    <a:pt x="27040" y="359"/>
                  </a:cubicBezTo>
                  <a:cubicBezTo>
                    <a:pt x="28116" y="282"/>
                    <a:pt x="29218" y="282"/>
                    <a:pt x="30295" y="0"/>
                  </a:cubicBezTo>
                  <a:lnTo>
                    <a:pt x="65818" y="0"/>
                  </a:lnTo>
                  <a:cubicBezTo>
                    <a:pt x="65613" y="179"/>
                    <a:pt x="65382" y="359"/>
                    <a:pt x="65152" y="513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162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1" name="Google Shape;299;p13"/>
            <p:cNvSpPr/>
            <p:nvPr/>
          </p:nvSpPr>
          <p:spPr>
            <a:xfrm flipV="1">
              <a:off x="1080" y="3742560"/>
              <a:ext cx="3086640" cy="1400040"/>
            </a:xfrm>
            <a:custGeom>
              <a:avLst/>
              <a:gdLst>
                <a:gd name="textAreaLeft" fmla="*/ 0 w 3086640"/>
                <a:gd name="textAreaRight" fmla="*/ 3087000 w 3086640"/>
                <a:gd name="textAreaTop" fmla="*/ -360 h 1400040"/>
                <a:gd name="textAreaBottom" fmla="*/ 1400040 h 1400040"/>
              </a:gdLst>
              <a:ahLst/>
              <a:cxnLst/>
              <a:rect l="textAreaLeft" t="textAreaTop" r="textAreaRight" b="textAreaBottom"/>
              <a:pathLst>
                <a:path w="96113" h="47903">
                  <a:moveTo>
                    <a:pt x="90141" y="6894"/>
                  </a:moveTo>
                  <a:cubicBezTo>
                    <a:pt x="89141" y="8073"/>
                    <a:pt x="88168" y="9252"/>
                    <a:pt x="87194" y="10457"/>
                  </a:cubicBezTo>
                  <a:cubicBezTo>
                    <a:pt x="83862" y="14532"/>
                    <a:pt x="81376" y="19248"/>
                    <a:pt x="79915" y="24323"/>
                  </a:cubicBezTo>
                  <a:cubicBezTo>
                    <a:pt x="79018" y="27552"/>
                    <a:pt x="77967" y="30705"/>
                    <a:pt x="76762" y="33832"/>
                  </a:cubicBezTo>
                  <a:cubicBezTo>
                    <a:pt x="75839" y="36138"/>
                    <a:pt x="74712" y="38368"/>
                    <a:pt x="73379" y="40470"/>
                  </a:cubicBezTo>
                  <a:cubicBezTo>
                    <a:pt x="72482" y="41828"/>
                    <a:pt x="71457" y="43084"/>
                    <a:pt x="70303" y="44186"/>
                  </a:cubicBezTo>
                  <a:cubicBezTo>
                    <a:pt x="68484" y="45878"/>
                    <a:pt x="66228" y="47005"/>
                    <a:pt x="63819" y="47492"/>
                  </a:cubicBezTo>
                  <a:cubicBezTo>
                    <a:pt x="61871" y="47851"/>
                    <a:pt x="59872" y="47902"/>
                    <a:pt x="57924" y="47646"/>
                  </a:cubicBezTo>
                  <a:cubicBezTo>
                    <a:pt x="55182" y="47313"/>
                    <a:pt x="52490" y="46621"/>
                    <a:pt x="49953" y="45570"/>
                  </a:cubicBezTo>
                  <a:cubicBezTo>
                    <a:pt x="47441" y="44571"/>
                    <a:pt x="45032" y="43392"/>
                    <a:pt x="42674" y="42059"/>
                  </a:cubicBezTo>
                  <a:cubicBezTo>
                    <a:pt x="39342" y="40188"/>
                    <a:pt x="36164" y="38189"/>
                    <a:pt x="32986" y="36138"/>
                  </a:cubicBezTo>
                  <a:cubicBezTo>
                    <a:pt x="27117" y="32422"/>
                    <a:pt x="21222" y="28731"/>
                    <a:pt x="15096" y="25297"/>
                  </a:cubicBezTo>
                  <a:cubicBezTo>
                    <a:pt x="10534" y="22734"/>
                    <a:pt x="5869" y="20248"/>
                    <a:pt x="1128" y="17890"/>
                  </a:cubicBezTo>
                  <a:cubicBezTo>
                    <a:pt x="795" y="17659"/>
                    <a:pt x="410" y="17531"/>
                    <a:pt x="0" y="17480"/>
                  </a:cubicBezTo>
                  <a:lnTo>
                    <a:pt x="0" y="13533"/>
                  </a:lnTo>
                  <a:cubicBezTo>
                    <a:pt x="513" y="13738"/>
                    <a:pt x="1025" y="13943"/>
                    <a:pt x="1512" y="14173"/>
                  </a:cubicBezTo>
                  <a:cubicBezTo>
                    <a:pt x="11790" y="19043"/>
                    <a:pt x="21837" y="24195"/>
                    <a:pt x="31679" y="29628"/>
                  </a:cubicBezTo>
                  <a:cubicBezTo>
                    <a:pt x="34908" y="31422"/>
                    <a:pt x="38214" y="33165"/>
                    <a:pt x="41521" y="34857"/>
                  </a:cubicBezTo>
                  <a:cubicBezTo>
                    <a:pt x="43802" y="36061"/>
                    <a:pt x="46160" y="37061"/>
                    <a:pt x="48595" y="37881"/>
                  </a:cubicBezTo>
                  <a:cubicBezTo>
                    <a:pt x="50594" y="38599"/>
                    <a:pt x="52721" y="39034"/>
                    <a:pt x="54848" y="39188"/>
                  </a:cubicBezTo>
                  <a:cubicBezTo>
                    <a:pt x="58001" y="39342"/>
                    <a:pt x="60666" y="38547"/>
                    <a:pt x="62819" y="36574"/>
                  </a:cubicBezTo>
                  <a:cubicBezTo>
                    <a:pt x="63998" y="35498"/>
                    <a:pt x="64998" y="34242"/>
                    <a:pt x="65844" y="32858"/>
                  </a:cubicBezTo>
                  <a:cubicBezTo>
                    <a:pt x="67125" y="30756"/>
                    <a:pt x="68176" y="28526"/>
                    <a:pt x="68996" y="26219"/>
                  </a:cubicBezTo>
                  <a:cubicBezTo>
                    <a:pt x="69945" y="23451"/>
                    <a:pt x="70816" y="20658"/>
                    <a:pt x="71739" y="17890"/>
                  </a:cubicBezTo>
                  <a:cubicBezTo>
                    <a:pt x="72097" y="16788"/>
                    <a:pt x="72456" y="15711"/>
                    <a:pt x="72866" y="14635"/>
                  </a:cubicBezTo>
                  <a:cubicBezTo>
                    <a:pt x="73866" y="12097"/>
                    <a:pt x="75353" y="9765"/>
                    <a:pt x="77223" y="7766"/>
                  </a:cubicBezTo>
                  <a:cubicBezTo>
                    <a:pt x="78633" y="6254"/>
                    <a:pt x="80120" y="4844"/>
                    <a:pt x="81709" y="3511"/>
                  </a:cubicBezTo>
                  <a:cubicBezTo>
                    <a:pt x="82836" y="2537"/>
                    <a:pt x="83964" y="1589"/>
                    <a:pt x="85092" y="589"/>
                  </a:cubicBezTo>
                  <a:cubicBezTo>
                    <a:pt x="85271" y="410"/>
                    <a:pt x="85451" y="205"/>
                    <a:pt x="85630" y="0"/>
                  </a:cubicBezTo>
                  <a:lnTo>
                    <a:pt x="96113" y="0"/>
                  </a:lnTo>
                  <a:cubicBezTo>
                    <a:pt x="95857" y="333"/>
                    <a:pt x="95626" y="641"/>
                    <a:pt x="95370" y="948"/>
                  </a:cubicBezTo>
                  <a:cubicBezTo>
                    <a:pt x="93627" y="2922"/>
                    <a:pt x="91884" y="4895"/>
                    <a:pt x="90141" y="6894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162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2" name="Google Shape;300;p13"/>
            <p:cNvSpPr/>
            <p:nvPr/>
          </p:nvSpPr>
          <p:spPr>
            <a:xfrm flipV="1">
              <a:off x="1080" y="360"/>
              <a:ext cx="3473640" cy="3142800"/>
            </a:xfrm>
            <a:custGeom>
              <a:avLst/>
              <a:gdLst>
                <a:gd name="textAreaLeft" fmla="*/ 0 w 3473640"/>
                <a:gd name="textAreaRight" fmla="*/ 3474000 w 3473640"/>
                <a:gd name="textAreaTop" fmla="*/ 360 h 3142800"/>
                <a:gd name="textAreaBottom" fmla="*/ 3143520 h 3142800"/>
              </a:gdLst>
              <a:ahLst/>
              <a:cxnLst/>
              <a:rect l="textAreaLeft" t="textAreaTop" r="textAreaRight" b="textAreaBottom"/>
              <a:pathLst>
                <a:path w="108160" h="107519">
                  <a:moveTo>
                    <a:pt x="897" y="6280"/>
                  </a:moveTo>
                  <a:cubicBezTo>
                    <a:pt x="1717" y="5331"/>
                    <a:pt x="2614" y="4486"/>
                    <a:pt x="3588" y="3717"/>
                  </a:cubicBezTo>
                  <a:cubicBezTo>
                    <a:pt x="5869" y="1923"/>
                    <a:pt x="8586" y="769"/>
                    <a:pt x="11457" y="359"/>
                  </a:cubicBezTo>
                  <a:cubicBezTo>
                    <a:pt x="12918" y="129"/>
                    <a:pt x="14378" y="0"/>
                    <a:pt x="15865" y="0"/>
                  </a:cubicBezTo>
                  <a:cubicBezTo>
                    <a:pt x="19197" y="26"/>
                    <a:pt x="22503" y="308"/>
                    <a:pt x="25784" y="846"/>
                  </a:cubicBezTo>
                  <a:cubicBezTo>
                    <a:pt x="30423" y="1513"/>
                    <a:pt x="35011" y="2410"/>
                    <a:pt x="39573" y="3281"/>
                  </a:cubicBezTo>
                  <a:cubicBezTo>
                    <a:pt x="46954" y="4716"/>
                    <a:pt x="54387" y="5998"/>
                    <a:pt x="61948" y="6664"/>
                  </a:cubicBezTo>
                  <a:cubicBezTo>
                    <a:pt x="65306" y="6997"/>
                    <a:pt x="68689" y="7151"/>
                    <a:pt x="72097" y="7100"/>
                  </a:cubicBezTo>
                  <a:cubicBezTo>
                    <a:pt x="75968" y="6997"/>
                    <a:pt x="79863" y="6587"/>
                    <a:pt x="83682" y="5921"/>
                  </a:cubicBezTo>
                  <a:cubicBezTo>
                    <a:pt x="85605" y="5613"/>
                    <a:pt x="87552" y="5280"/>
                    <a:pt x="89500" y="4998"/>
                  </a:cubicBezTo>
                  <a:cubicBezTo>
                    <a:pt x="90910" y="4793"/>
                    <a:pt x="92371" y="4742"/>
                    <a:pt x="93806" y="4896"/>
                  </a:cubicBezTo>
                  <a:cubicBezTo>
                    <a:pt x="95985" y="5101"/>
                    <a:pt x="97779" y="5895"/>
                    <a:pt x="99086" y="7382"/>
                  </a:cubicBezTo>
                  <a:cubicBezTo>
                    <a:pt x="99573" y="7946"/>
                    <a:pt x="100009" y="8561"/>
                    <a:pt x="100419" y="9227"/>
                  </a:cubicBezTo>
                  <a:cubicBezTo>
                    <a:pt x="101034" y="10304"/>
                    <a:pt x="101495" y="11483"/>
                    <a:pt x="101777" y="12687"/>
                  </a:cubicBezTo>
                  <a:cubicBezTo>
                    <a:pt x="102623" y="15942"/>
                    <a:pt x="102572" y="19223"/>
                    <a:pt x="102162" y="22504"/>
                  </a:cubicBezTo>
                  <a:cubicBezTo>
                    <a:pt x="101752" y="25246"/>
                    <a:pt x="101239" y="27988"/>
                    <a:pt x="100547" y="30680"/>
                  </a:cubicBezTo>
                  <a:cubicBezTo>
                    <a:pt x="99394" y="35549"/>
                    <a:pt x="98317" y="40445"/>
                    <a:pt x="97625" y="45417"/>
                  </a:cubicBezTo>
                  <a:cubicBezTo>
                    <a:pt x="97164" y="48518"/>
                    <a:pt x="96882" y="51619"/>
                    <a:pt x="96779" y="54772"/>
                  </a:cubicBezTo>
                  <a:cubicBezTo>
                    <a:pt x="96677" y="58052"/>
                    <a:pt x="96728" y="61333"/>
                    <a:pt x="96959" y="64639"/>
                  </a:cubicBezTo>
                  <a:cubicBezTo>
                    <a:pt x="97241" y="68484"/>
                    <a:pt x="97728" y="72303"/>
                    <a:pt x="98445" y="76121"/>
                  </a:cubicBezTo>
                  <a:cubicBezTo>
                    <a:pt x="99188" y="80222"/>
                    <a:pt x="100188" y="84297"/>
                    <a:pt x="101341" y="88373"/>
                  </a:cubicBezTo>
                  <a:cubicBezTo>
                    <a:pt x="103059" y="94524"/>
                    <a:pt x="105160" y="100572"/>
                    <a:pt x="107646" y="106493"/>
                  </a:cubicBezTo>
                  <a:cubicBezTo>
                    <a:pt x="107800" y="106826"/>
                    <a:pt x="108005" y="107185"/>
                    <a:pt x="108159" y="107518"/>
                  </a:cubicBezTo>
                  <a:lnTo>
                    <a:pt x="102238" y="107518"/>
                  </a:lnTo>
                  <a:cubicBezTo>
                    <a:pt x="102238" y="107364"/>
                    <a:pt x="102213" y="107211"/>
                    <a:pt x="102187" y="107057"/>
                  </a:cubicBezTo>
                  <a:cubicBezTo>
                    <a:pt x="101726" y="105340"/>
                    <a:pt x="101239" y="103648"/>
                    <a:pt x="100778" y="101931"/>
                  </a:cubicBezTo>
                  <a:cubicBezTo>
                    <a:pt x="98753" y="94370"/>
                    <a:pt x="96907" y="86809"/>
                    <a:pt x="95575" y="79146"/>
                  </a:cubicBezTo>
                  <a:cubicBezTo>
                    <a:pt x="94729" y="74353"/>
                    <a:pt x="94165" y="69509"/>
                    <a:pt x="93883" y="64665"/>
                  </a:cubicBezTo>
                  <a:cubicBezTo>
                    <a:pt x="93499" y="57770"/>
                    <a:pt x="93781" y="50850"/>
                    <a:pt x="94780" y="44033"/>
                  </a:cubicBezTo>
                  <a:cubicBezTo>
                    <a:pt x="95370" y="39753"/>
                    <a:pt x="96215" y="35524"/>
                    <a:pt x="97087" y="31295"/>
                  </a:cubicBezTo>
                  <a:cubicBezTo>
                    <a:pt x="97728" y="28475"/>
                    <a:pt x="98189" y="25630"/>
                    <a:pt x="98496" y="22734"/>
                  </a:cubicBezTo>
                  <a:cubicBezTo>
                    <a:pt x="98702" y="20556"/>
                    <a:pt x="98573" y="18351"/>
                    <a:pt x="98112" y="16199"/>
                  </a:cubicBezTo>
                  <a:cubicBezTo>
                    <a:pt x="97830" y="14840"/>
                    <a:pt x="97317" y="13533"/>
                    <a:pt x="96549" y="12380"/>
                  </a:cubicBezTo>
                  <a:cubicBezTo>
                    <a:pt x="95344" y="10586"/>
                    <a:pt x="93524" y="9458"/>
                    <a:pt x="91064" y="9022"/>
                  </a:cubicBezTo>
                  <a:cubicBezTo>
                    <a:pt x="89603" y="8766"/>
                    <a:pt x="88142" y="8689"/>
                    <a:pt x="86655" y="8766"/>
                  </a:cubicBezTo>
                  <a:cubicBezTo>
                    <a:pt x="83810" y="8945"/>
                    <a:pt x="80991" y="9125"/>
                    <a:pt x="78146" y="9304"/>
                  </a:cubicBezTo>
                  <a:cubicBezTo>
                    <a:pt x="75224" y="9484"/>
                    <a:pt x="72303" y="9560"/>
                    <a:pt x="69381" y="9509"/>
                  </a:cubicBezTo>
                  <a:cubicBezTo>
                    <a:pt x="64306" y="9407"/>
                    <a:pt x="59231" y="9073"/>
                    <a:pt x="54182" y="8510"/>
                  </a:cubicBezTo>
                  <a:cubicBezTo>
                    <a:pt x="49620" y="7971"/>
                    <a:pt x="45032" y="7459"/>
                    <a:pt x="40444" y="6895"/>
                  </a:cubicBezTo>
                  <a:cubicBezTo>
                    <a:pt x="35575" y="6305"/>
                    <a:pt x="30679" y="5767"/>
                    <a:pt x="25758" y="5562"/>
                  </a:cubicBezTo>
                  <a:cubicBezTo>
                    <a:pt x="22683" y="5408"/>
                    <a:pt x="19607" y="5588"/>
                    <a:pt x="16583" y="6049"/>
                  </a:cubicBezTo>
                  <a:cubicBezTo>
                    <a:pt x="12149" y="6741"/>
                    <a:pt x="8407" y="8484"/>
                    <a:pt x="5382" y="11252"/>
                  </a:cubicBezTo>
                  <a:cubicBezTo>
                    <a:pt x="3742" y="12790"/>
                    <a:pt x="2307" y="14558"/>
                    <a:pt x="1102" y="16455"/>
                  </a:cubicBezTo>
                  <a:cubicBezTo>
                    <a:pt x="923" y="16737"/>
                    <a:pt x="743" y="17019"/>
                    <a:pt x="589" y="17275"/>
                  </a:cubicBezTo>
                  <a:cubicBezTo>
                    <a:pt x="461" y="17480"/>
                    <a:pt x="231" y="17634"/>
                    <a:pt x="0" y="17685"/>
                  </a:cubicBezTo>
                  <a:lnTo>
                    <a:pt x="0" y="6972"/>
                  </a:lnTo>
                  <a:cubicBezTo>
                    <a:pt x="359" y="6844"/>
                    <a:pt x="692" y="6587"/>
                    <a:pt x="897" y="6280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162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3" name="Google Shape;301;p13"/>
            <p:cNvSpPr/>
            <p:nvPr/>
          </p:nvSpPr>
          <p:spPr>
            <a:xfrm flipV="1">
              <a:off x="1080" y="-720"/>
              <a:ext cx="2599560" cy="2420280"/>
            </a:xfrm>
            <a:custGeom>
              <a:avLst/>
              <a:gdLst>
                <a:gd name="textAreaLeft" fmla="*/ 0 w 2599560"/>
                <a:gd name="textAreaRight" fmla="*/ 2599920 w 2599560"/>
                <a:gd name="textAreaTop" fmla="*/ -360 h 2420280"/>
                <a:gd name="textAreaBottom" fmla="*/ 2420280 h 2420280"/>
              </a:gdLst>
              <a:ahLst/>
              <a:cxnLst/>
              <a:rect l="textAreaLeft" t="textAreaTop" r="textAreaRight" b="textAreaBottom"/>
              <a:pathLst>
                <a:path w="80940" h="82811">
                  <a:moveTo>
                    <a:pt x="1333" y="34498"/>
                  </a:moveTo>
                  <a:cubicBezTo>
                    <a:pt x="3921" y="32294"/>
                    <a:pt x="6331" y="29962"/>
                    <a:pt x="8637" y="27553"/>
                  </a:cubicBezTo>
                  <a:cubicBezTo>
                    <a:pt x="12097" y="24016"/>
                    <a:pt x="15378" y="20376"/>
                    <a:pt x="18659" y="16737"/>
                  </a:cubicBezTo>
                  <a:cubicBezTo>
                    <a:pt x="20248" y="14943"/>
                    <a:pt x="21939" y="13251"/>
                    <a:pt x="23708" y="11662"/>
                  </a:cubicBezTo>
                  <a:cubicBezTo>
                    <a:pt x="27681" y="8125"/>
                    <a:pt x="32320" y="5408"/>
                    <a:pt x="37369" y="3717"/>
                  </a:cubicBezTo>
                  <a:cubicBezTo>
                    <a:pt x="39983" y="2820"/>
                    <a:pt x="42674" y="2102"/>
                    <a:pt x="45365" y="1589"/>
                  </a:cubicBezTo>
                  <a:cubicBezTo>
                    <a:pt x="49312" y="846"/>
                    <a:pt x="53311" y="385"/>
                    <a:pt x="57309" y="205"/>
                  </a:cubicBezTo>
                  <a:cubicBezTo>
                    <a:pt x="60513" y="0"/>
                    <a:pt x="63742" y="103"/>
                    <a:pt x="66946" y="462"/>
                  </a:cubicBezTo>
                  <a:cubicBezTo>
                    <a:pt x="68740" y="667"/>
                    <a:pt x="70508" y="1051"/>
                    <a:pt x="72226" y="1615"/>
                  </a:cubicBezTo>
                  <a:cubicBezTo>
                    <a:pt x="75481" y="2717"/>
                    <a:pt x="77787" y="4588"/>
                    <a:pt x="79018" y="7331"/>
                  </a:cubicBezTo>
                  <a:cubicBezTo>
                    <a:pt x="79274" y="7920"/>
                    <a:pt x="79505" y="8510"/>
                    <a:pt x="79710" y="9125"/>
                  </a:cubicBezTo>
                  <a:cubicBezTo>
                    <a:pt x="80197" y="10791"/>
                    <a:pt x="80504" y="12508"/>
                    <a:pt x="80607" y="14225"/>
                  </a:cubicBezTo>
                  <a:cubicBezTo>
                    <a:pt x="80940" y="17736"/>
                    <a:pt x="80837" y="21222"/>
                    <a:pt x="80760" y="24733"/>
                  </a:cubicBezTo>
                  <a:cubicBezTo>
                    <a:pt x="80581" y="31243"/>
                    <a:pt x="80376" y="37753"/>
                    <a:pt x="80222" y="44289"/>
                  </a:cubicBezTo>
                  <a:cubicBezTo>
                    <a:pt x="80094" y="49364"/>
                    <a:pt x="80043" y="54438"/>
                    <a:pt x="79966" y="59488"/>
                  </a:cubicBezTo>
                  <a:cubicBezTo>
                    <a:pt x="79889" y="63101"/>
                    <a:pt x="79658" y="66690"/>
                    <a:pt x="79274" y="70278"/>
                  </a:cubicBezTo>
                  <a:cubicBezTo>
                    <a:pt x="78889" y="74225"/>
                    <a:pt x="78172" y="78146"/>
                    <a:pt x="77121" y="81965"/>
                  </a:cubicBezTo>
                  <a:cubicBezTo>
                    <a:pt x="77044" y="82247"/>
                    <a:pt x="76993" y="82529"/>
                    <a:pt x="76967" y="82811"/>
                  </a:cubicBezTo>
                  <a:lnTo>
                    <a:pt x="70816" y="82811"/>
                  </a:lnTo>
                  <a:cubicBezTo>
                    <a:pt x="70918" y="82478"/>
                    <a:pt x="71021" y="82119"/>
                    <a:pt x="71149" y="81811"/>
                  </a:cubicBezTo>
                  <a:cubicBezTo>
                    <a:pt x="72379" y="78864"/>
                    <a:pt x="73328" y="75839"/>
                    <a:pt x="74020" y="72738"/>
                  </a:cubicBezTo>
                  <a:cubicBezTo>
                    <a:pt x="74994" y="68381"/>
                    <a:pt x="75660" y="63947"/>
                    <a:pt x="76019" y="59513"/>
                  </a:cubicBezTo>
                  <a:cubicBezTo>
                    <a:pt x="76403" y="55130"/>
                    <a:pt x="76634" y="50748"/>
                    <a:pt x="76762" y="46365"/>
                  </a:cubicBezTo>
                  <a:cubicBezTo>
                    <a:pt x="76865" y="43623"/>
                    <a:pt x="76993" y="40855"/>
                    <a:pt x="77095" y="38112"/>
                  </a:cubicBezTo>
                  <a:cubicBezTo>
                    <a:pt x="77275" y="32909"/>
                    <a:pt x="77403" y="27706"/>
                    <a:pt x="77198" y="22503"/>
                  </a:cubicBezTo>
                  <a:cubicBezTo>
                    <a:pt x="77121" y="20222"/>
                    <a:pt x="76813" y="17941"/>
                    <a:pt x="76301" y="15712"/>
                  </a:cubicBezTo>
                  <a:cubicBezTo>
                    <a:pt x="75942" y="14071"/>
                    <a:pt x="75301" y="12508"/>
                    <a:pt x="74455" y="11073"/>
                  </a:cubicBezTo>
                  <a:cubicBezTo>
                    <a:pt x="73123" y="8971"/>
                    <a:pt x="71149" y="7407"/>
                    <a:pt x="68535" y="6459"/>
                  </a:cubicBezTo>
                  <a:cubicBezTo>
                    <a:pt x="67715" y="6177"/>
                    <a:pt x="66895" y="5947"/>
                    <a:pt x="66074" y="5741"/>
                  </a:cubicBezTo>
                  <a:cubicBezTo>
                    <a:pt x="63511" y="5203"/>
                    <a:pt x="60897" y="4998"/>
                    <a:pt x="58283" y="5101"/>
                  </a:cubicBezTo>
                  <a:cubicBezTo>
                    <a:pt x="52619" y="5255"/>
                    <a:pt x="47031" y="6280"/>
                    <a:pt x="41675" y="8099"/>
                  </a:cubicBezTo>
                  <a:cubicBezTo>
                    <a:pt x="36856" y="9765"/>
                    <a:pt x="32345" y="12200"/>
                    <a:pt x="28296" y="15276"/>
                  </a:cubicBezTo>
                  <a:cubicBezTo>
                    <a:pt x="26040" y="16967"/>
                    <a:pt x="23939" y="18787"/>
                    <a:pt x="21888" y="20607"/>
                  </a:cubicBezTo>
                  <a:cubicBezTo>
                    <a:pt x="18172" y="23913"/>
                    <a:pt x="14455" y="27245"/>
                    <a:pt x="10739" y="30551"/>
                  </a:cubicBezTo>
                  <a:cubicBezTo>
                    <a:pt x="7715" y="33242"/>
                    <a:pt x="4537" y="35754"/>
                    <a:pt x="1230" y="38112"/>
                  </a:cubicBezTo>
                  <a:cubicBezTo>
                    <a:pt x="1000" y="38292"/>
                    <a:pt x="769" y="38445"/>
                    <a:pt x="538" y="38573"/>
                  </a:cubicBezTo>
                  <a:cubicBezTo>
                    <a:pt x="359" y="38625"/>
                    <a:pt x="179" y="38625"/>
                    <a:pt x="0" y="38625"/>
                  </a:cubicBezTo>
                  <a:lnTo>
                    <a:pt x="0" y="35242"/>
                  </a:lnTo>
                  <a:cubicBezTo>
                    <a:pt x="179" y="35242"/>
                    <a:pt x="359" y="35216"/>
                    <a:pt x="513" y="35165"/>
                  </a:cubicBezTo>
                  <a:cubicBezTo>
                    <a:pt x="820" y="34960"/>
                    <a:pt x="1076" y="34729"/>
                    <a:pt x="1333" y="3449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162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4" name="Google Shape;302;p13"/>
            <p:cNvSpPr/>
            <p:nvPr/>
          </p:nvSpPr>
          <p:spPr>
            <a:xfrm flipV="1">
              <a:off x="5226120" y="522000"/>
              <a:ext cx="3917520" cy="4620960"/>
            </a:xfrm>
            <a:custGeom>
              <a:avLst/>
              <a:gdLst>
                <a:gd name="textAreaLeft" fmla="*/ 0 w 3917520"/>
                <a:gd name="textAreaRight" fmla="*/ 3917880 w 3917520"/>
                <a:gd name="textAreaTop" fmla="*/ 360 h 4620960"/>
                <a:gd name="textAreaBottom" fmla="*/ 4621680 h 4620960"/>
              </a:gdLst>
              <a:ahLst/>
              <a:cxnLst/>
              <a:rect l="textAreaLeft" t="textAreaTop" r="textAreaRight" b="textAreaBottom"/>
              <a:pathLst>
                <a:path w="121974" h="158086">
                  <a:moveTo>
                    <a:pt x="100009" y="157368"/>
                  </a:moveTo>
                  <a:cubicBezTo>
                    <a:pt x="96703" y="156856"/>
                    <a:pt x="93473" y="156061"/>
                    <a:pt x="90321" y="154959"/>
                  </a:cubicBezTo>
                  <a:cubicBezTo>
                    <a:pt x="88065" y="154190"/>
                    <a:pt x="85810" y="153370"/>
                    <a:pt x="83554" y="152498"/>
                  </a:cubicBezTo>
                  <a:cubicBezTo>
                    <a:pt x="78685" y="150679"/>
                    <a:pt x="73789" y="148885"/>
                    <a:pt x="68740" y="147424"/>
                  </a:cubicBezTo>
                  <a:cubicBezTo>
                    <a:pt x="65818" y="146578"/>
                    <a:pt x="62871" y="145758"/>
                    <a:pt x="59923" y="144938"/>
                  </a:cubicBezTo>
                  <a:cubicBezTo>
                    <a:pt x="58155" y="144425"/>
                    <a:pt x="56412" y="143810"/>
                    <a:pt x="54721" y="143041"/>
                  </a:cubicBezTo>
                  <a:cubicBezTo>
                    <a:pt x="50876" y="141298"/>
                    <a:pt x="48185" y="138709"/>
                    <a:pt x="46647" y="135326"/>
                  </a:cubicBezTo>
                  <a:cubicBezTo>
                    <a:pt x="46083" y="133994"/>
                    <a:pt x="45596" y="132635"/>
                    <a:pt x="45263" y="131251"/>
                  </a:cubicBezTo>
                  <a:cubicBezTo>
                    <a:pt x="44443" y="128124"/>
                    <a:pt x="43776" y="124997"/>
                    <a:pt x="43213" y="121819"/>
                  </a:cubicBezTo>
                  <a:cubicBezTo>
                    <a:pt x="42879" y="119871"/>
                    <a:pt x="42546" y="117924"/>
                    <a:pt x="42290" y="115950"/>
                  </a:cubicBezTo>
                  <a:cubicBezTo>
                    <a:pt x="41982" y="113515"/>
                    <a:pt x="41777" y="111080"/>
                    <a:pt x="41521" y="108646"/>
                  </a:cubicBezTo>
                  <a:cubicBezTo>
                    <a:pt x="41239" y="105698"/>
                    <a:pt x="40957" y="102725"/>
                    <a:pt x="40726" y="99752"/>
                  </a:cubicBezTo>
                  <a:cubicBezTo>
                    <a:pt x="40445" y="96010"/>
                    <a:pt x="40240" y="92242"/>
                    <a:pt x="40163" y="88500"/>
                  </a:cubicBezTo>
                  <a:cubicBezTo>
                    <a:pt x="39983" y="81247"/>
                    <a:pt x="40445" y="73994"/>
                    <a:pt x="41598" y="66843"/>
                  </a:cubicBezTo>
                  <a:cubicBezTo>
                    <a:pt x="41957" y="64357"/>
                    <a:pt x="42700" y="61922"/>
                    <a:pt x="43751" y="59641"/>
                  </a:cubicBezTo>
                  <a:cubicBezTo>
                    <a:pt x="44520" y="58052"/>
                    <a:pt x="45391" y="56488"/>
                    <a:pt x="46263" y="54925"/>
                  </a:cubicBezTo>
                  <a:cubicBezTo>
                    <a:pt x="47749" y="52362"/>
                    <a:pt x="49313" y="49799"/>
                    <a:pt x="50799" y="47236"/>
                  </a:cubicBezTo>
                  <a:cubicBezTo>
                    <a:pt x="52183" y="44852"/>
                    <a:pt x="53413" y="42392"/>
                    <a:pt x="54439" y="39855"/>
                  </a:cubicBezTo>
                  <a:cubicBezTo>
                    <a:pt x="55002" y="38573"/>
                    <a:pt x="55387" y="37215"/>
                    <a:pt x="55592" y="35831"/>
                  </a:cubicBezTo>
                  <a:cubicBezTo>
                    <a:pt x="55720" y="35113"/>
                    <a:pt x="55694" y="34395"/>
                    <a:pt x="55541" y="33678"/>
                  </a:cubicBezTo>
                  <a:cubicBezTo>
                    <a:pt x="55207" y="32473"/>
                    <a:pt x="54310" y="31756"/>
                    <a:pt x="52824" y="31627"/>
                  </a:cubicBezTo>
                  <a:cubicBezTo>
                    <a:pt x="52132" y="31551"/>
                    <a:pt x="51440" y="31576"/>
                    <a:pt x="50773" y="31679"/>
                  </a:cubicBezTo>
                  <a:cubicBezTo>
                    <a:pt x="49851" y="31807"/>
                    <a:pt x="48928" y="32012"/>
                    <a:pt x="48031" y="32268"/>
                  </a:cubicBezTo>
                  <a:cubicBezTo>
                    <a:pt x="46032" y="32832"/>
                    <a:pt x="44084" y="33524"/>
                    <a:pt x="42187" y="34344"/>
                  </a:cubicBezTo>
                  <a:cubicBezTo>
                    <a:pt x="39804" y="35318"/>
                    <a:pt x="37446" y="36343"/>
                    <a:pt x="35062" y="37317"/>
                  </a:cubicBezTo>
                  <a:cubicBezTo>
                    <a:pt x="32961" y="38163"/>
                    <a:pt x="30833" y="39009"/>
                    <a:pt x="28655" y="39752"/>
                  </a:cubicBezTo>
                  <a:cubicBezTo>
                    <a:pt x="26399" y="40572"/>
                    <a:pt x="24067" y="41136"/>
                    <a:pt x="21683" y="41418"/>
                  </a:cubicBezTo>
                  <a:cubicBezTo>
                    <a:pt x="16506" y="41956"/>
                    <a:pt x="12021" y="40752"/>
                    <a:pt x="8202" y="37804"/>
                  </a:cubicBezTo>
                  <a:cubicBezTo>
                    <a:pt x="6920" y="36779"/>
                    <a:pt x="5818" y="35574"/>
                    <a:pt x="4896" y="34242"/>
                  </a:cubicBezTo>
                  <a:cubicBezTo>
                    <a:pt x="3742" y="32576"/>
                    <a:pt x="2845" y="30782"/>
                    <a:pt x="2179" y="28885"/>
                  </a:cubicBezTo>
                  <a:cubicBezTo>
                    <a:pt x="846" y="25117"/>
                    <a:pt x="333" y="21273"/>
                    <a:pt x="154" y="17377"/>
                  </a:cubicBezTo>
                  <a:cubicBezTo>
                    <a:pt x="0" y="13148"/>
                    <a:pt x="257" y="8919"/>
                    <a:pt x="487" y="4690"/>
                  </a:cubicBezTo>
                  <a:cubicBezTo>
                    <a:pt x="564" y="3127"/>
                    <a:pt x="564" y="1563"/>
                    <a:pt x="590" y="0"/>
                  </a:cubicBezTo>
                  <a:lnTo>
                    <a:pt x="1717" y="0"/>
                  </a:lnTo>
                  <a:cubicBezTo>
                    <a:pt x="1692" y="1153"/>
                    <a:pt x="1717" y="2332"/>
                    <a:pt x="1641" y="3486"/>
                  </a:cubicBezTo>
                  <a:cubicBezTo>
                    <a:pt x="1512" y="6254"/>
                    <a:pt x="1333" y="9047"/>
                    <a:pt x="1179" y="11841"/>
                  </a:cubicBezTo>
                  <a:cubicBezTo>
                    <a:pt x="1000" y="14917"/>
                    <a:pt x="1102" y="18044"/>
                    <a:pt x="1461" y="21119"/>
                  </a:cubicBezTo>
                  <a:cubicBezTo>
                    <a:pt x="1717" y="23349"/>
                    <a:pt x="2179" y="25553"/>
                    <a:pt x="2871" y="27680"/>
                  </a:cubicBezTo>
                  <a:cubicBezTo>
                    <a:pt x="3640" y="30166"/>
                    <a:pt x="4870" y="32473"/>
                    <a:pt x="6510" y="34524"/>
                  </a:cubicBezTo>
                  <a:cubicBezTo>
                    <a:pt x="7792" y="36113"/>
                    <a:pt x="9407" y="37445"/>
                    <a:pt x="11252" y="38394"/>
                  </a:cubicBezTo>
                  <a:cubicBezTo>
                    <a:pt x="14148" y="39906"/>
                    <a:pt x="17429" y="40572"/>
                    <a:pt x="20684" y="40265"/>
                  </a:cubicBezTo>
                  <a:cubicBezTo>
                    <a:pt x="22709" y="40085"/>
                    <a:pt x="24682" y="39650"/>
                    <a:pt x="26604" y="39009"/>
                  </a:cubicBezTo>
                  <a:cubicBezTo>
                    <a:pt x="29014" y="38214"/>
                    <a:pt x="31372" y="37266"/>
                    <a:pt x="33627" y="36138"/>
                  </a:cubicBezTo>
                  <a:cubicBezTo>
                    <a:pt x="36626" y="34652"/>
                    <a:pt x="39599" y="33140"/>
                    <a:pt x="42597" y="31679"/>
                  </a:cubicBezTo>
                  <a:cubicBezTo>
                    <a:pt x="44955" y="30525"/>
                    <a:pt x="47313" y="29372"/>
                    <a:pt x="49723" y="28296"/>
                  </a:cubicBezTo>
                  <a:cubicBezTo>
                    <a:pt x="51184" y="27655"/>
                    <a:pt x="52721" y="27142"/>
                    <a:pt x="54259" y="26604"/>
                  </a:cubicBezTo>
                  <a:cubicBezTo>
                    <a:pt x="55361" y="26219"/>
                    <a:pt x="56515" y="25989"/>
                    <a:pt x="57668" y="25861"/>
                  </a:cubicBezTo>
                  <a:cubicBezTo>
                    <a:pt x="58386" y="25784"/>
                    <a:pt x="59103" y="25809"/>
                    <a:pt x="59821" y="25938"/>
                  </a:cubicBezTo>
                  <a:cubicBezTo>
                    <a:pt x="60923" y="26143"/>
                    <a:pt x="61641" y="26706"/>
                    <a:pt x="61923" y="27603"/>
                  </a:cubicBezTo>
                  <a:cubicBezTo>
                    <a:pt x="62076" y="28014"/>
                    <a:pt x="62153" y="28449"/>
                    <a:pt x="62153" y="28885"/>
                  </a:cubicBezTo>
                  <a:cubicBezTo>
                    <a:pt x="62128" y="29474"/>
                    <a:pt x="62076" y="30064"/>
                    <a:pt x="61948" y="30653"/>
                  </a:cubicBezTo>
                  <a:cubicBezTo>
                    <a:pt x="61564" y="32473"/>
                    <a:pt x="60795" y="34216"/>
                    <a:pt x="59949" y="35933"/>
                  </a:cubicBezTo>
                  <a:cubicBezTo>
                    <a:pt x="58437" y="39086"/>
                    <a:pt x="56694" y="42136"/>
                    <a:pt x="54951" y="45186"/>
                  </a:cubicBezTo>
                  <a:cubicBezTo>
                    <a:pt x="52824" y="48928"/>
                    <a:pt x="50671" y="52670"/>
                    <a:pt x="48595" y="56437"/>
                  </a:cubicBezTo>
                  <a:cubicBezTo>
                    <a:pt x="46852" y="59513"/>
                    <a:pt x="45494" y="62768"/>
                    <a:pt x="44520" y="66177"/>
                  </a:cubicBezTo>
                  <a:cubicBezTo>
                    <a:pt x="43161" y="71123"/>
                    <a:pt x="42316" y="76198"/>
                    <a:pt x="41982" y="81324"/>
                  </a:cubicBezTo>
                  <a:cubicBezTo>
                    <a:pt x="41700" y="86219"/>
                    <a:pt x="41752" y="91166"/>
                    <a:pt x="42111" y="96061"/>
                  </a:cubicBezTo>
                  <a:cubicBezTo>
                    <a:pt x="42316" y="99086"/>
                    <a:pt x="42597" y="102110"/>
                    <a:pt x="42931" y="105134"/>
                  </a:cubicBezTo>
                  <a:cubicBezTo>
                    <a:pt x="43238" y="108338"/>
                    <a:pt x="43623" y="111516"/>
                    <a:pt x="44084" y="114669"/>
                  </a:cubicBezTo>
                  <a:cubicBezTo>
                    <a:pt x="44699" y="119103"/>
                    <a:pt x="45647" y="123511"/>
                    <a:pt x="46878" y="127817"/>
                  </a:cubicBezTo>
                  <a:cubicBezTo>
                    <a:pt x="47390" y="129713"/>
                    <a:pt x="48057" y="131584"/>
                    <a:pt x="48877" y="133378"/>
                  </a:cubicBezTo>
                  <a:cubicBezTo>
                    <a:pt x="50492" y="136787"/>
                    <a:pt x="53157" y="139427"/>
                    <a:pt x="56976" y="141247"/>
                  </a:cubicBezTo>
                  <a:cubicBezTo>
                    <a:pt x="57950" y="141683"/>
                    <a:pt x="58898" y="142118"/>
                    <a:pt x="59923" y="142503"/>
                  </a:cubicBezTo>
                  <a:cubicBezTo>
                    <a:pt x="61333" y="143015"/>
                    <a:pt x="62768" y="143528"/>
                    <a:pt x="64204" y="143989"/>
                  </a:cubicBezTo>
                  <a:cubicBezTo>
                    <a:pt x="68817" y="145450"/>
                    <a:pt x="73431" y="146860"/>
                    <a:pt x="77941" y="148551"/>
                  </a:cubicBezTo>
                  <a:cubicBezTo>
                    <a:pt x="81171" y="149730"/>
                    <a:pt x="84451" y="150935"/>
                    <a:pt x="87706" y="152140"/>
                  </a:cubicBezTo>
                  <a:cubicBezTo>
                    <a:pt x="89859" y="152934"/>
                    <a:pt x="92038" y="153652"/>
                    <a:pt x="94268" y="154216"/>
                  </a:cubicBezTo>
                  <a:cubicBezTo>
                    <a:pt x="98727" y="155446"/>
                    <a:pt x="103341" y="155984"/>
                    <a:pt x="107954" y="155830"/>
                  </a:cubicBezTo>
                  <a:cubicBezTo>
                    <a:pt x="111261" y="155677"/>
                    <a:pt x="114567" y="155190"/>
                    <a:pt x="117796" y="154395"/>
                  </a:cubicBezTo>
                  <a:cubicBezTo>
                    <a:pt x="119206" y="154087"/>
                    <a:pt x="120616" y="153703"/>
                    <a:pt x="121974" y="153190"/>
                  </a:cubicBezTo>
                  <a:lnTo>
                    <a:pt x="121974" y="155266"/>
                  </a:lnTo>
                  <a:cubicBezTo>
                    <a:pt x="119308" y="156112"/>
                    <a:pt x="116566" y="156779"/>
                    <a:pt x="113824" y="157240"/>
                  </a:cubicBezTo>
                  <a:cubicBezTo>
                    <a:pt x="109236" y="158034"/>
                    <a:pt x="104571" y="158086"/>
                    <a:pt x="100009" y="15736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162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5" name="Google Shape;303;p13"/>
            <p:cNvSpPr/>
            <p:nvPr/>
          </p:nvSpPr>
          <p:spPr>
            <a:xfrm flipV="1">
              <a:off x="1080" y="-720"/>
              <a:ext cx="5097240" cy="4172040"/>
            </a:xfrm>
            <a:custGeom>
              <a:avLst/>
              <a:gdLst>
                <a:gd name="textAreaLeft" fmla="*/ 0 w 5097240"/>
                <a:gd name="textAreaRight" fmla="*/ 5097600 w 5097240"/>
                <a:gd name="textAreaTop" fmla="*/ -360 h 4172040"/>
                <a:gd name="textAreaBottom" fmla="*/ 4172040 h 4172040"/>
              </a:gdLst>
              <a:ahLst/>
              <a:cxnLst/>
              <a:rect l="textAreaLeft" t="textAreaTop" r="textAreaRight" b="textAreaBottom"/>
              <a:pathLst>
                <a:path w="158702" h="142734">
                  <a:moveTo>
                    <a:pt x="1256" y="436"/>
                  </a:moveTo>
                  <a:cubicBezTo>
                    <a:pt x="5331" y="2358"/>
                    <a:pt x="9329" y="4460"/>
                    <a:pt x="13123" y="6741"/>
                  </a:cubicBezTo>
                  <a:cubicBezTo>
                    <a:pt x="17403" y="9304"/>
                    <a:pt x="21606" y="11893"/>
                    <a:pt x="25810" y="14533"/>
                  </a:cubicBezTo>
                  <a:cubicBezTo>
                    <a:pt x="29295" y="16686"/>
                    <a:pt x="32781" y="18864"/>
                    <a:pt x="36446" y="20838"/>
                  </a:cubicBezTo>
                  <a:cubicBezTo>
                    <a:pt x="41239" y="23426"/>
                    <a:pt x="46288" y="25579"/>
                    <a:pt x="51491" y="27220"/>
                  </a:cubicBezTo>
                  <a:cubicBezTo>
                    <a:pt x="56079" y="28680"/>
                    <a:pt x="60795" y="29783"/>
                    <a:pt x="65716" y="30013"/>
                  </a:cubicBezTo>
                  <a:cubicBezTo>
                    <a:pt x="68766" y="30193"/>
                    <a:pt x="71841" y="29859"/>
                    <a:pt x="74789" y="29065"/>
                  </a:cubicBezTo>
                  <a:cubicBezTo>
                    <a:pt x="77890" y="28168"/>
                    <a:pt x="80786" y="26656"/>
                    <a:pt x="83272" y="24605"/>
                  </a:cubicBezTo>
                  <a:cubicBezTo>
                    <a:pt x="84913" y="23272"/>
                    <a:pt x="86476" y="21786"/>
                    <a:pt x="87886" y="20197"/>
                  </a:cubicBezTo>
                  <a:cubicBezTo>
                    <a:pt x="89500" y="18352"/>
                    <a:pt x="91089" y="16455"/>
                    <a:pt x="92678" y="14610"/>
                  </a:cubicBezTo>
                  <a:cubicBezTo>
                    <a:pt x="93960" y="13123"/>
                    <a:pt x="95241" y="11636"/>
                    <a:pt x="96574" y="10201"/>
                  </a:cubicBezTo>
                  <a:cubicBezTo>
                    <a:pt x="97728" y="8971"/>
                    <a:pt x="99035" y="7920"/>
                    <a:pt x="100496" y="7074"/>
                  </a:cubicBezTo>
                  <a:cubicBezTo>
                    <a:pt x="101546" y="6434"/>
                    <a:pt x="102725" y="5947"/>
                    <a:pt x="103930" y="5639"/>
                  </a:cubicBezTo>
                  <a:cubicBezTo>
                    <a:pt x="106006" y="5075"/>
                    <a:pt x="108236" y="5357"/>
                    <a:pt x="110107" y="6408"/>
                  </a:cubicBezTo>
                  <a:cubicBezTo>
                    <a:pt x="110696" y="6741"/>
                    <a:pt x="111260" y="7126"/>
                    <a:pt x="111773" y="7561"/>
                  </a:cubicBezTo>
                  <a:cubicBezTo>
                    <a:pt x="112644" y="8253"/>
                    <a:pt x="113439" y="9073"/>
                    <a:pt x="114105" y="9971"/>
                  </a:cubicBezTo>
                  <a:cubicBezTo>
                    <a:pt x="115028" y="11175"/>
                    <a:pt x="115874" y="12431"/>
                    <a:pt x="116566" y="13764"/>
                  </a:cubicBezTo>
                  <a:cubicBezTo>
                    <a:pt x="118360" y="17147"/>
                    <a:pt x="119821" y="20684"/>
                    <a:pt x="120923" y="24349"/>
                  </a:cubicBezTo>
                  <a:cubicBezTo>
                    <a:pt x="122819" y="30295"/>
                    <a:pt x="124203" y="36421"/>
                    <a:pt x="125075" y="42597"/>
                  </a:cubicBezTo>
                  <a:cubicBezTo>
                    <a:pt x="125562" y="45929"/>
                    <a:pt x="125844" y="49287"/>
                    <a:pt x="125946" y="52619"/>
                  </a:cubicBezTo>
                  <a:cubicBezTo>
                    <a:pt x="126126" y="57617"/>
                    <a:pt x="125972" y="62589"/>
                    <a:pt x="125818" y="67561"/>
                  </a:cubicBezTo>
                  <a:cubicBezTo>
                    <a:pt x="125639" y="72533"/>
                    <a:pt x="125972" y="77480"/>
                    <a:pt x="126843" y="82375"/>
                  </a:cubicBezTo>
                  <a:cubicBezTo>
                    <a:pt x="127459" y="85835"/>
                    <a:pt x="128766" y="89116"/>
                    <a:pt x="130714" y="92063"/>
                  </a:cubicBezTo>
                  <a:cubicBezTo>
                    <a:pt x="131457" y="93140"/>
                    <a:pt x="132174" y="94242"/>
                    <a:pt x="132918" y="95344"/>
                  </a:cubicBezTo>
                  <a:cubicBezTo>
                    <a:pt x="134353" y="97420"/>
                    <a:pt x="135378" y="99727"/>
                    <a:pt x="135968" y="102187"/>
                  </a:cubicBezTo>
                  <a:cubicBezTo>
                    <a:pt x="136506" y="104494"/>
                    <a:pt x="137019" y="106801"/>
                    <a:pt x="137506" y="109107"/>
                  </a:cubicBezTo>
                  <a:cubicBezTo>
                    <a:pt x="139171" y="116745"/>
                    <a:pt x="142503" y="123870"/>
                    <a:pt x="147450" y="130457"/>
                  </a:cubicBezTo>
                  <a:cubicBezTo>
                    <a:pt x="150808" y="134891"/>
                    <a:pt x="154575" y="138992"/>
                    <a:pt x="158702" y="142734"/>
                  </a:cubicBezTo>
                  <a:lnTo>
                    <a:pt x="155318" y="142734"/>
                  </a:lnTo>
                  <a:lnTo>
                    <a:pt x="153114" y="140453"/>
                  </a:lnTo>
                  <a:cubicBezTo>
                    <a:pt x="145656" y="132789"/>
                    <a:pt x="139915" y="124332"/>
                    <a:pt x="136275" y="114951"/>
                  </a:cubicBezTo>
                  <a:cubicBezTo>
                    <a:pt x="135378" y="112619"/>
                    <a:pt x="134507" y="110286"/>
                    <a:pt x="133661" y="107954"/>
                  </a:cubicBezTo>
                  <a:cubicBezTo>
                    <a:pt x="132661" y="105212"/>
                    <a:pt x="131354" y="102597"/>
                    <a:pt x="129740" y="100162"/>
                  </a:cubicBezTo>
                  <a:cubicBezTo>
                    <a:pt x="128817" y="98804"/>
                    <a:pt x="127945" y="97394"/>
                    <a:pt x="127100" y="95985"/>
                  </a:cubicBezTo>
                  <a:cubicBezTo>
                    <a:pt x="125331" y="93114"/>
                    <a:pt x="124152" y="89936"/>
                    <a:pt x="123640" y="86604"/>
                  </a:cubicBezTo>
                  <a:cubicBezTo>
                    <a:pt x="123230" y="83913"/>
                    <a:pt x="123024" y="81171"/>
                    <a:pt x="122999" y="78454"/>
                  </a:cubicBezTo>
                  <a:cubicBezTo>
                    <a:pt x="122896" y="73789"/>
                    <a:pt x="123178" y="69125"/>
                    <a:pt x="123511" y="64460"/>
                  </a:cubicBezTo>
                  <a:cubicBezTo>
                    <a:pt x="123793" y="60205"/>
                    <a:pt x="123973" y="55951"/>
                    <a:pt x="123845" y="51696"/>
                  </a:cubicBezTo>
                  <a:cubicBezTo>
                    <a:pt x="123768" y="48723"/>
                    <a:pt x="123537" y="45750"/>
                    <a:pt x="123127" y="42777"/>
                  </a:cubicBezTo>
                  <a:cubicBezTo>
                    <a:pt x="122691" y="39650"/>
                    <a:pt x="122102" y="36523"/>
                    <a:pt x="121359" y="33422"/>
                  </a:cubicBezTo>
                  <a:cubicBezTo>
                    <a:pt x="120461" y="29449"/>
                    <a:pt x="119231" y="25579"/>
                    <a:pt x="117719" y="21786"/>
                  </a:cubicBezTo>
                  <a:cubicBezTo>
                    <a:pt x="116694" y="19249"/>
                    <a:pt x="115438" y="16839"/>
                    <a:pt x="113951" y="14558"/>
                  </a:cubicBezTo>
                  <a:cubicBezTo>
                    <a:pt x="113208" y="13431"/>
                    <a:pt x="112337" y="12405"/>
                    <a:pt x="111388" y="11457"/>
                  </a:cubicBezTo>
                  <a:cubicBezTo>
                    <a:pt x="110620" y="10714"/>
                    <a:pt x="109748" y="10099"/>
                    <a:pt x="108825" y="9612"/>
                  </a:cubicBezTo>
                  <a:cubicBezTo>
                    <a:pt x="107236" y="8792"/>
                    <a:pt x="105442" y="8535"/>
                    <a:pt x="103699" y="8868"/>
                  </a:cubicBezTo>
                  <a:cubicBezTo>
                    <a:pt x="102777" y="9048"/>
                    <a:pt x="101880" y="9330"/>
                    <a:pt x="101059" y="9714"/>
                  </a:cubicBezTo>
                  <a:cubicBezTo>
                    <a:pt x="99881" y="10252"/>
                    <a:pt x="98804" y="10944"/>
                    <a:pt x="97830" y="11790"/>
                  </a:cubicBezTo>
                  <a:cubicBezTo>
                    <a:pt x="96651" y="12841"/>
                    <a:pt x="95472" y="13918"/>
                    <a:pt x="94396" y="15045"/>
                  </a:cubicBezTo>
                  <a:cubicBezTo>
                    <a:pt x="92935" y="16532"/>
                    <a:pt x="91602" y="18095"/>
                    <a:pt x="90167" y="19582"/>
                  </a:cubicBezTo>
                  <a:cubicBezTo>
                    <a:pt x="88731" y="21094"/>
                    <a:pt x="87296" y="22504"/>
                    <a:pt x="85810" y="23939"/>
                  </a:cubicBezTo>
                  <a:cubicBezTo>
                    <a:pt x="84502" y="25143"/>
                    <a:pt x="83093" y="26246"/>
                    <a:pt x="81555" y="27194"/>
                  </a:cubicBezTo>
                  <a:cubicBezTo>
                    <a:pt x="77890" y="29501"/>
                    <a:pt x="73738" y="30705"/>
                    <a:pt x="69150" y="30910"/>
                  </a:cubicBezTo>
                  <a:cubicBezTo>
                    <a:pt x="65408" y="31038"/>
                    <a:pt x="61666" y="30680"/>
                    <a:pt x="58001" y="29834"/>
                  </a:cubicBezTo>
                  <a:cubicBezTo>
                    <a:pt x="51747" y="28450"/>
                    <a:pt x="45673" y="26374"/>
                    <a:pt x="39855" y="23657"/>
                  </a:cubicBezTo>
                  <a:cubicBezTo>
                    <a:pt x="35754" y="21709"/>
                    <a:pt x="31756" y="19531"/>
                    <a:pt x="27886" y="17147"/>
                  </a:cubicBezTo>
                  <a:cubicBezTo>
                    <a:pt x="23452" y="14507"/>
                    <a:pt x="19069" y="11842"/>
                    <a:pt x="14609" y="9227"/>
                  </a:cubicBezTo>
                  <a:cubicBezTo>
                    <a:pt x="10560" y="6844"/>
                    <a:pt x="6356" y="4665"/>
                    <a:pt x="2076" y="2768"/>
                  </a:cubicBezTo>
                  <a:cubicBezTo>
                    <a:pt x="1615" y="2538"/>
                    <a:pt x="1128" y="2358"/>
                    <a:pt x="641" y="2153"/>
                  </a:cubicBezTo>
                  <a:cubicBezTo>
                    <a:pt x="436" y="2128"/>
                    <a:pt x="205" y="2102"/>
                    <a:pt x="0" y="2128"/>
                  </a:cubicBezTo>
                  <a:lnTo>
                    <a:pt x="0" y="52"/>
                  </a:lnTo>
                  <a:cubicBezTo>
                    <a:pt x="513" y="0"/>
                    <a:pt x="871" y="257"/>
                    <a:pt x="1256" y="436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162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6" name="Google Shape;304;p13"/>
            <p:cNvSpPr/>
            <p:nvPr/>
          </p:nvSpPr>
          <p:spPr>
            <a:xfrm flipV="1">
              <a:off x="1080" y="360"/>
              <a:ext cx="1171800" cy="764640"/>
            </a:xfrm>
            <a:custGeom>
              <a:avLst/>
              <a:gdLst>
                <a:gd name="textAreaLeft" fmla="*/ 0 w 1171800"/>
                <a:gd name="textAreaRight" fmla="*/ 1172160 w 1171800"/>
                <a:gd name="textAreaTop" fmla="*/ 360 h 764640"/>
                <a:gd name="textAreaBottom" fmla="*/ 765360 h 764640"/>
              </a:gdLst>
              <a:ahLst/>
              <a:cxnLst/>
              <a:rect l="textAreaLeft" t="textAreaTop" r="textAreaRight" b="textAreaBottom"/>
              <a:pathLst>
                <a:path w="36498" h="26169">
                  <a:moveTo>
                    <a:pt x="641" y="9355"/>
                  </a:moveTo>
                  <a:cubicBezTo>
                    <a:pt x="974" y="9150"/>
                    <a:pt x="1307" y="8945"/>
                    <a:pt x="1640" y="8740"/>
                  </a:cubicBezTo>
                  <a:cubicBezTo>
                    <a:pt x="4690" y="6766"/>
                    <a:pt x="7894" y="5023"/>
                    <a:pt x="11200" y="3511"/>
                  </a:cubicBezTo>
                  <a:cubicBezTo>
                    <a:pt x="13456" y="2435"/>
                    <a:pt x="15814" y="1563"/>
                    <a:pt x="18249" y="897"/>
                  </a:cubicBezTo>
                  <a:cubicBezTo>
                    <a:pt x="20478" y="282"/>
                    <a:pt x="22760" y="0"/>
                    <a:pt x="25066" y="51"/>
                  </a:cubicBezTo>
                  <a:cubicBezTo>
                    <a:pt x="26040" y="77"/>
                    <a:pt x="27014" y="179"/>
                    <a:pt x="27988" y="384"/>
                  </a:cubicBezTo>
                  <a:cubicBezTo>
                    <a:pt x="30577" y="948"/>
                    <a:pt x="32525" y="2179"/>
                    <a:pt x="33934" y="4050"/>
                  </a:cubicBezTo>
                  <a:cubicBezTo>
                    <a:pt x="34934" y="5485"/>
                    <a:pt x="35626" y="7100"/>
                    <a:pt x="35985" y="8817"/>
                  </a:cubicBezTo>
                  <a:cubicBezTo>
                    <a:pt x="36318" y="10406"/>
                    <a:pt x="36497" y="12020"/>
                    <a:pt x="36497" y="13661"/>
                  </a:cubicBezTo>
                  <a:cubicBezTo>
                    <a:pt x="36497" y="15967"/>
                    <a:pt x="36369" y="18300"/>
                    <a:pt x="36062" y="20581"/>
                  </a:cubicBezTo>
                  <a:cubicBezTo>
                    <a:pt x="35857" y="22247"/>
                    <a:pt x="35651" y="23887"/>
                    <a:pt x="35472" y="25527"/>
                  </a:cubicBezTo>
                  <a:cubicBezTo>
                    <a:pt x="35472" y="25758"/>
                    <a:pt x="35498" y="25963"/>
                    <a:pt x="35523" y="26168"/>
                  </a:cubicBezTo>
                  <a:lnTo>
                    <a:pt x="26425" y="26168"/>
                  </a:lnTo>
                  <a:cubicBezTo>
                    <a:pt x="26066" y="24400"/>
                    <a:pt x="25733" y="22606"/>
                    <a:pt x="25066" y="20863"/>
                  </a:cubicBezTo>
                  <a:cubicBezTo>
                    <a:pt x="24733" y="19991"/>
                    <a:pt x="24349" y="19146"/>
                    <a:pt x="23913" y="18325"/>
                  </a:cubicBezTo>
                  <a:cubicBezTo>
                    <a:pt x="23477" y="17582"/>
                    <a:pt x="22990" y="16916"/>
                    <a:pt x="22426" y="16301"/>
                  </a:cubicBezTo>
                  <a:cubicBezTo>
                    <a:pt x="20504" y="14250"/>
                    <a:pt x="17915" y="13456"/>
                    <a:pt x="14840" y="13661"/>
                  </a:cubicBezTo>
                  <a:cubicBezTo>
                    <a:pt x="12584" y="13840"/>
                    <a:pt x="10380" y="14353"/>
                    <a:pt x="8304" y="15199"/>
                  </a:cubicBezTo>
                  <a:cubicBezTo>
                    <a:pt x="6638" y="15839"/>
                    <a:pt x="4998" y="16583"/>
                    <a:pt x="3434" y="17403"/>
                  </a:cubicBezTo>
                  <a:cubicBezTo>
                    <a:pt x="2666" y="17813"/>
                    <a:pt x="1922" y="18223"/>
                    <a:pt x="1128" y="18607"/>
                  </a:cubicBezTo>
                  <a:cubicBezTo>
                    <a:pt x="769" y="18787"/>
                    <a:pt x="384" y="18889"/>
                    <a:pt x="0" y="19043"/>
                  </a:cubicBezTo>
                  <a:lnTo>
                    <a:pt x="0" y="9457"/>
                  </a:lnTo>
                  <a:cubicBezTo>
                    <a:pt x="205" y="9509"/>
                    <a:pt x="461" y="9483"/>
                    <a:pt x="641" y="935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162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7" name="Google Shape;305;p13"/>
            <p:cNvSpPr/>
            <p:nvPr/>
          </p:nvSpPr>
          <p:spPr>
            <a:xfrm flipV="1">
              <a:off x="8146800" y="2671920"/>
              <a:ext cx="996480" cy="1850400"/>
            </a:xfrm>
            <a:custGeom>
              <a:avLst/>
              <a:gdLst>
                <a:gd name="textAreaLeft" fmla="*/ 0 w 996480"/>
                <a:gd name="textAreaRight" fmla="*/ 996840 w 996480"/>
                <a:gd name="textAreaTop" fmla="*/ 360 h 1850400"/>
                <a:gd name="textAreaBottom" fmla="*/ 1851120 h 1850400"/>
              </a:gdLst>
              <a:ahLst/>
              <a:cxnLst/>
              <a:rect l="textAreaLeft" t="textAreaTop" r="textAreaRight" b="textAreaBottom"/>
              <a:pathLst>
                <a:path w="31039" h="63307">
                  <a:moveTo>
                    <a:pt x="20172" y="62948"/>
                  </a:moveTo>
                  <a:cubicBezTo>
                    <a:pt x="16660" y="62537"/>
                    <a:pt x="13303" y="61615"/>
                    <a:pt x="10381" y="59872"/>
                  </a:cubicBezTo>
                  <a:cubicBezTo>
                    <a:pt x="6050" y="57283"/>
                    <a:pt x="3128" y="53874"/>
                    <a:pt x="1641" y="49620"/>
                  </a:cubicBezTo>
                  <a:cubicBezTo>
                    <a:pt x="513" y="46288"/>
                    <a:pt x="1" y="42802"/>
                    <a:pt x="129" y="39317"/>
                  </a:cubicBezTo>
                  <a:cubicBezTo>
                    <a:pt x="283" y="34985"/>
                    <a:pt x="1564" y="30884"/>
                    <a:pt x="3615" y="26937"/>
                  </a:cubicBezTo>
                  <a:cubicBezTo>
                    <a:pt x="5998" y="22350"/>
                    <a:pt x="9202" y="18198"/>
                    <a:pt x="12995" y="14327"/>
                  </a:cubicBezTo>
                  <a:cubicBezTo>
                    <a:pt x="17327" y="9970"/>
                    <a:pt x="22043" y="6023"/>
                    <a:pt x="27066" y="2486"/>
                  </a:cubicBezTo>
                  <a:cubicBezTo>
                    <a:pt x="28194" y="1692"/>
                    <a:pt x="29373" y="974"/>
                    <a:pt x="30552" y="205"/>
                  </a:cubicBezTo>
                  <a:cubicBezTo>
                    <a:pt x="30706" y="128"/>
                    <a:pt x="30860" y="52"/>
                    <a:pt x="31039" y="0"/>
                  </a:cubicBezTo>
                  <a:lnTo>
                    <a:pt x="31039" y="2640"/>
                  </a:lnTo>
                  <a:cubicBezTo>
                    <a:pt x="30936" y="2691"/>
                    <a:pt x="30834" y="2743"/>
                    <a:pt x="30757" y="2794"/>
                  </a:cubicBezTo>
                  <a:cubicBezTo>
                    <a:pt x="27425" y="5024"/>
                    <a:pt x="24221" y="7484"/>
                    <a:pt x="21171" y="10124"/>
                  </a:cubicBezTo>
                  <a:cubicBezTo>
                    <a:pt x="17660" y="13097"/>
                    <a:pt x="14508" y="16455"/>
                    <a:pt x="11765" y="20120"/>
                  </a:cubicBezTo>
                  <a:cubicBezTo>
                    <a:pt x="9407" y="23349"/>
                    <a:pt x="7485" y="26758"/>
                    <a:pt x="6357" y="30423"/>
                  </a:cubicBezTo>
                  <a:cubicBezTo>
                    <a:pt x="4461" y="36446"/>
                    <a:pt x="5332" y="42213"/>
                    <a:pt x="8818" y="47723"/>
                  </a:cubicBezTo>
                  <a:cubicBezTo>
                    <a:pt x="10022" y="49646"/>
                    <a:pt x="11586" y="51337"/>
                    <a:pt x="13405" y="52696"/>
                  </a:cubicBezTo>
                  <a:cubicBezTo>
                    <a:pt x="15917" y="54515"/>
                    <a:pt x="18813" y="55669"/>
                    <a:pt x="22043" y="56361"/>
                  </a:cubicBezTo>
                  <a:cubicBezTo>
                    <a:pt x="24298" y="56822"/>
                    <a:pt x="26579" y="57104"/>
                    <a:pt x="28886" y="57206"/>
                  </a:cubicBezTo>
                  <a:lnTo>
                    <a:pt x="31039" y="57335"/>
                  </a:lnTo>
                  <a:lnTo>
                    <a:pt x="31039" y="62768"/>
                  </a:lnTo>
                  <a:cubicBezTo>
                    <a:pt x="30860" y="62819"/>
                    <a:pt x="30680" y="62871"/>
                    <a:pt x="30501" y="62896"/>
                  </a:cubicBezTo>
                  <a:cubicBezTo>
                    <a:pt x="27066" y="63306"/>
                    <a:pt x="23606" y="63306"/>
                    <a:pt x="20172" y="6294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162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8" name="Google Shape;306;p13"/>
            <p:cNvSpPr/>
            <p:nvPr/>
          </p:nvSpPr>
          <p:spPr>
            <a:xfrm flipV="1">
              <a:off x="0" y="-720"/>
              <a:ext cx="3094200" cy="2824920"/>
            </a:xfrm>
            <a:custGeom>
              <a:avLst/>
              <a:gdLst>
                <a:gd name="textAreaLeft" fmla="*/ 0 w 3094200"/>
                <a:gd name="textAreaRight" fmla="*/ 3094560 w 3094200"/>
                <a:gd name="textAreaTop" fmla="*/ -360 h 2824920"/>
                <a:gd name="textAreaBottom" fmla="*/ 2824920 h 2824920"/>
              </a:gdLst>
              <a:ahLst/>
              <a:cxnLst/>
              <a:rect l="textAreaLeft" t="textAreaTop" r="textAreaRight" b="textAreaBottom"/>
              <a:pathLst>
                <a:path w="96344" h="96651">
                  <a:moveTo>
                    <a:pt x="436" y="22093"/>
                  </a:moveTo>
                  <a:cubicBezTo>
                    <a:pt x="564" y="21837"/>
                    <a:pt x="667" y="21581"/>
                    <a:pt x="769" y="21299"/>
                  </a:cubicBezTo>
                  <a:cubicBezTo>
                    <a:pt x="1692" y="18582"/>
                    <a:pt x="2897" y="15968"/>
                    <a:pt x="4357" y="13507"/>
                  </a:cubicBezTo>
                  <a:cubicBezTo>
                    <a:pt x="5767" y="11149"/>
                    <a:pt x="7459" y="9022"/>
                    <a:pt x="9432" y="7177"/>
                  </a:cubicBezTo>
                  <a:cubicBezTo>
                    <a:pt x="12277" y="4485"/>
                    <a:pt x="15763" y="2614"/>
                    <a:pt x="19889" y="1564"/>
                  </a:cubicBezTo>
                  <a:cubicBezTo>
                    <a:pt x="21555" y="1128"/>
                    <a:pt x="23273" y="795"/>
                    <a:pt x="24990" y="564"/>
                  </a:cubicBezTo>
                  <a:cubicBezTo>
                    <a:pt x="27886" y="205"/>
                    <a:pt x="30782" y="26"/>
                    <a:pt x="33704" y="26"/>
                  </a:cubicBezTo>
                  <a:cubicBezTo>
                    <a:pt x="39035" y="0"/>
                    <a:pt x="44315" y="359"/>
                    <a:pt x="49620" y="667"/>
                  </a:cubicBezTo>
                  <a:cubicBezTo>
                    <a:pt x="53337" y="897"/>
                    <a:pt x="57027" y="1128"/>
                    <a:pt x="60744" y="1307"/>
                  </a:cubicBezTo>
                  <a:cubicBezTo>
                    <a:pt x="65024" y="1512"/>
                    <a:pt x="69304" y="1589"/>
                    <a:pt x="73610" y="1615"/>
                  </a:cubicBezTo>
                  <a:cubicBezTo>
                    <a:pt x="76481" y="1615"/>
                    <a:pt x="79377" y="1666"/>
                    <a:pt x="82247" y="1743"/>
                  </a:cubicBezTo>
                  <a:cubicBezTo>
                    <a:pt x="83913" y="1769"/>
                    <a:pt x="85579" y="1948"/>
                    <a:pt x="87194" y="2307"/>
                  </a:cubicBezTo>
                  <a:cubicBezTo>
                    <a:pt x="89962" y="2948"/>
                    <a:pt x="91910" y="4357"/>
                    <a:pt x="93012" y="6587"/>
                  </a:cubicBezTo>
                  <a:cubicBezTo>
                    <a:pt x="93576" y="7792"/>
                    <a:pt x="93960" y="9073"/>
                    <a:pt x="94088" y="10406"/>
                  </a:cubicBezTo>
                  <a:cubicBezTo>
                    <a:pt x="94319" y="12482"/>
                    <a:pt x="94294" y="14609"/>
                    <a:pt x="93986" y="16685"/>
                  </a:cubicBezTo>
                  <a:cubicBezTo>
                    <a:pt x="93602" y="19761"/>
                    <a:pt x="93115" y="22836"/>
                    <a:pt x="92628" y="25912"/>
                  </a:cubicBezTo>
                  <a:cubicBezTo>
                    <a:pt x="92038" y="29577"/>
                    <a:pt x="91525" y="33242"/>
                    <a:pt x="91167" y="36933"/>
                  </a:cubicBezTo>
                  <a:cubicBezTo>
                    <a:pt x="90757" y="40983"/>
                    <a:pt x="90577" y="45058"/>
                    <a:pt x="90577" y="49133"/>
                  </a:cubicBezTo>
                  <a:cubicBezTo>
                    <a:pt x="90577" y="51465"/>
                    <a:pt x="90654" y="53823"/>
                    <a:pt x="90782" y="56181"/>
                  </a:cubicBezTo>
                  <a:cubicBezTo>
                    <a:pt x="90910" y="58513"/>
                    <a:pt x="91090" y="60923"/>
                    <a:pt x="91346" y="63306"/>
                  </a:cubicBezTo>
                  <a:cubicBezTo>
                    <a:pt x="91551" y="65510"/>
                    <a:pt x="91807" y="67715"/>
                    <a:pt x="92141" y="69919"/>
                  </a:cubicBezTo>
                  <a:cubicBezTo>
                    <a:pt x="92525" y="72661"/>
                    <a:pt x="92935" y="75404"/>
                    <a:pt x="93371" y="78120"/>
                  </a:cubicBezTo>
                  <a:cubicBezTo>
                    <a:pt x="93858" y="81170"/>
                    <a:pt x="94396" y="84220"/>
                    <a:pt x="94883" y="87245"/>
                  </a:cubicBezTo>
                  <a:cubicBezTo>
                    <a:pt x="95396" y="90372"/>
                    <a:pt x="95857" y="93524"/>
                    <a:pt x="96344" y="96651"/>
                  </a:cubicBezTo>
                  <a:lnTo>
                    <a:pt x="93627" y="96651"/>
                  </a:lnTo>
                  <a:cubicBezTo>
                    <a:pt x="93627" y="96446"/>
                    <a:pt x="93627" y="96215"/>
                    <a:pt x="93602" y="96010"/>
                  </a:cubicBezTo>
                  <a:cubicBezTo>
                    <a:pt x="93191" y="91269"/>
                    <a:pt x="92551" y="86527"/>
                    <a:pt x="91936" y="81811"/>
                  </a:cubicBezTo>
                  <a:cubicBezTo>
                    <a:pt x="91525" y="78659"/>
                    <a:pt x="91064" y="75532"/>
                    <a:pt x="90705" y="72379"/>
                  </a:cubicBezTo>
                  <a:cubicBezTo>
                    <a:pt x="90321" y="69124"/>
                    <a:pt x="90013" y="65895"/>
                    <a:pt x="89680" y="62640"/>
                  </a:cubicBezTo>
                  <a:cubicBezTo>
                    <a:pt x="89321" y="58924"/>
                    <a:pt x="89193" y="55207"/>
                    <a:pt x="89116" y="51465"/>
                  </a:cubicBezTo>
                  <a:cubicBezTo>
                    <a:pt x="89065" y="47749"/>
                    <a:pt x="89219" y="43956"/>
                    <a:pt x="89475" y="40214"/>
                  </a:cubicBezTo>
                  <a:cubicBezTo>
                    <a:pt x="89706" y="36805"/>
                    <a:pt x="90065" y="33396"/>
                    <a:pt x="90500" y="30013"/>
                  </a:cubicBezTo>
                  <a:cubicBezTo>
                    <a:pt x="90936" y="26399"/>
                    <a:pt x="91449" y="22785"/>
                    <a:pt x="91910" y="19171"/>
                  </a:cubicBezTo>
                  <a:cubicBezTo>
                    <a:pt x="92217" y="16890"/>
                    <a:pt x="92269" y="14558"/>
                    <a:pt x="92038" y="12226"/>
                  </a:cubicBezTo>
                  <a:cubicBezTo>
                    <a:pt x="91910" y="11047"/>
                    <a:pt x="91602" y="9868"/>
                    <a:pt x="91141" y="8766"/>
                  </a:cubicBezTo>
                  <a:cubicBezTo>
                    <a:pt x="90167" y="6613"/>
                    <a:pt x="88399" y="5101"/>
                    <a:pt x="85759" y="4357"/>
                  </a:cubicBezTo>
                  <a:cubicBezTo>
                    <a:pt x="84964" y="4101"/>
                    <a:pt x="84144" y="3922"/>
                    <a:pt x="83324" y="3768"/>
                  </a:cubicBezTo>
                  <a:cubicBezTo>
                    <a:pt x="80889" y="3435"/>
                    <a:pt x="78428" y="3230"/>
                    <a:pt x="75968" y="3204"/>
                  </a:cubicBezTo>
                  <a:cubicBezTo>
                    <a:pt x="71406" y="3101"/>
                    <a:pt x="66844" y="2999"/>
                    <a:pt x="62307" y="2871"/>
                  </a:cubicBezTo>
                  <a:cubicBezTo>
                    <a:pt x="57335" y="2717"/>
                    <a:pt x="52363" y="2538"/>
                    <a:pt x="47416" y="2358"/>
                  </a:cubicBezTo>
                  <a:cubicBezTo>
                    <a:pt x="42598" y="2204"/>
                    <a:pt x="37779" y="2153"/>
                    <a:pt x="32961" y="2486"/>
                  </a:cubicBezTo>
                  <a:cubicBezTo>
                    <a:pt x="29654" y="2666"/>
                    <a:pt x="26348" y="3153"/>
                    <a:pt x="23144" y="3973"/>
                  </a:cubicBezTo>
                  <a:cubicBezTo>
                    <a:pt x="18915" y="5049"/>
                    <a:pt x="15225" y="6843"/>
                    <a:pt x="12175" y="9483"/>
                  </a:cubicBezTo>
                  <a:cubicBezTo>
                    <a:pt x="10201" y="11226"/>
                    <a:pt x="8484" y="13225"/>
                    <a:pt x="7049" y="15455"/>
                  </a:cubicBezTo>
                  <a:cubicBezTo>
                    <a:pt x="5716" y="17531"/>
                    <a:pt x="4563" y="19761"/>
                    <a:pt x="3640" y="22093"/>
                  </a:cubicBezTo>
                  <a:cubicBezTo>
                    <a:pt x="2717" y="24451"/>
                    <a:pt x="1820" y="26809"/>
                    <a:pt x="897" y="29167"/>
                  </a:cubicBezTo>
                  <a:cubicBezTo>
                    <a:pt x="769" y="29526"/>
                    <a:pt x="615" y="29885"/>
                    <a:pt x="436" y="30218"/>
                  </a:cubicBezTo>
                  <a:cubicBezTo>
                    <a:pt x="359" y="30320"/>
                    <a:pt x="154" y="30397"/>
                    <a:pt x="0" y="30474"/>
                  </a:cubicBezTo>
                  <a:lnTo>
                    <a:pt x="0" y="22375"/>
                  </a:lnTo>
                  <a:cubicBezTo>
                    <a:pt x="180" y="22298"/>
                    <a:pt x="359" y="22221"/>
                    <a:pt x="436" y="22093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162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9" name="Google Shape;307;p13"/>
            <p:cNvSpPr/>
            <p:nvPr/>
          </p:nvSpPr>
          <p:spPr>
            <a:xfrm flipV="1">
              <a:off x="1080" y="360"/>
              <a:ext cx="2795400" cy="2610720"/>
            </a:xfrm>
            <a:custGeom>
              <a:avLst/>
              <a:gdLst>
                <a:gd name="textAreaLeft" fmla="*/ 0 w 2795400"/>
                <a:gd name="textAreaRight" fmla="*/ 2795760 w 2795400"/>
                <a:gd name="textAreaTop" fmla="*/ 360 h 2610720"/>
                <a:gd name="textAreaBottom" fmla="*/ 2611440 h 2610720"/>
              </a:gdLst>
              <a:ahLst/>
              <a:cxnLst/>
              <a:rect l="textAreaLeft" t="textAreaTop" r="textAreaRight" b="textAreaBottom"/>
              <a:pathLst>
                <a:path w="87040" h="89322">
                  <a:moveTo>
                    <a:pt x="948" y="33499"/>
                  </a:moveTo>
                  <a:cubicBezTo>
                    <a:pt x="3511" y="30244"/>
                    <a:pt x="5869" y="26784"/>
                    <a:pt x="7997" y="23196"/>
                  </a:cubicBezTo>
                  <a:cubicBezTo>
                    <a:pt x="9047" y="21351"/>
                    <a:pt x="10098" y="19531"/>
                    <a:pt x="11200" y="17711"/>
                  </a:cubicBezTo>
                  <a:cubicBezTo>
                    <a:pt x="12456" y="15558"/>
                    <a:pt x="13943" y="13533"/>
                    <a:pt x="15583" y="11662"/>
                  </a:cubicBezTo>
                  <a:cubicBezTo>
                    <a:pt x="19069" y="7818"/>
                    <a:pt x="23528" y="4999"/>
                    <a:pt x="28962" y="3204"/>
                  </a:cubicBezTo>
                  <a:cubicBezTo>
                    <a:pt x="31858" y="2282"/>
                    <a:pt x="34806" y="1615"/>
                    <a:pt x="37830" y="1180"/>
                  </a:cubicBezTo>
                  <a:cubicBezTo>
                    <a:pt x="42520" y="513"/>
                    <a:pt x="47236" y="154"/>
                    <a:pt x="51978" y="103"/>
                  </a:cubicBezTo>
                  <a:cubicBezTo>
                    <a:pt x="56335" y="1"/>
                    <a:pt x="60692" y="26"/>
                    <a:pt x="65075" y="52"/>
                  </a:cubicBezTo>
                  <a:cubicBezTo>
                    <a:pt x="68125" y="78"/>
                    <a:pt x="71200" y="257"/>
                    <a:pt x="74250" y="616"/>
                  </a:cubicBezTo>
                  <a:cubicBezTo>
                    <a:pt x="76173" y="795"/>
                    <a:pt x="78044" y="1180"/>
                    <a:pt x="79863" y="1769"/>
                  </a:cubicBezTo>
                  <a:cubicBezTo>
                    <a:pt x="82862" y="2769"/>
                    <a:pt x="84887" y="4537"/>
                    <a:pt x="85861" y="7075"/>
                  </a:cubicBezTo>
                  <a:cubicBezTo>
                    <a:pt x="86373" y="8407"/>
                    <a:pt x="86681" y="9817"/>
                    <a:pt x="86758" y="11252"/>
                  </a:cubicBezTo>
                  <a:cubicBezTo>
                    <a:pt x="87040" y="14943"/>
                    <a:pt x="86707" y="18634"/>
                    <a:pt x="86450" y="22324"/>
                  </a:cubicBezTo>
                  <a:cubicBezTo>
                    <a:pt x="86194" y="25656"/>
                    <a:pt x="85886" y="29014"/>
                    <a:pt x="85681" y="32346"/>
                  </a:cubicBezTo>
                  <a:cubicBezTo>
                    <a:pt x="85323" y="37882"/>
                    <a:pt x="85169" y="43444"/>
                    <a:pt x="85297" y="48980"/>
                  </a:cubicBezTo>
                  <a:cubicBezTo>
                    <a:pt x="85374" y="53875"/>
                    <a:pt x="85630" y="58745"/>
                    <a:pt x="85886" y="63640"/>
                  </a:cubicBezTo>
                  <a:cubicBezTo>
                    <a:pt x="86092" y="67484"/>
                    <a:pt x="86348" y="71329"/>
                    <a:pt x="86527" y="75173"/>
                  </a:cubicBezTo>
                  <a:cubicBezTo>
                    <a:pt x="86784" y="79710"/>
                    <a:pt x="86732" y="84246"/>
                    <a:pt x="86425" y="88783"/>
                  </a:cubicBezTo>
                  <a:cubicBezTo>
                    <a:pt x="86450" y="88962"/>
                    <a:pt x="86476" y="89142"/>
                    <a:pt x="86527" y="89321"/>
                  </a:cubicBezTo>
                  <a:lnTo>
                    <a:pt x="83580" y="89321"/>
                  </a:lnTo>
                  <a:cubicBezTo>
                    <a:pt x="83605" y="88886"/>
                    <a:pt x="83605" y="88450"/>
                    <a:pt x="83657" y="88014"/>
                  </a:cubicBezTo>
                  <a:cubicBezTo>
                    <a:pt x="83836" y="85810"/>
                    <a:pt x="84118" y="83580"/>
                    <a:pt x="84221" y="81376"/>
                  </a:cubicBezTo>
                  <a:cubicBezTo>
                    <a:pt x="84502" y="75814"/>
                    <a:pt x="84323" y="70278"/>
                    <a:pt x="84144" y="64742"/>
                  </a:cubicBezTo>
                  <a:cubicBezTo>
                    <a:pt x="84041" y="61385"/>
                    <a:pt x="83913" y="58053"/>
                    <a:pt x="83836" y="54695"/>
                  </a:cubicBezTo>
                  <a:cubicBezTo>
                    <a:pt x="83657" y="47083"/>
                    <a:pt x="83708" y="39471"/>
                    <a:pt x="84195" y="31859"/>
                  </a:cubicBezTo>
                  <a:cubicBezTo>
                    <a:pt x="84451" y="28296"/>
                    <a:pt x="84605" y="24734"/>
                    <a:pt x="84810" y="21171"/>
                  </a:cubicBezTo>
                  <a:cubicBezTo>
                    <a:pt x="84989" y="18557"/>
                    <a:pt x="84938" y="15968"/>
                    <a:pt x="84707" y="13380"/>
                  </a:cubicBezTo>
                  <a:cubicBezTo>
                    <a:pt x="84554" y="11842"/>
                    <a:pt x="84195" y="10355"/>
                    <a:pt x="83631" y="8946"/>
                  </a:cubicBezTo>
                  <a:cubicBezTo>
                    <a:pt x="82580" y="6562"/>
                    <a:pt x="80658" y="4845"/>
                    <a:pt x="77839" y="3820"/>
                  </a:cubicBezTo>
                  <a:cubicBezTo>
                    <a:pt x="76660" y="3410"/>
                    <a:pt x="75481" y="3076"/>
                    <a:pt x="74276" y="2846"/>
                  </a:cubicBezTo>
                  <a:cubicBezTo>
                    <a:pt x="71124" y="2282"/>
                    <a:pt x="67971" y="2000"/>
                    <a:pt x="64793" y="1974"/>
                  </a:cubicBezTo>
                  <a:cubicBezTo>
                    <a:pt x="57770" y="1769"/>
                    <a:pt x="50748" y="2051"/>
                    <a:pt x="43776" y="2871"/>
                  </a:cubicBezTo>
                  <a:cubicBezTo>
                    <a:pt x="40444" y="3230"/>
                    <a:pt x="37164" y="3871"/>
                    <a:pt x="33934" y="4768"/>
                  </a:cubicBezTo>
                  <a:cubicBezTo>
                    <a:pt x="28731" y="6229"/>
                    <a:pt x="24144" y="8484"/>
                    <a:pt x="20350" y="11765"/>
                  </a:cubicBezTo>
                  <a:cubicBezTo>
                    <a:pt x="18223" y="13636"/>
                    <a:pt x="16301" y="15763"/>
                    <a:pt x="14660" y="18095"/>
                  </a:cubicBezTo>
                  <a:cubicBezTo>
                    <a:pt x="13379" y="19864"/>
                    <a:pt x="12174" y="21684"/>
                    <a:pt x="10944" y="23478"/>
                  </a:cubicBezTo>
                  <a:cubicBezTo>
                    <a:pt x="7971" y="27912"/>
                    <a:pt x="4716" y="32141"/>
                    <a:pt x="1205" y="36165"/>
                  </a:cubicBezTo>
                  <a:cubicBezTo>
                    <a:pt x="974" y="36421"/>
                    <a:pt x="743" y="36677"/>
                    <a:pt x="513" y="36908"/>
                  </a:cubicBezTo>
                  <a:cubicBezTo>
                    <a:pt x="333" y="36985"/>
                    <a:pt x="179" y="37036"/>
                    <a:pt x="0" y="37062"/>
                  </a:cubicBezTo>
                  <a:lnTo>
                    <a:pt x="0" y="34242"/>
                  </a:lnTo>
                  <a:cubicBezTo>
                    <a:pt x="564" y="34217"/>
                    <a:pt x="692" y="33807"/>
                    <a:pt x="948" y="3349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162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80" name="Google Shape;308;p13"/>
            <p:cNvSpPr/>
            <p:nvPr/>
          </p:nvSpPr>
          <p:spPr>
            <a:xfrm flipV="1">
              <a:off x="1080" y="360"/>
              <a:ext cx="1479960" cy="1058400"/>
            </a:xfrm>
            <a:custGeom>
              <a:avLst/>
              <a:gdLst>
                <a:gd name="textAreaLeft" fmla="*/ 0 w 1479960"/>
                <a:gd name="textAreaRight" fmla="*/ 1480320 w 1479960"/>
                <a:gd name="textAreaTop" fmla="*/ 360 h 1058400"/>
                <a:gd name="textAreaBottom" fmla="*/ 1059120 h 1058400"/>
              </a:gdLst>
              <a:ahLst/>
              <a:cxnLst/>
              <a:rect l="textAreaLeft" t="textAreaTop" r="textAreaRight" b="textAreaBottom"/>
              <a:pathLst>
                <a:path w="46083" h="36216">
                  <a:moveTo>
                    <a:pt x="11149" y="6818"/>
                  </a:moveTo>
                  <a:cubicBezTo>
                    <a:pt x="13994" y="5357"/>
                    <a:pt x="16916" y="4101"/>
                    <a:pt x="19940" y="3050"/>
                  </a:cubicBezTo>
                  <a:cubicBezTo>
                    <a:pt x="23785" y="1717"/>
                    <a:pt x="27757" y="641"/>
                    <a:pt x="31935" y="231"/>
                  </a:cubicBezTo>
                  <a:cubicBezTo>
                    <a:pt x="33806" y="0"/>
                    <a:pt x="35703" y="26"/>
                    <a:pt x="37599" y="308"/>
                  </a:cubicBezTo>
                  <a:cubicBezTo>
                    <a:pt x="40265" y="769"/>
                    <a:pt x="42315" y="1948"/>
                    <a:pt x="43725" y="3896"/>
                  </a:cubicBezTo>
                  <a:cubicBezTo>
                    <a:pt x="44314" y="4742"/>
                    <a:pt x="44776" y="5664"/>
                    <a:pt x="45109" y="6664"/>
                  </a:cubicBezTo>
                  <a:cubicBezTo>
                    <a:pt x="45622" y="8330"/>
                    <a:pt x="45929" y="10098"/>
                    <a:pt x="45980" y="11867"/>
                  </a:cubicBezTo>
                  <a:cubicBezTo>
                    <a:pt x="46083" y="14635"/>
                    <a:pt x="45929" y="17454"/>
                    <a:pt x="45468" y="20196"/>
                  </a:cubicBezTo>
                  <a:cubicBezTo>
                    <a:pt x="44904" y="23887"/>
                    <a:pt x="44109" y="27501"/>
                    <a:pt x="43110" y="31089"/>
                  </a:cubicBezTo>
                  <a:cubicBezTo>
                    <a:pt x="42725" y="32473"/>
                    <a:pt x="42341" y="33832"/>
                    <a:pt x="41982" y="35216"/>
                  </a:cubicBezTo>
                  <a:cubicBezTo>
                    <a:pt x="41905" y="35523"/>
                    <a:pt x="41649" y="35856"/>
                    <a:pt x="41905" y="36215"/>
                  </a:cubicBezTo>
                  <a:lnTo>
                    <a:pt x="38701" y="36215"/>
                  </a:lnTo>
                  <a:cubicBezTo>
                    <a:pt x="38804" y="35600"/>
                    <a:pt x="38881" y="34959"/>
                    <a:pt x="39009" y="34370"/>
                  </a:cubicBezTo>
                  <a:cubicBezTo>
                    <a:pt x="39752" y="31140"/>
                    <a:pt x="40444" y="27885"/>
                    <a:pt x="40880" y="24630"/>
                  </a:cubicBezTo>
                  <a:cubicBezTo>
                    <a:pt x="41264" y="21683"/>
                    <a:pt x="41495" y="18710"/>
                    <a:pt x="41188" y="15737"/>
                  </a:cubicBezTo>
                  <a:cubicBezTo>
                    <a:pt x="41085" y="14276"/>
                    <a:pt x="40777" y="12866"/>
                    <a:pt x="40291" y="11508"/>
                  </a:cubicBezTo>
                  <a:cubicBezTo>
                    <a:pt x="40009" y="10790"/>
                    <a:pt x="39650" y="10098"/>
                    <a:pt x="39240" y="9432"/>
                  </a:cubicBezTo>
                  <a:cubicBezTo>
                    <a:pt x="37779" y="7074"/>
                    <a:pt x="35395" y="5690"/>
                    <a:pt x="32268" y="5203"/>
                  </a:cubicBezTo>
                  <a:cubicBezTo>
                    <a:pt x="30423" y="4947"/>
                    <a:pt x="28552" y="4921"/>
                    <a:pt x="26707" y="5126"/>
                  </a:cubicBezTo>
                  <a:cubicBezTo>
                    <a:pt x="22554" y="5562"/>
                    <a:pt x="18505" y="6664"/>
                    <a:pt x="14660" y="8330"/>
                  </a:cubicBezTo>
                  <a:cubicBezTo>
                    <a:pt x="10944" y="9919"/>
                    <a:pt x="7356" y="11790"/>
                    <a:pt x="3896" y="13917"/>
                  </a:cubicBezTo>
                  <a:cubicBezTo>
                    <a:pt x="2896" y="14532"/>
                    <a:pt x="1922" y="15173"/>
                    <a:pt x="923" y="15788"/>
                  </a:cubicBezTo>
                  <a:cubicBezTo>
                    <a:pt x="666" y="16019"/>
                    <a:pt x="333" y="16121"/>
                    <a:pt x="0" y="16121"/>
                  </a:cubicBezTo>
                  <a:lnTo>
                    <a:pt x="0" y="13123"/>
                  </a:lnTo>
                  <a:cubicBezTo>
                    <a:pt x="513" y="13123"/>
                    <a:pt x="820" y="12815"/>
                    <a:pt x="1179" y="12584"/>
                  </a:cubicBezTo>
                  <a:cubicBezTo>
                    <a:pt x="4383" y="10508"/>
                    <a:pt x="7689" y="8586"/>
                    <a:pt x="11149" y="681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162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81" name="Google Shape;309;p13"/>
            <p:cNvSpPr/>
            <p:nvPr/>
          </p:nvSpPr>
          <p:spPr>
            <a:xfrm flipV="1">
              <a:off x="1080" y="4091760"/>
              <a:ext cx="2639880" cy="1050840"/>
            </a:xfrm>
            <a:custGeom>
              <a:avLst/>
              <a:gdLst>
                <a:gd name="textAreaLeft" fmla="*/ 0 w 2639880"/>
                <a:gd name="textAreaRight" fmla="*/ 2640240 w 2639880"/>
                <a:gd name="textAreaTop" fmla="*/ -360 h 1050840"/>
                <a:gd name="textAreaBottom" fmla="*/ 1050840 h 1050840"/>
              </a:gdLst>
              <a:ahLst/>
              <a:cxnLst/>
              <a:rect l="textAreaLeft" t="textAreaTop" r="textAreaRight" b="textAreaBottom"/>
              <a:pathLst>
                <a:path w="82196" h="35959">
                  <a:moveTo>
                    <a:pt x="74737" y="6049"/>
                  </a:moveTo>
                  <a:cubicBezTo>
                    <a:pt x="72918" y="7766"/>
                    <a:pt x="71431" y="9791"/>
                    <a:pt x="70355" y="12046"/>
                  </a:cubicBezTo>
                  <a:cubicBezTo>
                    <a:pt x="69663" y="13558"/>
                    <a:pt x="69047" y="15096"/>
                    <a:pt x="68535" y="16685"/>
                  </a:cubicBezTo>
                  <a:cubicBezTo>
                    <a:pt x="67612" y="19402"/>
                    <a:pt x="66715" y="22144"/>
                    <a:pt x="65587" y="24784"/>
                  </a:cubicBezTo>
                  <a:cubicBezTo>
                    <a:pt x="64742" y="26809"/>
                    <a:pt x="63716" y="28782"/>
                    <a:pt x="62486" y="30628"/>
                  </a:cubicBezTo>
                  <a:cubicBezTo>
                    <a:pt x="61692" y="31832"/>
                    <a:pt x="60718" y="32935"/>
                    <a:pt x="59616" y="33857"/>
                  </a:cubicBezTo>
                  <a:cubicBezTo>
                    <a:pt x="57924" y="35216"/>
                    <a:pt x="55848" y="35959"/>
                    <a:pt x="53695" y="35933"/>
                  </a:cubicBezTo>
                  <a:cubicBezTo>
                    <a:pt x="51773" y="35933"/>
                    <a:pt x="49851" y="35626"/>
                    <a:pt x="48005" y="35087"/>
                  </a:cubicBezTo>
                  <a:cubicBezTo>
                    <a:pt x="45750" y="34395"/>
                    <a:pt x="43546" y="33575"/>
                    <a:pt x="41393" y="32576"/>
                  </a:cubicBezTo>
                  <a:cubicBezTo>
                    <a:pt x="37933" y="31012"/>
                    <a:pt x="34575" y="29295"/>
                    <a:pt x="31243" y="27552"/>
                  </a:cubicBezTo>
                  <a:cubicBezTo>
                    <a:pt x="24682" y="24169"/>
                    <a:pt x="18095" y="20786"/>
                    <a:pt x="11405" y="17582"/>
                  </a:cubicBezTo>
                  <a:cubicBezTo>
                    <a:pt x="8022" y="15993"/>
                    <a:pt x="4639" y="14378"/>
                    <a:pt x="1256" y="12789"/>
                  </a:cubicBezTo>
                  <a:cubicBezTo>
                    <a:pt x="871" y="12610"/>
                    <a:pt x="513" y="12354"/>
                    <a:pt x="0" y="12405"/>
                  </a:cubicBezTo>
                  <a:lnTo>
                    <a:pt x="0" y="11277"/>
                  </a:lnTo>
                  <a:cubicBezTo>
                    <a:pt x="179" y="11252"/>
                    <a:pt x="359" y="11252"/>
                    <a:pt x="538" y="11277"/>
                  </a:cubicBezTo>
                  <a:cubicBezTo>
                    <a:pt x="897" y="11405"/>
                    <a:pt x="1205" y="11559"/>
                    <a:pt x="1538" y="11713"/>
                  </a:cubicBezTo>
                  <a:cubicBezTo>
                    <a:pt x="11072" y="16044"/>
                    <a:pt x="20504" y="20504"/>
                    <a:pt x="29885" y="25092"/>
                  </a:cubicBezTo>
                  <a:cubicBezTo>
                    <a:pt x="33370" y="26809"/>
                    <a:pt x="36882" y="28475"/>
                    <a:pt x="40521" y="29961"/>
                  </a:cubicBezTo>
                  <a:cubicBezTo>
                    <a:pt x="42315" y="30705"/>
                    <a:pt x="44186" y="31345"/>
                    <a:pt x="46083" y="31884"/>
                  </a:cubicBezTo>
                  <a:cubicBezTo>
                    <a:pt x="47749" y="32345"/>
                    <a:pt x="49466" y="32576"/>
                    <a:pt x="51209" y="32550"/>
                  </a:cubicBezTo>
                  <a:cubicBezTo>
                    <a:pt x="53131" y="32550"/>
                    <a:pt x="55002" y="31909"/>
                    <a:pt x="56514" y="30730"/>
                  </a:cubicBezTo>
                  <a:cubicBezTo>
                    <a:pt x="57437" y="29987"/>
                    <a:pt x="58232" y="29167"/>
                    <a:pt x="58949" y="28244"/>
                  </a:cubicBezTo>
                  <a:cubicBezTo>
                    <a:pt x="59821" y="27117"/>
                    <a:pt x="60590" y="25938"/>
                    <a:pt x="61256" y="24682"/>
                  </a:cubicBezTo>
                  <a:cubicBezTo>
                    <a:pt x="62384" y="22580"/>
                    <a:pt x="63358" y="20401"/>
                    <a:pt x="64229" y="18197"/>
                  </a:cubicBezTo>
                  <a:cubicBezTo>
                    <a:pt x="65049" y="16147"/>
                    <a:pt x="65844" y="14096"/>
                    <a:pt x="66715" y="12046"/>
                  </a:cubicBezTo>
                  <a:cubicBezTo>
                    <a:pt x="67792" y="9560"/>
                    <a:pt x="69355" y="7279"/>
                    <a:pt x="71329" y="5408"/>
                  </a:cubicBezTo>
                  <a:cubicBezTo>
                    <a:pt x="72764" y="4075"/>
                    <a:pt x="74302" y="2871"/>
                    <a:pt x="75942" y="1794"/>
                  </a:cubicBezTo>
                  <a:cubicBezTo>
                    <a:pt x="76813" y="1205"/>
                    <a:pt x="77685" y="589"/>
                    <a:pt x="78556" y="0"/>
                  </a:cubicBezTo>
                  <a:lnTo>
                    <a:pt x="82196" y="0"/>
                  </a:lnTo>
                  <a:cubicBezTo>
                    <a:pt x="81273" y="692"/>
                    <a:pt x="80376" y="1410"/>
                    <a:pt x="79453" y="2102"/>
                  </a:cubicBezTo>
                  <a:cubicBezTo>
                    <a:pt x="77813" y="3332"/>
                    <a:pt x="76224" y="4639"/>
                    <a:pt x="74737" y="604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162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82" name="Google Shape;310;p13"/>
            <p:cNvSpPr/>
            <p:nvPr/>
          </p:nvSpPr>
          <p:spPr>
            <a:xfrm flipV="1">
              <a:off x="5656680" y="4493160"/>
              <a:ext cx="1460880" cy="649080"/>
            </a:xfrm>
            <a:custGeom>
              <a:avLst/>
              <a:gdLst>
                <a:gd name="textAreaLeft" fmla="*/ 0 w 1460880"/>
                <a:gd name="textAreaRight" fmla="*/ 1461240 w 1460880"/>
                <a:gd name="textAreaTop" fmla="*/ -360 h 649080"/>
                <a:gd name="textAreaBottom" fmla="*/ 649080 h 649080"/>
              </a:gdLst>
              <a:ahLst/>
              <a:cxnLst/>
              <a:rect l="textAreaLeft" t="textAreaTop" r="textAreaRight" b="textAreaBottom"/>
              <a:pathLst>
                <a:path w="45495" h="22222">
                  <a:moveTo>
                    <a:pt x="39240" y="3024"/>
                  </a:moveTo>
                  <a:cubicBezTo>
                    <a:pt x="32192" y="6356"/>
                    <a:pt x="25528" y="10406"/>
                    <a:pt x="19377" y="15173"/>
                  </a:cubicBezTo>
                  <a:cubicBezTo>
                    <a:pt x="18173" y="16096"/>
                    <a:pt x="16968" y="17018"/>
                    <a:pt x="15738" y="17890"/>
                  </a:cubicBezTo>
                  <a:cubicBezTo>
                    <a:pt x="14482" y="18761"/>
                    <a:pt x="13277" y="19556"/>
                    <a:pt x="11996" y="20325"/>
                  </a:cubicBezTo>
                  <a:cubicBezTo>
                    <a:pt x="11150" y="20837"/>
                    <a:pt x="10253" y="21247"/>
                    <a:pt x="9305" y="21555"/>
                  </a:cubicBezTo>
                  <a:cubicBezTo>
                    <a:pt x="7228" y="22221"/>
                    <a:pt x="5357" y="21914"/>
                    <a:pt x="3743" y="20658"/>
                  </a:cubicBezTo>
                  <a:cubicBezTo>
                    <a:pt x="2923" y="19991"/>
                    <a:pt x="2231" y="19197"/>
                    <a:pt x="1744" y="18274"/>
                  </a:cubicBezTo>
                  <a:cubicBezTo>
                    <a:pt x="1077" y="16993"/>
                    <a:pt x="616" y="15634"/>
                    <a:pt x="411" y="14199"/>
                  </a:cubicBezTo>
                  <a:cubicBezTo>
                    <a:pt x="26" y="11508"/>
                    <a:pt x="1" y="8765"/>
                    <a:pt x="334" y="6049"/>
                  </a:cubicBezTo>
                  <a:cubicBezTo>
                    <a:pt x="539" y="4050"/>
                    <a:pt x="821" y="2025"/>
                    <a:pt x="1103" y="0"/>
                  </a:cubicBezTo>
                  <a:lnTo>
                    <a:pt x="3589" y="0"/>
                  </a:lnTo>
                  <a:cubicBezTo>
                    <a:pt x="3486" y="897"/>
                    <a:pt x="3384" y="1820"/>
                    <a:pt x="3307" y="2717"/>
                  </a:cubicBezTo>
                  <a:cubicBezTo>
                    <a:pt x="3025" y="5075"/>
                    <a:pt x="2846" y="7458"/>
                    <a:pt x="3128" y="9842"/>
                  </a:cubicBezTo>
                  <a:cubicBezTo>
                    <a:pt x="3256" y="11021"/>
                    <a:pt x="3563" y="12200"/>
                    <a:pt x="4025" y="13302"/>
                  </a:cubicBezTo>
                  <a:cubicBezTo>
                    <a:pt x="4332" y="14045"/>
                    <a:pt x="4742" y="14712"/>
                    <a:pt x="5281" y="15301"/>
                  </a:cubicBezTo>
                  <a:cubicBezTo>
                    <a:pt x="5768" y="15839"/>
                    <a:pt x="6383" y="16275"/>
                    <a:pt x="7075" y="16557"/>
                  </a:cubicBezTo>
                  <a:cubicBezTo>
                    <a:pt x="8074" y="16941"/>
                    <a:pt x="9176" y="16967"/>
                    <a:pt x="10176" y="16634"/>
                  </a:cubicBezTo>
                  <a:cubicBezTo>
                    <a:pt x="10996" y="16378"/>
                    <a:pt x="11765" y="16070"/>
                    <a:pt x="12508" y="15686"/>
                  </a:cubicBezTo>
                  <a:cubicBezTo>
                    <a:pt x="13636" y="15070"/>
                    <a:pt x="14764" y="14404"/>
                    <a:pt x="15815" y="13686"/>
                  </a:cubicBezTo>
                  <a:cubicBezTo>
                    <a:pt x="17737" y="12405"/>
                    <a:pt x="19582" y="11072"/>
                    <a:pt x="21453" y="9739"/>
                  </a:cubicBezTo>
                  <a:cubicBezTo>
                    <a:pt x="26630" y="6049"/>
                    <a:pt x="32167" y="2896"/>
                    <a:pt x="37985" y="359"/>
                  </a:cubicBezTo>
                  <a:cubicBezTo>
                    <a:pt x="38241" y="256"/>
                    <a:pt x="38446" y="128"/>
                    <a:pt x="38651" y="0"/>
                  </a:cubicBezTo>
                  <a:lnTo>
                    <a:pt x="45494" y="0"/>
                  </a:lnTo>
                  <a:cubicBezTo>
                    <a:pt x="45264" y="154"/>
                    <a:pt x="45007" y="308"/>
                    <a:pt x="44777" y="436"/>
                  </a:cubicBezTo>
                  <a:cubicBezTo>
                    <a:pt x="42931" y="1307"/>
                    <a:pt x="41060" y="2153"/>
                    <a:pt x="39240" y="3024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162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83" name="Google Shape;311;p13"/>
            <p:cNvSpPr/>
            <p:nvPr/>
          </p:nvSpPr>
          <p:spPr>
            <a:xfrm flipV="1">
              <a:off x="1080" y="0"/>
              <a:ext cx="1724400" cy="1312200"/>
            </a:xfrm>
            <a:custGeom>
              <a:avLst/>
              <a:gdLst>
                <a:gd name="textAreaLeft" fmla="*/ 0 w 1724400"/>
                <a:gd name="textAreaRight" fmla="*/ 1724760 w 1724400"/>
                <a:gd name="textAreaTop" fmla="*/ -360 h 1312200"/>
                <a:gd name="textAreaBottom" fmla="*/ 1312200 h 1312200"/>
              </a:gdLst>
              <a:ahLst/>
              <a:cxnLst/>
              <a:rect l="textAreaLeft" t="textAreaTop" r="textAreaRight" b="textAreaBottom"/>
              <a:pathLst>
                <a:path w="53696" h="44905">
                  <a:moveTo>
                    <a:pt x="5024" y="14199"/>
                  </a:moveTo>
                  <a:cubicBezTo>
                    <a:pt x="12456" y="9766"/>
                    <a:pt x="20350" y="6100"/>
                    <a:pt x="28552" y="3281"/>
                  </a:cubicBezTo>
                  <a:cubicBezTo>
                    <a:pt x="31602" y="2179"/>
                    <a:pt x="34729" y="1308"/>
                    <a:pt x="37907" y="667"/>
                  </a:cubicBezTo>
                  <a:cubicBezTo>
                    <a:pt x="40085" y="180"/>
                    <a:pt x="42315" y="0"/>
                    <a:pt x="44545" y="129"/>
                  </a:cubicBezTo>
                  <a:cubicBezTo>
                    <a:pt x="47621" y="359"/>
                    <a:pt x="49902" y="1590"/>
                    <a:pt x="51363" y="3845"/>
                  </a:cubicBezTo>
                  <a:cubicBezTo>
                    <a:pt x="52003" y="4819"/>
                    <a:pt x="52516" y="5921"/>
                    <a:pt x="52824" y="7074"/>
                  </a:cubicBezTo>
                  <a:cubicBezTo>
                    <a:pt x="53413" y="9150"/>
                    <a:pt x="53695" y="11329"/>
                    <a:pt x="53669" y="13482"/>
                  </a:cubicBezTo>
                  <a:cubicBezTo>
                    <a:pt x="53695" y="16250"/>
                    <a:pt x="53464" y="18992"/>
                    <a:pt x="53003" y="21735"/>
                  </a:cubicBezTo>
                  <a:cubicBezTo>
                    <a:pt x="52414" y="25297"/>
                    <a:pt x="51619" y="28834"/>
                    <a:pt x="50645" y="32346"/>
                  </a:cubicBezTo>
                  <a:cubicBezTo>
                    <a:pt x="49620" y="36216"/>
                    <a:pt x="48390" y="40060"/>
                    <a:pt x="47134" y="43879"/>
                  </a:cubicBezTo>
                  <a:cubicBezTo>
                    <a:pt x="47031" y="44212"/>
                    <a:pt x="46980" y="44545"/>
                    <a:pt x="46929" y="44904"/>
                  </a:cubicBezTo>
                  <a:lnTo>
                    <a:pt x="45314" y="44904"/>
                  </a:lnTo>
                  <a:cubicBezTo>
                    <a:pt x="45314" y="44648"/>
                    <a:pt x="45340" y="44392"/>
                    <a:pt x="45391" y="44161"/>
                  </a:cubicBezTo>
                  <a:cubicBezTo>
                    <a:pt x="45545" y="43648"/>
                    <a:pt x="45724" y="43136"/>
                    <a:pt x="45904" y="42623"/>
                  </a:cubicBezTo>
                  <a:cubicBezTo>
                    <a:pt x="48082" y="35780"/>
                    <a:pt x="50004" y="28885"/>
                    <a:pt x="50901" y="21837"/>
                  </a:cubicBezTo>
                  <a:cubicBezTo>
                    <a:pt x="51260" y="19223"/>
                    <a:pt x="51337" y="16583"/>
                    <a:pt x="51183" y="13969"/>
                  </a:cubicBezTo>
                  <a:cubicBezTo>
                    <a:pt x="51106" y="12636"/>
                    <a:pt x="50876" y="11329"/>
                    <a:pt x="50543" y="10047"/>
                  </a:cubicBezTo>
                  <a:cubicBezTo>
                    <a:pt x="50184" y="8715"/>
                    <a:pt x="49594" y="7433"/>
                    <a:pt x="48774" y="6305"/>
                  </a:cubicBezTo>
                  <a:cubicBezTo>
                    <a:pt x="47493" y="4588"/>
                    <a:pt x="45673" y="3512"/>
                    <a:pt x="43264" y="3102"/>
                  </a:cubicBezTo>
                  <a:cubicBezTo>
                    <a:pt x="41470" y="2845"/>
                    <a:pt x="39624" y="2820"/>
                    <a:pt x="37830" y="3076"/>
                  </a:cubicBezTo>
                  <a:cubicBezTo>
                    <a:pt x="35805" y="3307"/>
                    <a:pt x="33806" y="3691"/>
                    <a:pt x="31858" y="4204"/>
                  </a:cubicBezTo>
                  <a:cubicBezTo>
                    <a:pt x="25989" y="5742"/>
                    <a:pt x="20299" y="7818"/>
                    <a:pt x="14814" y="10406"/>
                  </a:cubicBezTo>
                  <a:cubicBezTo>
                    <a:pt x="10175" y="12636"/>
                    <a:pt x="5664" y="15122"/>
                    <a:pt x="1333" y="17890"/>
                  </a:cubicBezTo>
                  <a:cubicBezTo>
                    <a:pt x="923" y="18147"/>
                    <a:pt x="436" y="18352"/>
                    <a:pt x="0" y="18608"/>
                  </a:cubicBezTo>
                  <a:lnTo>
                    <a:pt x="0" y="17096"/>
                  </a:lnTo>
                  <a:cubicBezTo>
                    <a:pt x="384" y="17019"/>
                    <a:pt x="769" y="16839"/>
                    <a:pt x="1076" y="16609"/>
                  </a:cubicBezTo>
                  <a:cubicBezTo>
                    <a:pt x="2384" y="15814"/>
                    <a:pt x="3691" y="14994"/>
                    <a:pt x="5024" y="1419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162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84" name="Google Shape;312;p13"/>
            <p:cNvSpPr/>
            <p:nvPr/>
          </p:nvSpPr>
          <p:spPr>
            <a:xfrm flipV="1">
              <a:off x="8841600" y="3335400"/>
              <a:ext cx="301680" cy="823680"/>
            </a:xfrm>
            <a:custGeom>
              <a:avLst/>
              <a:gdLst>
                <a:gd name="textAreaLeft" fmla="*/ 0 w 301680"/>
                <a:gd name="textAreaRight" fmla="*/ 302040 w 301680"/>
                <a:gd name="textAreaTop" fmla="*/ 360 h 823680"/>
                <a:gd name="textAreaBottom" fmla="*/ 824400 h 823680"/>
              </a:gdLst>
              <a:ahLst/>
              <a:cxnLst/>
              <a:rect l="textAreaLeft" t="textAreaTop" r="textAreaRight" b="textAreaBottom"/>
              <a:pathLst>
                <a:path w="9407" h="28194">
                  <a:moveTo>
                    <a:pt x="4050" y="24579"/>
                  </a:moveTo>
                  <a:cubicBezTo>
                    <a:pt x="1462" y="22273"/>
                    <a:pt x="129" y="19556"/>
                    <a:pt x="26" y="16429"/>
                  </a:cubicBezTo>
                  <a:cubicBezTo>
                    <a:pt x="1" y="14481"/>
                    <a:pt x="359" y="12533"/>
                    <a:pt x="1103" y="10714"/>
                  </a:cubicBezTo>
                  <a:cubicBezTo>
                    <a:pt x="2743" y="6536"/>
                    <a:pt x="5639" y="3025"/>
                    <a:pt x="9407" y="0"/>
                  </a:cubicBezTo>
                  <a:lnTo>
                    <a:pt x="9407" y="7125"/>
                  </a:lnTo>
                  <a:cubicBezTo>
                    <a:pt x="9356" y="7177"/>
                    <a:pt x="9279" y="7202"/>
                    <a:pt x="9228" y="7253"/>
                  </a:cubicBezTo>
                  <a:cubicBezTo>
                    <a:pt x="7741" y="9842"/>
                    <a:pt x="7126" y="12559"/>
                    <a:pt x="7792" y="15429"/>
                  </a:cubicBezTo>
                  <a:cubicBezTo>
                    <a:pt x="8074" y="16660"/>
                    <a:pt x="8612" y="17813"/>
                    <a:pt x="9407" y="18787"/>
                  </a:cubicBezTo>
                  <a:lnTo>
                    <a:pt x="9407" y="28193"/>
                  </a:lnTo>
                  <a:lnTo>
                    <a:pt x="8100" y="27424"/>
                  </a:lnTo>
                  <a:cubicBezTo>
                    <a:pt x="6639" y="26630"/>
                    <a:pt x="5280" y="25681"/>
                    <a:pt x="4050" y="2457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162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85" name="Google Shape;313;p13"/>
            <p:cNvSpPr/>
            <p:nvPr/>
          </p:nvSpPr>
          <p:spPr>
            <a:xfrm flipV="1">
              <a:off x="1080" y="4312440"/>
              <a:ext cx="2369880" cy="829800"/>
            </a:xfrm>
            <a:custGeom>
              <a:avLst/>
              <a:gdLst>
                <a:gd name="textAreaLeft" fmla="*/ 0 w 2369880"/>
                <a:gd name="textAreaRight" fmla="*/ 2370240 w 2369880"/>
                <a:gd name="textAreaTop" fmla="*/ -360 h 829800"/>
                <a:gd name="textAreaBottom" fmla="*/ 829800 h 829800"/>
              </a:gdLst>
              <a:ahLst/>
              <a:cxnLst/>
              <a:rect l="textAreaLeft" t="textAreaTop" r="textAreaRight" b="textAreaBottom"/>
              <a:pathLst>
                <a:path w="73790" h="28399">
                  <a:moveTo>
                    <a:pt x="63076" y="10355"/>
                  </a:moveTo>
                  <a:cubicBezTo>
                    <a:pt x="62537" y="11405"/>
                    <a:pt x="61999" y="12482"/>
                    <a:pt x="61461" y="13558"/>
                  </a:cubicBezTo>
                  <a:cubicBezTo>
                    <a:pt x="60308" y="16044"/>
                    <a:pt x="59000" y="18479"/>
                    <a:pt x="57591" y="20863"/>
                  </a:cubicBezTo>
                  <a:cubicBezTo>
                    <a:pt x="56745" y="22247"/>
                    <a:pt x="55771" y="23554"/>
                    <a:pt x="54669" y="24784"/>
                  </a:cubicBezTo>
                  <a:cubicBezTo>
                    <a:pt x="53900" y="25630"/>
                    <a:pt x="53029" y="26373"/>
                    <a:pt x="52080" y="26988"/>
                  </a:cubicBezTo>
                  <a:cubicBezTo>
                    <a:pt x="51004" y="27680"/>
                    <a:pt x="49799" y="28090"/>
                    <a:pt x="48543" y="28244"/>
                  </a:cubicBezTo>
                  <a:cubicBezTo>
                    <a:pt x="47211" y="28398"/>
                    <a:pt x="45878" y="28347"/>
                    <a:pt x="44596" y="28090"/>
                  </a:cubicBezTo>
                  <a:cubicBezTo>
                    <a:pt x="42674" y="27757"/>
                    <a:pt x="40803" y="27245"/>
                    <a:pt x="38983" y="26604"/>
                  </a:cubicBezTo>
                  <a:cubicBezTo>
                    <a:pt x="35780" y="25502"/>
                    <a:pt x="32730" y="24195"/>
                    <a:pt x="29705" y="22836"/>
                  </a:cubicBezTo>
                  <a:cubicBezTo>
                    <a:pt x="24169" y="20401"/>
                    <a:pt x="18684" y="17941"/>
                    <a:pt x="13174" y="15481"/>
                  </a:cubicBezTo>
                  <a:cubicBezTo>
                    <a:pt x="9201" y="13686"/>
                    <a:pt x="5229" y="11944"/>
                    <a:pt x="1256" y="10175"/>
                  </a:cubicBezTo>
                  <a:cubicBezTo>
                    <a:pt x="871" y="9996"/>
                    <a:pt x="487" y="9739"/>
                    <a:pt x="0" y="9765"/>
                  </a:cubicBezTo>
                  <a:lnTo>
                    <a:pt x="0" y="9022"/>
                  </a:lnTo>
                  <a:cubicBezTo>
                    <a:pt x="461" y="9176"/>
                    <a:pt x="923" y="9329"/>
                    <a:pt x="1358" y="9509"/>
                  </a:cubicBezTo>
                  <a:cubicBezTo>
                    <a:pt x="9252" y="12943"/>
                    <a:pt x="17172" y="16378"/>
                    <a:pt x="25066" y="19838"/>
                  </a:cubicBezTo>
                  <a:cubicBezTo>
                    <a:pt x="28475" y="21299"/>
                    <a:pt x="31884" y="22708"/>
                    <a:pt x="35395" y="23990"/>
                  </a:cubicBezTo>
                  <a:cubicBezTo>
                    <a:pt x="37215" y="24656"/>
                    <a:pt x="39060" y="25194"/>
                    <a:pt x="40931" y="25656"/>
                  </a:cubicBezTo>
                  <a:cubicBezTo>
                    <a:pt x="42443" y="26014"/>
                    <a:pt x="43981" y="26194"/>
                    <a:pt x="45545" y="26168"/>
                  </a:cubicBezTo>
                  <a:cubicBezTo>
                    <a:pt x="47082" y="26168"/>
                    <a:pt x="48569" y="25758"/>
                    <a:pt x="49902" y="24989"/>
                  </a:cubicBezTo>
                  <a:cubicBezTo>
                    <a:pt x="50927" y="24374"/>
                    <a:pt x="51850" y="23656"/>
                    <a:pt x="52695" y="22811"/>
                  </a:cubicBezTo>
                  <a:cubicBezTo>
                    <a:pt x="53746" y="21734"/>
                    <a:pt x="54695" y="20555"/>
                    <a:pt x="55540" y="19299"/>
                  </a:cubicBezTo>
                  <a:cubicBezTo>
                    <a:pt x="56950" y="17198"/>
                    <a:pt x="58257" y="15045"/>
                    <a:pt x="59436" y="12815"/>
                  </a:cubicBezTo>
                  <a:cubicBezTo>
                    <a:pt x="60103" y="11585"/>
                    <a:pt x="60769" y="10355"/>
                    <a:pt x="61461" y="9150"/>
                  </a:cubicBezTo>
                  <a:cubicBezTo>
                    <a:pt x="62409" y="7510"/>
                    <a:pt x="63588" y="5997"/>
                    <a:pt x="64947" y="4665"/>
                  </a:cubicBezTo>
                  <a:cubicBezTo>
                    <a:pt x="66587" y="3076"/>
                    <a:pt x="68432" y="1717"/>
                    <a:pt x="70432" y="589"/>
                  </a:cubicBezTo>
                  <a:cubicBezTo>
                    <a:pt x="70739" y="410"/>
                    <a:pt x="70995" y="205"/>
                    <a:pt x="71277" y="0"/>
                  </a:cubicBezTo>
                  <a:lnTo>
                    <a:pt x="73789" y="0"/>
                  </a:lnTo>
                  <a:cubicBezTo>
                    <a:pt x="73123" y="410"/>
                    <a:pt x="72482" y="846"/>
                    <a:pt x="71790" y="1256"/>
                  </a:cubicBezTo>
                  <a:cubicBezTo>
                    <a:pt x="67869" y="3614"/>
                    <a:pt x="64947" y="6638"/>
                    <a:pt x="63076" y="1035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162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86" name="Google Shape;314;p13"/>
            <p:cNvSpPr/>
            <p:nvPr/>
          </p:nvSpPr>
          <p:spPr>
            <a:xfrm flipV="1">
              <a:off x="5872320" y="4835520"/>
              <a:ext cx="762840" cy="307440"/>
            </a:xfrm>
            <a:custGeom>
              <a:avLst/>
              <a:gdLst>
                <a:gd name="textAreaLeft" fmla="*/ 0 w 762840"/>
                <a:gd name="textAreaRight" fmla="*/ 763200 w 762840"/>
                <a:gd name="textAreaTop" fmla="*/ 360 h 307440"/>
                <a:gd name="textAreaBottom" fmla="*/ 308160 h 307440"/>
              </a:gdLst>
              <a:ahLst/>
              <a:cxnLst/>
              <a:rect l="textAreaLeft" t="textAreaTop" r="textAreaRight" b="textAreaBottom"/>
              <a:pathLst>
                <a:path w="23760" h="10534">
                  <a:moveTo>
                    <a:pt x="13944" y="5895"/>
                  </a:moveTo>
                  <a:cubicBezTo>
                    <a:pt x="12534" y="6792"/>
                    <a:pt x="11099" y="7663"/>
                    <a:pt x="9663" y="8509"/>
                  </a:cubicBezTo>
                  <a:cubicBezTo>
                    <a:pt x="8895" y="8945"/>
                    <a:pt x="8126" y="9329"/>
                    <a:pt x="7331" y="9688"/>
                  </a:cubicBezTo>
                  <a:cubicBezTo>
                    <a:pt x="6742" y="9919"/>
                    <a:pt x="6152" y="10124"/>
                    <a:pt x="5537" y="10252"/>
                  </a:cubicBezTo>
                  <a:cubicBezTo>
                    <a:pt x="4153" y="10534"/>
                    <a:pt x="2974" y="10226"/>
                    <a:pt x="2077" y="9329"/>
                  </a:cubicBezTo>
                  <a:cubicBezTo>
                    <a:pt x="1692" y="8919"/>
                    <a:pt x="1359" y="8458"/>
                    <a:pt x="1077" y="7971"/>
                  </a:cubicBezTo>
                  <a:cubicBezTo>
                    <a:pt x="667" y="7176"/>
                    <a:pt x="411" y="6305"/>
                    <a:pt x="283" y="5434"/>
                  </a:cubicBezTo>
                  <a:cubicBezTo>
                    <a:pt x="78" y="3947"/>
                    <a:pt x="1" y="2435"/>
                    <a:pt x="129" y="948"/>
                  </a:cubicBezTo>
                  <a:cubicBezTo>
                    <a:pt x="129" y="615"/>
                    <a:pt x="78" y="333"/>
                    <a:pt x="78" y="26"/>
                  </a:cubicBezTo>
                  <a:lnTo>
                    <a:pt x="2128" y="26"/>
                  </a:lnTo>
                  <a:cubicBezTo>
                    <a:pt x="2077" y="1025"/>
                    <a:pt x="2179" y="1999"/>
                    <a:pt x="2384" y="2973"/>
                  </a:cubicBezTo>
                  <a:cubicBezTo>
                    <a:pt x="2538" y="3870"/>
                    <a:pt x="2871" y="4716"/>
                    <a:pt x="3384" y="5459"/>
                  </a:cubicBezTo>
                  <a:cubicBezTo>
                    <a:pt x="4358" y="6792"/>
                    <a:pt x="5742" y="7279"/>
                    <a:pt x="7536" y="6818"/>
                  </a:cubicBezTo>
                  <a:cubicBezTo>
                    <a:pt x="8356" y="6613"/>
                    <a:pt x="9151" y="6305"/>
                    <a:pt x="9894" y="5946"/>
                  </a:cubicBezTo>
                  <a:cubicBezTo>
                    <a:pt x="11047" y="5408"/>
                    <a:pt x="12150" y="4793"/>
                    <a:pt x="13252" y="4178"/>
                  </a:cubicBezTo>
                  <a:cubicBezTo>
                    <a:pt x="15533" y="2896"/>
                    <a:pt x="17763" y="1563"/>
                    <a:pt x="20018" y="256"/>
                  </a:cubicBezTo>
                  <a:cubicBezTo>
                    <a:pt x="20146" y="179"/>
                    <a:pt x="20249" y="103"/>
                    <a:pt x="20351" y="0"/>
                  </a:cubicBezTo>
                  <a:lnTo>
                    <a:pt x="23760" y="0"/>
                  </a:lnTo>
                  <a:cubicBezTo>
                    <a:pt x="23581" y="154"/>
                    <a:pt x="23376" y="308"/>
                    <a:pt x="23171" y="436"/>
                  </a:cubicBezTo>
                  <a:cubicBezTo>
                    <a:pt x="19967" y="2127"/>
                    <a:pt x="16968" y="3998"/>
                    <a:pt x="13944" y="589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162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87" name="Google Shape;315;p13"/>
          <p:cNvSpPr/>
          <p:nvPr/>
        </p:nvSpPr>
        <p:spPr>
          <a:xfrm>
            <a:off x="222480" y="245880"/>
            <a:ext cx="8698320" cy="4651560"/>
          </a:xfrm>
          <a:prstGeom prst="roundRect">
            <a:avLst>
              <a:gd name="adj" fmla="val 10431"/>
            </a:avLst>
          </a:prstGeom>
          <a:solidFill>
            <a:schemeClr val="accent6"/>
          </a:solidFill>
          <a:ln w="0">
            <a:noFill/>
          </a:ln>
          <a:effectLst>
            <a:outerShdw blurRad="585720" algn="bl" rotWithShape="0">
              <a:schemeClr val="dk2">
                <a:alpha val="81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720000" y="1185840"/>
            <a:ext cx="2430000" cy="521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1" strike="noStrike" spc="-1">
                <a:solidFill>
                  <a:schemeClr val="accent2"/>
                </a:solidFill>
                <a:latin typeface="Work Sans"/>
                <a:ea typeface="Work Sans"/>
              </a:rPr>
              <a:t>xx%</a:t>
            </a:r>
            <a:endParaRPr lang="fr-FR" sz="30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  <a:endParaRPr lang="fr-FR" sz="35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title"/>
          </p:nvPr>
        </p:nvSpPr>
        <p:spPr>
          <a:xfrm>
            <a:off x="3351960" y="1185840"/>
            <a:ext cx="2430000" cy="521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1" strike="noStrike" spc="-1">
                <a:solidFill>
                  <a:schemeClr val="accent2"/>
                </a:solidFill>
                <a:latin typeface="Work Sans"/>
                <a:ea typeface="Work Sans"/>
              </a:rPr>
              <a:t>xx%</a:t>
            </a:r>
            <a:endParaRPr lang="fr-FR" sz="30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title"/>
          </p:nvPr>
        </p:nvSpPr>
        <p:spPr>
          <a:xfrm>
            <a:off x="5983920" y="1185840"/>
            <a:ext cx="2430000" cy="521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1" strike="noStrike" spc="-1">
                <a:solidFill>
                  <a:schemeClr val="accent2"/>
                </a:solidFill>
                <a:latin typeface="Work Sans"/>
                <a:ea typeface="Work Sans"/>
              </a:rPr>
              <a:t>xx%</a:t>
            </a:r>
            <a:endParaRPr lang="fr-FR" sz="30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title"/>
          </p:nvPr>
        </p:nvSpPr>
        <p:spPr>
          <a:xfrm>
            <a:off x="720000" y="2914560"/>
            <a:ext cx="2430000" cy="521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1" strike="noStrike" spc="-1">
                <a:solidFill>
                  <a:schemeClr val="accent2"/>
                </a:solidFill>
                <a:latin typeface="Work Sans"/>
                <a:ea typeface="Work Sans"/>
              </a:rPr>
              <a:t>xx%</a:t>
            </a:r>
            <a:endParaRPr lang="fr-FR" sz="30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93" name="PlaceHolder 6"/>
          <p:cNvSpPr>
            <a:spLocks noGrp="1"/>
          </p:cNvSpPr>
          <p:nvPr>
            <p:ph type="title"/>
          </p:nvPr>
        </p:nvSpPr>
        <p:spPr>
          <a:xfrm>
            <a:off x="3351960" y="2914560"/>
            <a:ext cx="2430000" cy="521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1" strike="noStrike" spc="-1">
                <a:solidFill>
                  <a:schemeClr val="accent2"/>
                </a:solidFill>
                <a:latin typeface="Work Sans"/>
                <a:ea typeface="Work Sans"/>
              </a:rPr>
              <a:t>xx%</a:t>
            </a:r>
            <a:endParaRPr lang="fr-FR" sz="30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94" name="PlaceHolder 7"/>
          <p:cNvSpPr>
            <a:spLocks noGrp="1"/>
          </p:cNvSpPr>
          <p:nvPr>
            <p:ph type="title"/>
          </p:nvPr>
        </p:nvSpPr>
        <p:spPr>
          <a:xfrm>
            <a:off x="5983920" y="2914560"/>
            <a:ext cx="2430000" cy="521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1" strike="noStrike" spc="-1">
                <a:solidFill>
                  <a:schemeClr val="accent2"/>
                </a:solidFill>
                <a:latin typeface="Work Sans"/>
                <a:ea typeface="Work Sans"/>
              </a:rPr>
              <a:t>xx%</a:t>
            </a:r>
            <a:endParaRPr lang="fr-FR" sz="30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/>
    <p:bodyStyle/>
    <p:otherStyle/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7477FB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336;p14"/>
          <p:cNvGrpSpPr/>
          <p:nvPr/>
        </p:nvGrpSpPr>
        <p:grpSpPr>
          <a:xfrm>
            <a:off x="0" y="0"/>
            <a:ext cx="9143640" cy="5143320"/>
            <a:chOff x="0" y="0"/>
            <a:chExt cx="9143640" cy="5143320"/>
          </a:xfrm>
        </p:grpSpPr>
        <p:sp>
          <p:nvSpPr>
            <p:cNvPr id="96" name="Google Shape;337;p14"/>
            <p:cNvSpPr/>
            <p:nvPr/>
          </p:nvSpPr>
          <p:spPr>
            <a:xfrm>
              <a:off x="5324040" y="0"/>
              <a:ext cx="3819600" cy="4427640"/>
            </a:xfrm>
            <a:custGeom>
              <a:avLst/>
              <a:gdLst>
                <a:gd name="textAreaLeft" fmla="*/ 0 w 3819600"/>
                <a:gd name="textAreaRight" fmla="*/ 3819960 w 3819600"/>
                <a:gd name="textAreaTop" fmla="*/ 0 h 4427640"/>
                <a:gd name="textAreaBottom" fmla="*/ 4428000 h 4427640"/>
              </a:gdLst>
              <a:ahLst/>
              <a:cxnLst/>
              <a:rect l="textAreaLeft" t="textAreaTop" r="textAreaRight" b="textAreaBottom"/>
              <a:pathLst>
                <a:path w="118924" h="151474">
                  <a:moveTo>
                    <a:pt x="103008" y="151473"/>
                  </a:moveTo>
                  <a:cubicBezTo>
                    <a:pt x="98522" y="151448"/>
                    <a:pt x="94063" y="150781"/>
                    <a:pt x="89731" y="149525"/>
                  </a:cubicBezTo>
                  <a:cubicBezTo>
                    <a:pt x="87425" y="148833"/>
                    <a:pt x="85118" y="148090"/>
                    <a:pt x="82862" y="147270"/>
                  </a:cubicBezTo>
                  <a:cubicBezTo>
                    <a:pt x="77531" y="145348"/>
                    <a:pt x="72200" y="143374"/>
                    <a:pt x="66869" y="141375"/>
                  </a:cubicBezTo>
                  <a:cubicBezTo>
                    <a:pt x="65024" y="140657"/>
                    <a:pt x="63178" y="139888"/>
                    <a:pt x="61384" y="139094"/>
                  </a:cubicBezTo>
                  <a:cubicBezTo>
                    <a:pt x="56130" y="136787"/>
                    <a:pt x="52414" y="133302"/>
                    <a:pt x="50158" y="128739"/>
                  </a:cubicBezTo>
                  <a:cubicBezTo>
                    <a:pt x="48979" y="126407"/>
                    <a:pt x="48031" y="123947"/>
                    <a:pt x="47288" y="121435"/>
                  </a:cubicBezTo>
                  <a:cubicBezTo>
                    <a:pt x="46493" y="118616"/>
                    <a:pt x="45724" y="115822"/>
                    <a:pt x="45084" y="112977"/>
                  </a:cubicBezTo>
                  <a:cubicBezTo>
                    <a:pt x="44545" y="110465"/>
                    <a:pt x="44161" y="107902"/>
                    <a:pt x="43776" y="105365"/>
                  </a:cubicBezTo>
                  <a:cubicBezTo>
                    <a:pt x="43469" y="103084"/>
                    <a:pt x="43187" y="100803"/>
                    <a:pt x="42982" y="98522"/>
                  </a:cubicBezTo>
                  <a:cubicBezTo>
                    <a:pt x="42444" y="93114"/>
                    <a:pt x="42187" y="87706"/>
                    <a:pt x="42674" y="82298"/>
                  </a:cubicBezTo>
                  <a:cubicBezTo>
                    <a:pt x="43161" y="77351"/>
                    <a:pt x="44340" y="72507"/>
                    <a:pt x="46160" y="67868"/>
                  </a:cubicBezTo>
                  <a:cubicBezTo>
                    <a:pt x="47518" y="64357"/>
                    <a:pt x="49236" y="60948"/>
                    <a:pt x="50902" y="57514"/>
                  </a:cubicBezTo>
                  <a:cubicBezTo>
                    <a:pt x="55028" y="49081"/>
                    <a:pt x="59975" y="40982"/>
                    <a:pt x="65460" y="33088"/>
                  </a:cubicBezTo>
                  <a:cubicBezTo>
                    <a:pt x="67664" y="29961"/>
                    <a:pt x="69765" y="26758"/>
                    <a:pt x="71867" y="23554"/>
                  </a:cubicBezTo>
                  <a:cubicBezTo>
                    <a:pt x="72585" y="22503"/>
                    <a:pt x="73200" y="21375"/>
                    <a:pt x="73789" y="20273"/>
                  </a:cubicBezTo>
                  <a:cubicBezTo>
                    <a:pt x="74456" y="19094"/>
                    <a:pt x="74917" y="17813"/>
                    <a:pt x="75148" y="16480"/>
                  </a:cubicBezTo>
                  <a:cubicBezTo>
                    <a:pt x="75225" y="15967"/>
                    <a:pt x="75225" y="15429"/>
                    <a:pt x="75148" y="14891"/>
                  </a:cubicBezTo>
                  <a:cubicBezTo>
                    <a:pt x="75020" y="13866"/>
                    <a:pt x="74251" y="13276"/>
                    <a:pt x="73097" y="12994"/>
                  </a:cubicBezTo>
                  <a:cubicBezTo>
                    <a:pt x="72303" y="12815"/>
                    <a:pt x="71508" y="12764"/>
                    <a:pt x="70714" y="12841"/>
                  </a:cubicBezTo>
                  <a:cubicBezTo>
                    <a:pt x="69560" y="12943"/>
                    <a:pt x="68407" y="13123"/>
                    <a:pt x="67254" y="13404"/>
                  </a:cubicBezTo>
                  <a:cubicBezTo>
                    <a:pt x="65460" y="13866"/>
                    <a:pt x="63691" y="14430"/>
                    <a:pt x="61974" y="15122"/>
                  </a:cubicBezTo>
                  <a:cubicBezTo>
                    <a:pt x="58693" y="16378"/>
                    <a:pt x="55489" y="17838"/>
                    <a:pt x="52414" y="19479"/>
                  </a:cubicBezTo>
                  <a:cubicBezTo>
                    <a:pt x="48339" y="21606"/>
                    <a:pt x="44468" y="23964"/>
                    <a:pt x="40624" y="26373"/>
                  </a:cubicBezTo>
                  <a:cubicBezTo>
                    <a:pt x="37830" y="28142"/>
                    <a:pt x="35011" y="29910"/>
                    <a:pt x="32192" y="31653"/>
                  </a:cubicBezTo>
                  <a:cubicBezTo>
                    <a:pt x="30193" y="32883"/>
                    <a:pt x="28142" y="34037"/>
                    <a:pt x="26040" y="35062"/>
                  </a:cubicBezTo>
                  <a:cubicBezTo>
                    <a:pt x="24169" y="36010"/>
                    <a:pt x="22196" y="36753"/>
                    <a:pt x="20171" y="37292"/>
                  </a:cubicBezTo>
                  <a:cubicBezTo>
                    <a:pt x="14686" y="38650"/>
                    <a:pt x="10073" y="37445"/>
                    <a:pt x="6228" y="34037"/>
                  </a:cubicBezTo>
                  <a:cubicBezTo>
                    <a:pt x="5229" y="33114"/>
                    <a:pt x="4383" y="32089"/>
                    <a:pt x="3717" y="30935"/>
                  </a:cubicBezTo>
                  <a:cubicBezTo>
                    <a:pt x="2563" y="29039"/>
                    <a:pt x="1717" y="27014"/>
                    <a:pt x="1205" y="24912"/>
                  </a:cubicBezTo>
                  <a:cubicBezTo>
                    <a:pt x="564" y="22452"/>
                    <a:pt x="205" y="19966"/>
                    <a:pt x="103" y="17454"/>
                  </a:cubicBezTo>
                  <a:cubicBezTo>
                    <a:pt x="0" y="15173"/>
                    <a:pt x="26" y="12866"/>
                    <a:pt x="205" y="10585"/>
                  </a:cubicBezTo>
                  <a:cubicBezTo>
                    <a:pt x="436" y="7612"/>
                    <a:pt x="667" y="4665"/>
                    <a:pt x="897" y="1692"/>
                  </a:cubicBezTo>
                  <a:cubicBezTo>
                    <a:pt x="949" y="1128"/>
                    <a:pt x="949" y="564"/>
                    <a:pt x="949" y="0"/>
                  </a:cubicBezTo>
                  <a:lnTo>
                    <a:pt x="8689" y="0"/>
                  </a:lnTo>
                  <a:cubicBezTo>
                    <a:pt x="8766" y="179"/>
                    <a:pt x="8791" y="359"/>
                    <a:pt x="8791" y="538"/>
                  </a:cubicBezTo>
                  <a:cubicBezTo>
                    <a:pt x="8586" y="2153"/>
                    <a:pt x="8356" y="3768"/>
                    <a:pt x="8151" y="5382"/>
                  </a:cubicBezTo>
                  <a:cubicBezTo>
                    <a:pt x="7715" y="8637"/>
                    <a:pt x="7587" y="11944"/>
                    <a:pt x="7817" y="15224"/>
                  </a:cubicBezTo>
                  <a:cubicBezTo>
                    <a:pt x="7946" y="16993"/>
                    <a:pt x="8330" y="18736"/>
                    <a:pt x="8945" y="20401"/>
                  </a:cubicBezTo>
                  <a:cubicBezTo>
                    <a:pt x="9355" y="21606"/>
                    <a:pt x="9996" y="22708"/>
                    <a:pt x="10816" y="23682"/>
                  </a:cubicBezTo>
                  <a:cubicBezTo>
                    <a:pt x="11559" y="24579"/>
                    <a:pt x="12482" y="25297"/>
                    <a:pt x="13507" y="25809"/>
                  </a:cubicBezTo>
                  <a:cubicBezTo>
                    <a:pt x="15071" y="26604"/>
                    <a:pt x="16865" y="26809"/>
                    <a:pt x="18531" y="26348"/>
                  </a:cubicBezTo>
                  <a:cubicBezTo>
                    <a:pt x="19530" y="26091"/>
                    <a:pt x="20504" y="25707"/>
                    <a:pt x="21427" y="25220"/>
                  </a:cubicBezTo>
                  <a:cubicBezTo>
                    <a:pt x="22785" y="24528"/>
                    <a:pt x="24093" y="23733"/>
                    <a:pt x="25323" y="22811"/>
                  </a:cubicBezTo>
                  <a:cubicBezTo>
                    <a:pt x="26630" y="21862"/>
                    <a:pt x="27963" y="20914"/>
                    <a:pt x="29193" y="19914"/>
                  </a:cubicBezTo>
                  <a:cubicBezTo>
                    <a:pt x="36190" y="14302"/>
                    <a:pt x="43930" y="9483"/>
                    <a:pt x="52183" y="5229"/>
                  </a:cubicBezTo>
                  <a:cubicBezTo>
                    <a:pt x="55464" y="3537"/>
                    <a:pt x="58796" y="1820"/>
                    <a:pt x="62204" y="256"/>
                  </a:cubicBezTo>
                  <a:cubicBezTo>
                    <a:pt x="62384" y="179"/>
                    <a:pt x="62538" y="77"/>
                    <a:pt x="62691" y="0"/>
                  </a:cubicBezTo>
                  <a:lnTo>
                    <a:pt x="118924" y="0"/>
                  </a:lnTo>
                  <a:lnTo>
                    <a:pt x="118924" y="8278"/>
                  </a:lnTo>
                  <a:cubicBezTo>
                    <a:pt x="118616" y="8407"/>
                    <a:pt x="118334" y="8535"/>
                    <a:pt x="118027" y="8663"/>
                  </a:cubicBezTo>
                  <a:cubicBezTo>
                    <a:pt x="112029" y="10995"/>
                    <a:pt x="106416" y="14225"/>
                    <a:pt x="101393" y="18274"/>
                  </a:cubicBezTo>
                  <a:cubicBezTo>
                    <a:pt x="94729" y="23554"/>
                    <a:pt x="88527" y="29372"/>
                    <a:pt x="82811" y="35651"/>
                  </a:cubicBezTo>
                  <a:cubicBezTo>
                    <a:pt x="76532" y="42571"/>
                    <a:pt x="71893" y="50158"/>
                    <a:pt x="68843" y="58411"/>
                  </a:cubicBezTo>
                  <a:cubicBezTo>
                    <a:pt x="67510" y="62025"/>
                    <a:pt x="66126" y="65587"/>
                    <a:pt x="65101" y="69252"/>
                  </a:cubicBezTo>
                  <a:cubicBezTo>
                    <a:pt x="63691" y="74096"/>
                    <a:pt x="62897" y="78992"/>
                    <a:pt x="63102" y="83964"/>
                  </a:cubicBezTo>
                  <a:cubicBezTo>
                    <a:pt x="63281" y="88654"/>
                    <a:pt x="64383" y="93216"/>
                    <a:pt x="66075" y="97702"/>
                  </a:cubicBezTo>
                  <a:cubicBezTo>
                    <a:pt x="68202" y="103238"/>
                    <a:pt x="71278" y="108389"/>
                    <a:pt x="75199" y="112849"/>
                  </a:cubicBezTo>
                  <a:cubicBezTo>
                    <a:pt x="78505" y="116668"/>
                    <a:pt x="82427" y="119923"/>
                    <a:pt x="86758" y="122486"/>
                  </a:cubicBezTo>
                  <a:cubicBezTo>
                    <a:pt x="94447" y="127073"/>
                    <a:pt x="103059" y="129201"/>
                    <a:pt x="112568" y="128739"/>
                  </a:cubicBezTo>
                  <a:cubicBezTo>
                    <a:pt x="114362" y="128663"/>
                    <a:pt x="116182" y="128432"/>
                    <a:pt x="117950" y="128073"/>
                  </a:cubicBezTo>
                  <a:cubicBezTo>
                    <a:pt x="118283" y="128022"/>
                    <a:pt x="118591" y="127894"/>
                    <a:pt x="118924" y="127817"/>
                  </a:cubicBezTo>
                  <a:lnTo>
                    <a:pt x="118924" y="149064"/>
                  </a:lnTo>
                  <a:cubicBezTo>
                    <a:pt x="118514" y="149141"/>
                    <a:pt x="118129" y="149218"/>
                    <a:pt x="117719" y="149346"/>
                  </a:cubicBezTo>
                  <a:cubicBezTo>
                    <a:pt x="112952" y="150730"/>
                    <a:pt x="108005" y="151448"/>
                    <a:pt x="103008" y="151473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97" name="Google Shape;338;p14"/>
            <p:cNvSpPr/>
            <p:nvPr/>
          </p:nvSpPr>
          <p:spPr>
            <a:xfrm>
              <a:off x="1080" y="0"/>
              <a:ext cx="6626880" cy="5142240"/>
            </a:xfrm>
            <a:custGeom>
              <a:avLst/>
              <a:gdLst>
                <a:gd name="textAreaLeft" fmla="*/ 0 w 6626880"/>
                <a:gd name="textAreaRight" fmla="*/ 6627240 w 6626880"/>
                <a:gd name="textAreaTop" fmla="*/ 0 h 5142240"/>
                <a:gd name="textAreaBottom" fmla="*/ 5142600 h 5142240"/>
              </a:gdLst>
              <a:ahLst/>
              <a:cxnLst/>
              <a:rect l="textAreaLeft" t="textAreaTop" r="textAreaRight" b="textAreaBottom"/>
              <a:pathLst>
                <a:path w="206323" h="175925">
                  <a:moveTo>
                    <a:pt x="141196" y="19504"/>
                  </a:moveTo>
                  <a:cubicBezTo>
                    <a:pt x="142093" y="23041"/>
                    <a:pt x="142965" y="26604"/>
                    <a:pt x="143836" y="30166"/>
                  </a:cubicBezTo>
                  <a:cubicBezTo>
                    <a:pt x="145400" y="36318"/>
                    <a:pt x="147424" y="42315"/>
                    <a:pt x="149936" y="48133"/>
                  </a:cubicBezTo>
                  <a:cubicBezTo>
                    <a:pt x="151089" y="50824"/>
                    <a:pt x="152217" y="53515"/>
                    <a:pt x="153089" y="56283"/>
                  </a:cubicBezTo>
                  <a:cubicBezTo>
                    <a:pt x="153858" y="58770"/>
                    <a:pt x="154447" y="61333"/>
                    <a:pt x="154831" y="63921"/>
                  </a:cubicBezTo>
                  <a:cubicBezTo>
                    <a:pt x="155421" y="67612"/>
                    <a:pt x="155703" y="71277"/>
                    <a:pt x="156036" y="74968"/>
                  </a:cubicBezTo>
                  <a:cubicBezTo>
                    <a:pt x="156241" y="77813"/>
                    <a:pt x="156600" y="80658"/>
                    <a:pt x="157138" y="83477"/>
                  </a:cubicBezTo>
                  <a:cubicBezTo>
                    <a:pt x="157574" y="85912"/>
                    <a:pt x="158343" y="88270"/>
                    <a:pt x="159394" y="90525"/>
                  </a:cubicBezTo>
                  <a:cubicBezTo>
                    <a:pt x="160675" y="93191"/>
                    <a:pt x="162520" y="95549"/>
                    <a:pt x="164802" y="97420"/>
                  </a:cubicBezTo>
                  <a:cubicBezTo>
                    <a:pt x="165776" y="98214"/>
                    <a:pt x="166724" y="99034"/>
                    <a:pt x="167723" y="99803"/>
                  </a:cubicBezTo>
                  <a:cubicBezTo>
                    <a:pt x="171645" y="102751"/>
                    <a:pt x="174618" y="106826"/>
                    <a:pt x="176207" y="111490"/>
                  </a:cubicBezTo>
                  <a:cubicBezTo>
                    <a:pt x="177027" y="113797"/>
                    <a:pt x="177565" y="116155"/>
                    <a:pt x="177873" y="118590"/>
                  </a:cubicBezTo>
                  <a:cubicBezTo>
                    <a:pt x="178155" y="120820"/>
                    <a:pt x="178257" y="123075"/>
                    <a:pt x="178129" y="125331"/>
                  </a:cubicBezTo>
                  <a:cubicBezTo>
                    <a:pt x="178027" y="127330"/>
                    <a:pt x="177565" y="129278"/>
                    <a:pt x="176796" y="131123"/>
                  </a:cubicBezTo>
                  <a:cubicBezTo>
                    <a:pt x="175694" y="133686"/>
                    <a:pt x="174567" y="136249"/>
                    <a:pt x="173439" y="138812"/>
                  </a:cubicBezTo>
                  <a:cubicBezTo>
                    <a:pt x="172824" y="140222"/>
                    <a:pt x="172209" y="141631"/>
                    <a:pt x="171645" y="143067"/>
                  </a:cubicBezTo>
                  <a:cubicBezTo>
                    <a:pt x="170491" y="146040"/>
                    <a:pt x="170696" y="148987"/>
                    <a:pt x="172055" y="151909"/>
                  </a:cubicBezTo>
                  <a:cubicBezTo>
                    <a:pt x="172798" y="153447"/>
                    <a:pt x="173721" y="154882"/>
                    <a:pt x="174797" y="156215"/>
                  </a:cubicBezTo>
                  <a:cubicBezTo>
                    <a:pt x="176925" y="158829"/>
                    <a:pt x="179488" y="161136"/>
                    <a:pt x="182281" y="163263"/>
                  </a:cubicBezTo>
                  <a:cubicBezTo>
                    <a:pt x="188971" y="168415"/>
                    <a:pt x="196609" y="172387"/>
                    <a:pt x="205015" y="175386"/>
                  </a:cubicBezTo>
                  <a:cubicBezTo>
                    <a:pt x="205451" y="175540"/>
                    <a:pt x="205887" y="175745"/>
                    <a:pt x="206322" y="175924"/>
                  </a:cubicBezTo>
                  <a:lnTo>
                    <a:pt x="178539" y="175924"/>
                  </a:lnTo>
                  <a:cubicBezTo>
                    <a:pt x="178257" y="175668"/>
                    <a:pt x="178001" y="175412"/>
                    <a:pt x="177694" y="175181"/>
                  </a:cubicBezTo>
                  <a:cubicBezTo>
                    <a:pt x="174054" y="172439"/>
                    <a:pt x="170594" y="169491"/>
                    <a:pt x="167313" y="166364"/>
                  </a:cubicBezTo>
                  <a:cubicBezTo>
                    <a:pt x="164597" y="163801"/>
                    <a:pt x="162136" y="161008"/>
                    <a:pt x="159932" y="158009"/>
                  </a:cubicBezTo>
                  <a:cubicBezTo>
                    <a:pt x="157753" y="154985"/>
                    <a:pt x="156010" y="151806"/>
                    <a:pt x="154960" y="148372"/>
                  </a:cubicBezTo>
                  <a:cubicBezTo>
                    <a:pt x="154550" y="146988"/>
                    <a:pt x="154268" y="145553"/>
                    <a:pt x="154139" y="144117"/>
                  </a:cubicBezTo>
                  <a:cubicBezTo>
                    <a:pt x="153909" y="141401"/>
                    <a:pt x="154344" y="138658"/>
                    <a:pt x="155421" y="136146"/>
                  </a:cubicBezTo>
                  <a:cubicBezTo>
                    <a:pt x="156036" y="134686"/>
                    <a:pt x="156754" y="133225"/>
                    <a:pt x="157394" y="131764"/>
                  </a:cubicBezTo>
                  <a:cubicBezTo>
                    <a:pt x="157856" y="130739"/>
                    <a:pt x="158266" y="129688"/>
                    <a:pt x="158625" y="128637"/>
                  </a:cubicBezTo>
                  <a:cubicBezTo>
                    <a:pt x="159650" y="125356"/>
                    <a:pt x="159163" y="122178"/>
                    <a:pt x="157471" y="119103"/>
                  </a:cubicBezTo>
                  <a:cubicBezTo>
                    <a:pt x="156779" y="117898"/>
                    <a:pt x="155959" y="116745"/>
                    <a:pt x="154985" y="115745"/>
                  </a:cubicBezTo>
                  <a:cubicBezTo>
                    <a:pt x="154344" y="115079"/>
                    <a:pt x="153678" y="114438"/>
                    <a:pt x="152986" y="113823"/>
                  </a:cubicBezTo>
                  <a:cubicBezTo>
                    <a:pt x="152422" y="113285"/>
                    <a:pt x="151833" y="112746"/>
                    <a:pt x="151218" y="112234"/>
                  </a:cubicBezTo>
                  <a:cubicBezTo>
                    <a:pt x="147040" y="108748"/>
                    <a:pt x="144016" y="104083"/>
                    <a:pt x="142580" y="98829"/>
                  </a:cubicBezTo>
                  <a:cubicBezTo>
                    <a:pt x="141837" y="96164"/>
                    <a:pt x="141299" y="93473"/>
                    <a:pt x="140966" y="90756"/>
                  </a:cubicBezTo>
                  <a:cubicBezTo>
                    <a:pt x="140402" y="86476"/>
                    <a:pt x="139915" y="82170"/>
                    <a:pt x="139325" y="77864"/>
                  </a:cubicBezTo>
                  <a:cubicBezTo>
                    <a:pt x="138813" y="74173"/>
                    <a:pt x="138172" y="70482"/>
                    <a:pt x="137403" y="66817"/>
                  </a:cubicBezTo>
                  <a:cubicBezTo>
                    <a:pt x="136685" y="63409"/>
                    <a:pt x="136045" y="60025"/>
                    <a:pt x="135250" y="56642"/>
                  </a:cubicBezTo>
                  <a:cubicBezTo>
                    <a:pt x="133533" y="49107"/>
                    <a:pt x="131636" y="41572"/>
                    <a:pt x="129124" y="34216"/>
                  </a:cubicBezTo>
                  <a:cubicBezTo>
                    <a:pt x="128279" y="31576"/>
                    <a:pt x="127202" y="29039"/>
                    <a:pt x="125946" y="26578"/>
                  </a:cubicBezTo>
                  <a:cubicBezTo>
                    <a:pt x="125152" y="25015"/>
                    <a:pt x="124203" y="23554"/>
                    <a:pt x="123127" y="22170"/>
                  </a:cubicBezTo>
                  <a:cubicBezTo>
                    <a:pt x="122025" y="20786"/>
                    <a:pt x="120718" y="19530"/>
                    <a:pt x="119231" y="18530"/>
                  </a:cubicBezTo>
                  <a:cubicBezTo>
                    <a:pt x="118360" y="17941"/>
                    <a:pt x="117437" y="17454"/>
                    <a:pt x="116463" y="17070"/>
                  </a:cubicBezTo>
                  <a:cubicBezTo>
                    <a:pt x="113951" y="16096"/>
                    <a:pt x="111183" y="15942"/>
                    <a:pt x="108595" y="16659"/>
                  </a:cubicBezTo>
                  <a:cubicBezTo>
                    <a:pt x="107031" y="17095"/>
                    <a:pt x="105519" y="17710"/>
                    <a:pt x="104135" y="18530"/>
                  </a:cubicBezTo>
                  <a:cubicBezTo>
                    <a:pt x="101880" y="19838"/>
                    <a:pt x="99829" y="21478"/>
                    <a:pt x="98035" y="23400"/>
                  </a:cubicBezTo>
                  <a:cubicBezTo>
                    <a:pt x="95370" y="26194"/>
                    <a:pt x="93114" y="29321"/>
                    <a:pt x="91320" y="32729"/>
                  </a:cubicBezTo>
                  <a:cubicBezTo>
                    <a:pt x="90218" y="34806"/>
                    <a:pt x="89167" y="36907"/>
                    <a:pt x="88116" y="38958"/>
                  </a:cubicBezTo>
                  <a:cubicBezTo>
                    <a:pt x="86758" y="41674"/>
                    <a:pt x="85246" y="44314"/>
                    <a:pt x="83580" y="46852"/>
                  </a:cubicBezTo>
                  <a:cubicBezTo>
                    <a:pt x="82298" y="48748"/>
                    <a:pt x="80837" y="50491"/>
                    <a:pt x="79197" y="52080"/>
                  </a:cubicBezTo>
                  <a:cubicBezTo>
                    <a:pt x="78300" y="52926"/>
                    <a:pt x="77352" y="53695"/>
                    <a:pt x="76326" y="54387"/>
                  </a:cubicBezTo>
                  <a:cubicBezTo>
                    <a:pt x="73302" y="56335"/>
                    <a:pt x="69791" y="57437"/>
                    <a:pt x="66177" y="57539"/>
                  </a:cubicBezTo>
                  <a:cubicBezTo>
                    <a:pt x="62332" y="57693"/>
                    <a:pt x="58616" y="57104"/>
                    <a:pt x="55002" y="56104"/>
                  </a:cubicBezTo>
                  <a:cubicBezTo>
                    <a:pt x="50414" y="54797"/>
                    <a:pt x="45980" y="52952"/>
                    <a:pt x="41828" y="50619"/>
                  </a:cubicBezTo>
                  <a:cubicBezTo>
                    <a:pt x="37830" y="48441"/>
                    <a:pt x="34139" y="45955"/>
                    <a:pt x="30423" y="43443"/>
                  </a:cubicBezTo>
                  <a:cubicBezTo>
                    <a:pt x="26194" y="40572"/>
                    <a:pt x="21991" y="37625"/>
                    <a:pt x="17710" y="34806"/>
                  </a:cubicBezTo>
                  <a:cubicBezTo>
                    <a:pt x="12405" y="31269"/>
                    <a:pt x="6843" y="28065"/>
                    <a:pt x="1128" y="25040"/>
                  </a:cubicBezTo>
                  <a:cubicBezTo>
                    <a:pt x="769" y="24861"/>
                    <a:pt x="461" y="24605"/>
                    <a:pt x="0" y="24630"/>
                  </a:cubicBezTo>
                  <a:lnTo>
                    <a:pt x="0" y="19351"/>
                  </a:lnTo>
                  <a:cubicBezTo>
                    <a:pt x="179" y="19351"/>
                    <a:pt x="359" y="19376"/>
                    <a:pt x="538" y="19428"/>
                  </a:cubicBezTo>
                  <a:cubicBezTo>
                    <a:pt x="846" y="19556"/>
                    <a:pt x="1128" y="19709"/>
                    <a:pt x="1435" y="19863"/>
                  </a:cubicBezTo>
                  <a:cubicBezTo>
                    <a:pt x="11354" y="24964"/>
                    <a:pt x="20991" y="30653"/>
                    <a:pt x="30269" y="36907"/>
                  </a:cubicBezTo>
                  <a:cubicBezTo>
                    <a:pt x="33447" y="39060"/>
                    <a:pt x="36677" y="41136"/>
                    <a:pt x="39906" y="43187"/>
                  </a:cubicBezTo>
                  <a:cubicBezTo>
                    <a:pt x="42315" y="44724"/>
                    <a:pt x="44827" y="46083"/>
                    <a:pt x="47416" y="47287"/>
                  </a:cubicBezTo>
                  <a:cubicBezTo>
                    <a:pt x="50389" y="48723"/>
                    <a:pt x="53516" y="49773"/>
                    <a:pt x="56745" y="50440"/>
                  </a:cubicBezTo>
                  <a:cubicBezTo>
                    <a:pt x="58795" y="50876"/>
                    <a:pt x="60871" y="51029"/>
                    <a:pt x="62948" y="50952"/>
                  </a:cubicBezTo>
                  <a:cubicBezTo>
                    <a:pt x="66510" y="50799"/>
                    <a:pt x="69586" y="49748"/>
                    <a:pt x="72149" y="47697"/>
                  </a:cubicBezTo>
                  <a:cubicBezTo>
                    <a:pt x="73353" y="46723"/>
                    <a:pt x="74455" y="45570"/>
                    <a:pt x="75404" y="44314"/>
                  </a:cubicBezTo>
                  <a:cubicBezTo>
                    <a:pt x="76813" y="42443"/>
                    <a:pt x="78018" y="40418"/>
                    <a:pt x="79018" y="38266"/>
                  </a:cubicBezTo>
                  <a:cubicBezTo>
                    <a:pt x="80427" y="35190"/>
                    <a:pt x="81658" y="32037"/>
                    <a:pt x="82657" y="28808"/>
                  </a:cubicBezTo>
                  <a:cubicBezTo>
                    <a:pt x="83477" y="26091"/>
                    <a:pt x="84502" y="23477"/>
                    <a:pt x="85733" y="20940"/>
                  </a:cubicBezTo>
                  <a:cubicBezTo>
                    <a:pt x="87527" y="17454"/>
                    <a:pt x="89680" y="14148"/>
                    <a:pt x="92166" y="11123"/>
                  </a:cubicBezTo>
                  <a:cubicBezTo>
                    <a:pt x="94883" y="7817"/>
                    <a:pt x="97753" y="4562"/>
                    <a:pt x="100778" y="1435"/>
                  </a:cubicBezTo>
                  <a:cubicBezTo>
                    <a:pt x="101239" y="948"/>
                    <a:pt x="101752" y="461"/>
                    <a:pt x="102238" y="0"/>
                  </a:cubicBezTo>
                  <a:lnTo>
                    <a:pt x="125921" y="0"/>
                  </a:lnTo>
                  <a:cubicBezTo>
                    <a:pt x="126100" y="308"/>
                    <a:pt x="126485" y="384"/>
                    <a:pt x="126792" y="564"/>
                  </a:cubicBezTo>
                  <a:cubicBezTo>
                    <a:pt x="128663" y="1512"/>
                    <a:pt x="130457" y="2640"/>
                    <a:pt x="132123" y="3921"/>
                  </a:cubicBezTo>
                  <a:cubicBezTo>
                    <a:pt x="134968" y="6126"/>
                    <a:pt x="137224" y="8996"/>
                    <a:pt x="138684" y="12277"/>
                  </a:cubicBezTo>
                  <a:cubicBezTo>
                    <a:pt x="139735" y="14609"/>
                    <a:pt x="140555" y="17018"/>
                    <a:pt x="141196" y="19504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98" name="Google Shape;339;p14"/>
            <p:cNvSpPr/>
            <p:nvPr/>
          </p:nvSpPr>
          <p:spPr>
            <a:xfrm>
              <a:off x="1080" y="1168200"/>
              <a:ext cx="4783320" cy="3974400"/>
            </a:xfrm>
            <a:custGeom>
              <a:avLst/>
              <a:gdLst>
                <a:gd name="textAreaLeft" fmla="*/ 0 w 4783320"/>
                <a:gd name="textAreaRight" fmla="*/ 4783680 w 4783320"/>
                <a:gd name="textAreaTop" fmla="*/ 0 h 3974400"/>
                <a:gd name="textAreaBottom" fmla="*/ 3974760 h 3974400"/>
              </a:gdLst>
              <a:ahLst/>
              <a:cxnLst/>
              <a:rect l="textAreaLeft" t="textAreaTop" r="textAreaRight" b="textAreaBottom"/>
              <a:pathLst>
                <a:path w="148937" h="135968">
                  <a:moveTo>
                    <a:pt x="1307" y="308"/>
                  </a:moveTo>
                  <a:cubicBezTo>
                    <a:pt x="3306" y="897"/>
                    <a:pt x="5229" y="1615"/>
                    <a:pt x="7125" y="2435"/>
                  </a:cubicBezTo>
                  <a:cubicBezTo>
                    <a:pt x="10329" y="3819"/>
                    <a:pt x="13430" y="5331"/>
                    <a:pt x="16429" y="6972"/>
                  </a:cubicBezTo>
                  <a:cubicBezTo>
                    <a:pt x="21068" y="9483"/>
                    <a:pt x="25656" y="12021"/>
                    <a:pt x="30295" y="14507"/>
                  </a:cubicBezTo>
                  <a:cubicBezTo>
                    <a:pt x="35805" y="17505"/>
                    <a:pt x="41546" y="19992"/>
                    <a:pt x="47493" y="21991"/>
                  </a:cubicBezTo>
                  <a:cubicBezTo>
                    <a:pt x="51414" y="23323"/>
                    <a:pt x="55412" y="24374"/>
                    <a:pt x="59487" y="25169"/>
                  </a:cubicBezTo>
                  <a:cubicBezTo>
                    <a:pt x="62512" y="25758"/>
                    <a:pt x="65562" y="26040"/>
                    <a:pt x="68637" y="26040"/>
                  </a:cubicBezTo>
                  <a:cubicBezTo>
                    <a:pt x="74174" y="25989"/>
                    <a:pt x="79146" y="24631"/>
                    <a:pt x="83554" y="21863"/>
                  </a:cubicBezTo>
                  <a:cubicBezTo>
                    <a:pt x="85476" y="20632"/>
                    <a:pt x="87296" y="19248"/>
                    <a:pt x="88988" y="17736"/>
                  </a:cubicBezTo>
                  <a:cubicBezTo>
                    <a:pt x="90269" y="16608"/>
                    <a:pt x="91499" y="15455"/>
                    <a:pt x="92781" y="14353"/>
                  </a:cubicBezTo>
                  <a:cubicBezTo>
                    <a:pt x="94062" y="13225"/>
                    <a:pt x="95395" y="12149"/>
                    <a:pt x="96754" y="11124"/>
                  </a:cubicBezTo>
                  <a:cubicBezTo>
                    <a:pt x="97574" y="10534"/>
                    <a:pt x="98420" y="10021"/>
                    <a:pt x="99317" y="9535"/>
                  </a:cubicBezTo>
                  <a:cubicBezTo>
                    <a:pt x="100086" y="9124"/>
                    <a:pt x="100931" y="8817"/>
                    <a:pt x="101803" y="8637"/>
                  </a:cubicBezTo>
                  <a:cubicBezTo>
                    <a:pt x="103571" y="8202"/>
                    <a:pt x="105417" y="8432"/>
                    <a:pt x="107031" y="9278"/>
                  </a:cubicBezTo>
                  <a:cubicBezTo>
                    <a:pt x="107928" y="9765"/>
                    <a:pt x="108749" y="10380"/>
                    <a:pt x="109492" y="11098"/>
                  </a:cubicBezTo>
                  <a:cubicBezTo>
                    <a:pt x="110466" y="12072"/>
                    <a:pt x="111337" y="13123"/>
                    <a:pt x="112080" y="14302"/>
                  </a:cubicBezTo>
                  <a:cubicBezTo>
                    <a:pt x="113413" y="16326"/>
                    <a:pt x="114515" y="18505"/>
                    <a:pt x="115387" y="20786"/>
                  </a:cubicBezTo>
                  <a:cubicBezTo>
                    <a:pt x="116848" y="24528"/>
                    <a:pt x="117950" y="28424"/>
                    <a:pt x="118667" y="32371"/>
                  </a:cubicBezTo>
                  <a:cubicBezTo>
                    <a:pt x="119667" y="37471"/>
                    <a:pt x="120026" y="42648"/>
                    <a:pt x="119769" y="47826"/>
                  </a:cubicBezTo>
                  <a:cubicBezTo>
                    <a:pt x="119641" y="50056"/>
                    <a:pt x="119436" y="52311"/>
                    <a:pt x="119180" y="54566"/>
                  </a:cubicBezTo>
                  <a:cubicBezTo>
                    <a:pt x="118693" y="58795"/>
                    <a:pt x="118078" y="63024"/>
                    <a:pt x="117591" y="67253"/>
                  </a:cubicBezTo>
                  <a:cubicBezTo>
                    <a:pt x="117027" y="71610"/>
                    <a:pt x="116719" y="75993"/>
                    <a:pt x="116617" y="80401"/>
                  </a:cubicBezTo>
                  <a:cubicBezTo>
                    <a:pt x="116566" y="83374"/>
                    <a:pt x="116771" y="86348"/>
                    <a:pt x="117258" y="89295"/>
                  </a:cubicBezTo>
                  <a:cubicBezTo>
                    <a:pt x="118129" y="94498"/>
                    <a:pt x="120000" y="99444"/>
                    <a:pt x="123358" y="103930"/>
                  </a:cubicBezTo>
                  <a:cubicBezTo>
                    <a:pt x="125049" y="106262"/>
                    <a:pt x="126818" y="108543"/>
                    <a:pt x="128663" y="110824"/>
                  </a:cubicBezTo>
                  <a:cubicBezTo>
                    <a:pt x="131559" y="114412"/>
                    <a:pt x="134276" y="118129"/>
                    <a:pt x="137019" y="121794"/>
                  </a:cubicBezTo>
                  <a:cubicBezTo>
                    <a:pt x="140581" y="126561"/>
                    <a:pt x="144426" y="131123"/>
                    <a:pt x="148526" y="135429"/>
                  </a:cubicBezTo>
                  <a:cubicBezTo>
                    <a:pt x="148680" y="135583"/>
                    <a:pt x="148808" y="135788"/>
                    <a:pt x="148937" y="135967"/>
                  </a:cubicBezTo>
                  <a:lnTo>
                    <a:pt x="115028" y="135967"/>
                  </a:lnTo>
                  <a:cubicBezTo>
                    <a:pt x="114772" y="135608"/>
                    <a:pt x="114515" y="135275"/>
                    <a:pt x="114310" y="134916"/>
                  </a:cubicBezTo>
                  <a:cubicBezTo>
                    <a:pt x="111055" y="129227"/>
                    <a:pt x="108313" y="123255"/>
                    <a:pt x="106134" y="117104"/>
                  </a:cubicBezTo>
                  <a:cubicBezTo>
                    <a:pt x="104340" y="112157"/>
                    <a:pt x="102905" y="107082"/>
                    <a:pt x="101880" y="101931"/>
                  </a:cubicBezTo>
                  <a:cubicBezTo>
                    <a:pt x="101136" y="98086"/>
                    <a:pt x="100624" y="94242"/>
                    <a:pt x="100393" y="90346"/>
                  </a:cubicBezTo>
                  <a:cubicBezTo>
                    <a:pt x="100162" y="86860"/>
                    <a:pt x="100214" y="83374"/>
                    <a:pt x="100470" y="79914"/>
                  </a:cubicBezTo>
                  <a:cubicBezTo>
                    <a:pt x="100726" y="76813"/>
                    <a:pt x="101111" y="73738"/>
                    <a:pt x="101675" y="70688"/>
                  </a:cubicBezTo>
                  <a:cubicBezTo>
                    <a:pt x="102520" y="65997"/>
                    <a:pt x="103751" y="61384"/>
                    <a:pt x="104853" y="56745"/>
                  </a:cubicBezTo>
                  <a:cubicBezTo>
                    <a:pt x="105673" y="53541"/>
                    <a:pt x="106211" y="50286"/>
                    <a:pt x="106467" y="46980"/>
                  </a:cubicBezTo>
                  <a:cubicBezTo>
                    <a:pt x="106724" y="43135"/>
                    <a:pt x="106339" y="39342"/>
                    <a:pt x="105007" y="35651"/>
                  </a:cubicBezTo>
                  <a:cubicBezTo>
                    <a:pt x="104596" y="34524"/>
                    <a:pt x="104058" y="33447"/>
                    <a:pt x="103366" y="32448"/>
                  </a:cubicBezTo>
                  <a:cubicBezTo>
                    <a:pt x="102854" y="31653"/>
                    <a:pt x="102238" y="30936"/>
                    <a:pt x="101521" y="30320"/>
                  </a:cubicBezTo>
                  <a:cubicBezTo>
                    <a:pt x="99957" y="28962"/>
                    <a:pt x="98061" y="28321"/>
                    <a:pt x="95805" y="28398"/>
                  </a:cubicBezTo>
                  <a:cubicBezTo>
                    <a:pt x="94780" y="28398"/>
                    <a:pt x="93781" y="28526"/>
                    <a:pt x="92781" y="28783"/>
                  </a:cubicBezTo>
                  <a:cubicBezTo>
                    <a:pt x="91397" y="29141"/>
                    <a:pt x="90039" y="29500"/>
                    <a:pt x="88680" y="29885"/>
                  </a:cubicBezTo>
                  <a:cubicBezTo>
                    <a:pt x="86271" y="30577"/>
                    <a:pt x="83913" y="31346"/>
                    <a:pt x="81452" y="31884"/>
                  </a:cubicBezTo>
                  <a:cubicBezTo>
                    <a:pt x="76788" y="32909"/>
                    <a:pt x="72021" y="33319"/>
                    <a:pt x="67253" y="33063"/>
                  </a:cubicBezTo>
                  <a:cubicBezTo>
                    <a:pt x="61282" y="32730"/>
                    <a:pt x="55464" y="31807"/>
                    <a:pt x="49671" y="30654"/>
                  </a:cubicBezTo>
                  <a:cubicBezTo>
                    <a:pt x="43956" y="29500"/>
                    <a:pt x="38343" y="28014"/>
                    <a:pt x="32755" y="26502"/>
                  </a:cubicBezTo>
                  <a:cubicBezTo>
                    <a:pt x="28578" y="25399"/>
                    <a:pt x="24400" y="24246"/>
                    <a:pt x="20145" y="23298"/>
                  </a:cubicBezTo>
                  <a:cubicBezTo>
                    <a:pt x="17864" y="22785"/>
                    <a:pt x="15557" y="22401"/>
                    <a:pt x="13225" y="22170"/>
                  </a:cubicBezTo>
                  <a:cubicBezTo>
                    <a:pt x="11226" y="21965"/>
                    <a:pt x="9227" y="21965"/>
                    <a:pt x="7228" y="22196"/>
                  </a:cubicBezTo>
                  <a:cubicBezTo>
                    <a:pt x="4972" y="22426"/>
                    <a:pt x="2845" y="23272"/>
                    <a:pt x="1051" y="24605"/>
                  </a:cubicBezTo>
                  <a:cubicBezTo>
                    <a:pt x="846" y="24759"/>
                    <a:pt x="641" y="24912"/>
                    <a:pt x="436" y="25041"/>
                  </a:cubicBezTo>
                  <a:cubicBezTo>
                    <a:pt x="282" y="25066"/>
                    <a:pt x="154" y="25092"/>
                    <a:pt x="0" y="25092"/>
                  </a:cubicBezTo>
                  <a:lnTo>
                    <a:pt x="0" y="103"/>
                  </a:lnTo>
                  <a:cubicBezTo>
                    <a:pt x="487" y="0"/>
                    <a:pt x="897" y="180"/>
                    <a:pt x="1307" y="30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99" name="Google Shape;340;p14"/>
            <p:cNvSpPr/>
            <p:nvPr/>
          </p:nvSpPr>
          <p:spPr>
            <a:xfrm>
              <a:off x="4425840" y="0"/>
              <a:ext cx="4717800" cy="5142960"/>
            </a:xfrm>
            <a:custGeom>
              <a:avLst/>
              <a:gdLst>
                <a:gd name="textAreaLeft" fmla="*/ 0 w 4717800"/>
                <a:gd name="textAreaRight" fmla="*/ 4718160 w 4717800"/>
                <a:gd name="textAreaTop" fmla="*/ 0 h 5142960"/>
                <a:gd name="textAreaBottom" fmla="*/ 5143320 h 5142960"/>
              </a:gdLst>
              <a:ahLst/>
              <a:cxnLst/>
              <a:rect l="textAreaLeft" t="textAreaTop" r="textAreaRight" b="textAreaBottom"/>
              <a:pathLst>
                <a:path w="146887" h="175950">
                  <a:moveTo>
                    <a:pt x="114772" y="175924"/>
                  </a:moveTo>
                  <a:cubicBezTo>
                    <a:pt x="114644" y="175822"/>
                    <a:pt x="114516" y="175719"/>
                    <a:pt x="114362" y="175642"/>
                  </a:cubicBezTo>
                  <a:cubicBezTo>
                    <a:pt x="110364" y="174310"/>
                    <a:pt x="106289" y="173079"/>
                    <a:pt x="102060" y="172310"/>
                  </a:cubicBezTo>
                  <a:cubicBezTo>
                    <a:pt x="98472" y="171695"/>
                    <a:pt x="94832" y="171439"/>
                    <a:pt x="91193" y="171516"/>
                  </a:cubicBezTo>
                  <a:cubicBezTo>
                    <a:pt x="88989" y="171567"/>
                    <a:pt x="86810" y="171593"/>
                    <a:pt x="84606" y="171644"/>
                  </a:cubicBezTo>
                  <a:cubicBezTo>
                    <a:pt x="78531" y="171772"/>
                    <a:pt x="72457" y="170849"/>
                    <a:pt x="66690" y="168978"/>
                  </a:cubicBezTo>
                  <a:cubicBezTo>
                    <a:pt x="59591" y="166697"/>
                    <a:pt x="53311" y="163391"/>
                    <a:pt x="47929" y="158932"/>
                  </a:cubicBezTo>
                  <a:cubicBezTo>
                    <a:pt x="46263" y="157573"/>
                    <a:pt x="44751" y="156035"/>
                    <a:pt x="43444" y="154318"/>
                  </a:cubicBezTo>
                  <a:cubicBezTo>
                    <a:pt x="42290" y="152883"/>
                    <a:pt x="41419" y="151217"/>
                    <a:pt x="40932" y="149423"/>
                  </a:cubicBezTo>
                  <a:cubicBezTo>
                    <a:pt x="40573" y="148039"/>
                    <a:pt x="40471" y="146629"/>
                    <a:pt x="40650" y="145219"/>
                  </a:cubicBezTo>
                  <a:cubicBezTo>
                    <a:pt x="40958" y="143041"/>
                    <a:pt x="41496" y="140914"/>
                    <a:pt x="42265" y="138889"/>
                  </a:cubicBezTo>
                  <a:cubicBezTo>
                    <a:pt x="43136" y="136454"/>
                    <a:pt x="44033" y="134019"/>
                    <a:pt x="44956" y="131610"/>
                  </a:cubicBezTo>
                  <a:cubicBezTo>
                    <a:pt x="45853" y="129201"/>
                    <a:pt x="46340" y="126689"/>
                    <a:pt x="46417" y="124126"/>
                  </a:cubicBezTo>
                  <a:cubicBezTo>
                    <a:pt x="46494" y="122024"/>
                    <a:pt x="46545" y="119923"/>
                    <a:pt x="46417" y="117821"/>
                  </a:cubicBezTo>
                  <a:cubicBezTo>
                    <a:pt x="46109" y="112772"/>
                    <a:pt x="45212" y="107800"/>
                    <a:pt x="43264" y="102981"/>
                  </a:cubicBezTo>
                  <a:cubicBezTo>
                    <a:pt x="42752" y="101725"/>
                    <a:pt x="42162" y="100495"/>
                    <a:pt x="41522" y="99316"/>
                  </a:cubicBezTo>
                  <a:cubicBezTo>
                    <a:pt x="40138" y="96804"/>
                    <a:pt x="38241" y="94600"/>
                    <a:pt x="36011" y="92806"/>
                  </a:cubicBezTo>
                  <a:cubicBezTo>
                    <a:pt x="35242" y="92191"/>
                    <a:pt x="34499" y="91576"/>
                    <a:pt x="33730" y="90961"/>
                  </a:cubicBezTo>
                  <a:cubicBezTo>
                    <a:pt x="30731" y="88757"/>
                    <a:pt x="28527" y="85655"/>
                    <a:pt x="27374" y="82118"/>
                  </a:cubicBezTo>
                  <a:cubicBezTo>
                    <a:pt x="26759" y="80196"/>
                    <a:pt x="26374" y="78197"/>
                    <a:pt x="26195" y="76198"/>
                  </a:cubicBezTo>
                  <a:cubicBezTo>
                    <a:pt x="25964" y="73686"/>
                    <a:pt x="25887" y="71174"/>
                    <a:pt x="25938" y="68688"/>
                  </a:cubicBezTo>
                  <a:cubicBezTo>
                    <a:pt x="25938" y="67048"/>
                    <a:pt x="25990" y="65433"/>
                    <a:pt x="25938" y="63793"/>
                  </a:cubicBezTo>
                  <a:cubicBezTo>
                    <a:pt x="25938" y="62383"/>
                    <a:pt x="25759" y="60974"/>
                    <a:pt x="25426" y="59590"/>
                  </a:cubicBezTo>
                  <a:cubicBezTo>
                    <a:pt x="24990" y="57873"/>
                    <a:pt x="24298" y="56232"/>
                    <a:pt x="23350" y="54746"/>
                  </a:cubicBezTo>
                  <a:cubicBezTo>
                    <a:pt x="22453" y="53310"/>
                    <a:pt x="21530" y="51901"/>
                    <a:pt x="20607" y="50517"/>
                  </a:cubicBezTo>
                  <a:cubicBezTo>
                    <a:pt x="18506" y="47492"/>
                    <a:pt x="16635" y="44289"/>
                    <a:pt x="15071" y="40957"/>
                  </a:cubicBezTo>
                  <a:cubicBezTo>
                    <a:pt x="13405" y="37317"/>
                    <a:pt x="12124" y="33550"/>
                    <a:pt x="11201" y="29680"/>
                  </a:cubicBezTo>
                  <a:cubicBezTo>
                    <a:pt x="10278" y="25938"/>
                    <a:pt x="9586" y="22144"/>
                    <a:pt x="8894" y="18377"/>
                  </a:cubicBezTo>
                  <a:cubicBezTo>
                    <a:pt x="8305" y="15327"/>
                    <a:pt x="7690" y="12251"/>
                    <a:pt x="6613" y="9278"/>
                  </a:cubicBezTo>
                  <a:cubicBezTo>
                    <a:pt x="6152" y="7945"/>
                    <a:pt x="5537" y="6664"/>
                    <a:pt x="4845" y="5434"/>
                  </a:cubicBezTo>
                  <a:cubicBezTo>
                    <a:pt x="3820" y="3639"/>
                    <a:pt x="2461" y="2050"/>
                    <a:pt x="872" y="743"/>
                  </a:cubicBezTo>
                  <a:cubicBezTo>
                    <a:pt x="565" y="513"/>
                    <a:pt x="283" y="256"/>
                    <a:pt x="1" y="0"/>
                  </a:cubicBezTo>
                  <a:lnTo>
                    <a:pt x="16635" y="0"/>
                  </a:lnTo>
                  <a:cubicBezTo>
                    <a:pt x="16865" y="1128"/>
                    <a:pt x="17173" y="2281"/>
                    <a:pt x="17378" y="3409"/>
                  </a:cubicBezTo>
                  <a:cubicBezTo>
                    <a:pt x="17532" y="4306"/>
                    <a:pt x="17660" y="5203"/>
                    <a:pt x="17711" y="6126"/>
                  </a:cubicBezTo>
                  <a:cubicBezTo>
                    <a:pt x="17839" y="7817"/>
                    <a:pt x="17916" y="9509"/>
                    <a:pt x="18019" y="11175"/>
                  </a:cubicBezTo>
                  <a:cubicBezTo>
                    <a:pt x="18198" y="14532"/>
                    <a:pt x="18326" y="17890"/>
                    <a:pt x="18711" y="21222"/>
                  </a:cubicBezTo>
                  <a:cubicBezTo>
                    <a:pt x="19198" y="25374"/>
                    <a:pt x="20018" y="29474"/>
                    <a:pt x="21633" y="33447"/>
                  </a:cubicBezTo>
                  <a:cubicBezTo>
                    <a:pt x="22555" y="35754"/>
                    <a:pt x="23760" y="37932"/>
                    <a:pt x="25246" y="39906"/>
                  </a:cubicBezTo>
                  <a:cubicBezTo>
                    <a:pt x="28220" y="43853"/>
                    <a:pt x="32295" y="46749"/>
                    <a:pt x="37498" y="48569"/>
                  </a:cubicBezTo>
                  <a:cubicBezTo>
                    <a:pt x="39394" y="49210"/>
                    <a:pt x="41342" y="49697"/>
                    <a:pt x="43316" y="50184"/>
                  </a:cubicBezTo>
                  <a:cubicBezTo>
                    <a:pt x="44469" y="50491"/>
                    <a:pt x="45648" y="50773"/>
                    <a:pt x="46776" y="51106"/>
                  </a:cubicBezTo>
                  <a:cubicBezTo>
                    <a:pt x="47468" y="51337"/>
                    <a:pt x="48160" y="51619"/>
                    <a:pt x="48801" y="51952"/>
                  </a:cubicBezTo>
                  <a:cubicBezTo>
                    <a:pt x="50005" y="52593"/>
                    <a:pt x="50595" y="53541"/>
                    <a:pt x="50595" y="54720"/>
                  </a:cubicBezTo>
                  <a:cubicBezTo>
                    <a:pt x="50620" y="55489"/>
                    <a:pt x="50466" y="56232"/>
                    <a:pt x="50159" y="56950"/>
                  </a:cubicBezTo>
                  <a:cubicBezTo>
                    <a:pt x="49749" y="57898"/>
                    <a:pt x="49287" y="58872"/>
                    <a:pt x="48826" y="59820"/>
                  </a:cubicBezTo>
                  <a:cubicBezTo>
                    <a:pt x="48237" y="61051"/>
                    <a:pt x="47596" y="62255"/>
                    <a:pt x="47032" y="63485"/>
                  </a:cubicBezTo>
                  <a:cubicBezTo>
                    <a:pt x="46366" y="64895"/>
                    <a:pt x="45930" y="66382"/>
                    <a:pt x="45699" y="67919"/>
                  </a:cubicBezTo>
                  <a:cubicBezTo>
                    <a:pt x="45417" y="70098"/>
                    <a:pt x="45853" y="72328"/>
                    <a:pt x="46981" y="74224"/>
                  </a:cubicBezTo>
                  <a:cubicBezTo>
                    <a:pt x="47237" y="74660"/>
                    <a:pt x="47519" y="75070"/>
                    <a:pt x="47801" y="75455"/>
                  </a:cubicBezTo>
                  <a:cubicBezTo>
                    <a:pt x="48160" y="75993"/>
                    <a:pt x="48519" y="76506"/>
                    <a:pt x="48929" y="76992"/>
                  </a:cubicBezTo>
                  <a:cubicBezTo>
                    <a:pt x="51825" y="80478"/>
                    <a:pt x="53491" y="84400"/>
                    <a:pt x="54439" y="88526"/>
                  </a:cubicBezTo>
                  <a:cubicBezTo>
                    <a:pt x="55157" y="91781"/>
                    <a:pt x="55695" y="95087"/>
                    <a:pt x="56079" y="98394"/>
                  </a:cubicBezTo>
                  <a:cubicBezTo>
                    <a:pt x="56438" y="101546"/>
                    <a:pt x="56720" y="104698"/>
                    <a:pt x="56925" y="107851"/>
                  </a:cubicBezTo>
                  <a:cubicBezTo>
                    <a:pt x="57182" y="111465"/>
                    <a:pt x="57182" y="115053"/>
                    <a:pt x="57207" y="118667"/>
                  </a:cubicBezTo>
                  <a:cubicBezTo>
                    <a:pt x="57207" y="120384"/>
                    <a:pt x="57258" y="122101"/>
                    <a:pt x="57335" y="123818"/>
                  </a:cubicBezTo>
                  <a:cubicBezTo>
                    <a:pt x="57438" y="127330"/>
                    <a:pt x="57258" y="130841"/>
                    <a:pt x="56797" y="134327"/>
                  </a:cubicBezTo>
                  <a:cubicBezTo>
                    <a:pt x="56541" y="136249"/>
                    <a:pt x="56438" y="138197"/>
                    <a:pt x="56490" y="140145"/>
                  </a:cubicBezTo>
                  <a:cubicBezTo>
                    <a:pt x="56541" y="141657"/>
                    <a:pt x="56771" y="143169"/>
                    <a:pt x="57233" y="144604"/>
                  </a:cubicBezTo>
                  <a:cubicBezTo>
                    <a:pt x="58130" y="147398"/>
                    <a:pt x="59898" y="149782"/>
                    <a:pt x="62487" y="151730"/>
                  </a:cubicBezTo>
                  <a:cubicBezTo>
                    <a:pt x="65563" y="154062"/>
                    <a:pt x="69202" y="155574"/>
                    <a:pt x="73252" y="156369"/>
                  </a:cubicBezTo>
                  <a:cubicBezTo>
                    <a:pt x="75892" y="156856"/>
                    <a:pt x="78557" y="157189"/>
                    <a:pt x="81248" y="157342"/>
                  </a:cubicBezTo>
                  <a:cubicBezTo>
                    <a:pt x="84426" y="157573"/>
                    <a:pt x="87604" y="157778"/>
                    <a:pt x="90757" y="158214"/>
                  </a:cubicBezTo>
                  <a:cubicBezTo>
                    <a:pt x="95088" y="158803"/>
                    <a:pt x="99369" y="159829"/>
                    <a:pt x="103521" y="161238"/>
                  </a:cubicBezTo>
                  <a:cubicBezTo>
                    <a:pt x="106494" y="162238"/>
                    <a:pt x="109441" y="163340"/>
                    <a:pt x="112389" y="164416"/>
                  </a:cubicBezTo>
                  <a:cubicBezTo>
                    <a:pt x="115669" y="165621"/>
                    <a:pt x="118976" y="166800"/>
                    <a:pt x="122410" y="167748"/>
                  </a:cubicBezTo>
                  <a:cubicBezTo>
                    <a:pt x="125460" y="168594"/>
                    <a:pt x="128587" y="169107"/>
                    <a:pt x="131740" y="169286"/>
                  </a:cubicBezTo>
                  <a:cubicBezTo>
                    <a:pt x="134918" y="169414"/>
                    <a:pt x="138121" y="169158"/>
                    <a:pt x="141223" y="168492"/>
                  </a:cubicBezTo>
                  <a:cubicBezTo>
                    <a:pt x="142760" y="168184"/>
                    <a:pt x="144273" y="167748"/>
                    <a:pt x="145785" y="167364"/>
                  </a:cubicBezTo>
                  <a:cubicBezTo>
                    <a:pt x="146144" y="167287"/>
                    <a:pt x="146528" y="167184"/>
                    <a:pt x="146887" y="167108"/>
                  </a:cubicBezTo>
                  <a:lnTo>
                    <a:pt x="146887" y="175950"/>
                  </a:ln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00" name="Google Shape;341;p14"/>
            <p:cNvSpPr/>
            <p:nvPr/>
          </p:nvSpPr>
          <p:spPr>
            <a:xfrm>
              <a:off x="1080" y="3044160"/>
              <a:ext cx="2357280" cy="2098440"/>
            </a:xfrm>
            <a:custGeom>
              <a:avLst/>
              <a:gdLst>
                <a:gd name="textAreaLeft" fmla="*/ 0 w 2357280"/>
                <a:gd name="textAreaRight" fmla="*/ 2357640 w 2357280"/>
                <a:gd name="textAreaTop" fmla="*/ 0 h 2098440"/>
                <a:gd name="textAreaBottom" fmla="*/ 2098800 h 2098440"/>
              </a:gdLst>
              <a:ahLst/>
              <a:cxnLst/>
              <a:rect l="textAreaLeft" t="textAreaTop" r="textAreaRight" b="textAreaBottom"/>
              <a:pathLst>
                <a:path w="73405" h="71791">
                  <a:moveTo>
                    <a:pt x="15327" y="20582"/>
                  </a:moveTo>
                  <a:cubicBezTo>
                    <a:pt x="18941" y="17865"/>
                    <a:pt x="22580" y="15148"/>
                    <a:pt x="26220" y="12457"/>
                  </a:cubicBezTo>
                  <a:cubicBezTo>
                    <a:pt x="28629" y="10688"/>
                    <a:pt x="31141" y="8997"/>
                    <a:pt x="33755" y="7433"/>
                  </a:cubicBezTo>
                  <a:cubicBezTo>
                    <a:pt x="37907" y="4896"/>
                    <a:pt x="42392" y="2922"/>
                    <a:pt x="47057" y="1590"/>
                  </a:cubicBezTo>
                  <a:cubicBezTo>
                    <a:pt x="50645" y="539"/>
                    <a:pt x="54361" y="1"/>
                    <a:pt x="58103" y="1"/>
                  </a:cubicBezTo>
                  <a:cubicBezTo>
                    <a:pt x="59898" y="1"/>
                    <a:pt x="61640" y="257"/>
                    <a:pt x="63358" y="744"/>
                  </a:cubicBezTo>
                  <a:cubicBezTo>
                    <a:pt x="66408" y="1615"/>
                    <a:pt x="68689" y="3230"/>
                    <a:pt x="70201" y="5562"/>
                  </a:cubicBezTo>
                  <a:cubicBezTo>
                    <a:pt x="71277" y="7305"/>
                    <a:pt x="72021" y="9253"/>
                    <a:pt x="72405" y="11278"/>
                  </a:cubicBezTo>
                  <a:cubicBezTo>
                    <a:pt x="72995" y="14148"/>
                    <a:pt x="73276" y="17096"/>
                    <a:pt x="73302" y="20069"/>
                  </a:cubicBezTo>
                  <a:cubicBezTo>
                    <a:pt x="73405" y="24862"/>
                    <a:pt x="73276" y="29629"/>
                    <a:pt x="72918" y="34422"/>
                  </a:cubicBezTo>
                  <a:cubicBezTo>
                    <a:pt x="72764" y="36780"/>
                    <a:pt x="72610" y="39112"/>
                    <a:pt x="72405" y="41470"/>
                  </a:cubicBezTo>
                  <a:cubicBezTo>
                    <a:pt x="71867" y="47032"/>
                    <a:pt x="71124" y="52542"/>
                    <a:pt x="69688" y="58027"/>
                  </a:cubicBezTo>
                  <a:cubicBezTo>
                    <a:pt x="68561" y="62102"/>
                    <a:pt x="67074" y="66100"/>
                    <a:pt x="65254" y="69945"/>
                  </a:cubicBezTo>
                  <a:cubicBezTo>
                    <a:pt x="64972" y="70560"/>
                    <a:pt x="64716" y="71175"/>
                    <a:pt x="64434" y="71790"/>
                  </a:cubicBezTo>
                  <a:lnTo>
                    <a:pt x="50107" y="71790"/>
                  </a:lnTo>
                  <a:lnTo>
                    <a:pt x="52029" y="66100"/>
                  </a:lnTo>
                  <a:cubicBezTo>
                    <a:pt x="53541" y="61589"/>
                    <a:pt x="54977" y="57053"/>
                    <a:pt x="56104" y="52440"/>
                  </a:cubicBezTo>
                  <a:cubicBezTo>
                    <a:pt x="57155" y="48390"/>
                    <a:pt x="57847" y="44264"/>
                    <a:pt x="58206" y="40086"/>
                  </a:cubicBezTo>
                  <a:cubicBezTo>
                    <a:pt x="58488" y="37190"/>
                    <a:pt x="58411" y="34268"/>
                    <a:pt x="58027" y="31372"/>
                  </a:cubicBezTo>
                  <a:cubicBezTo>
                    <a:pt x="57822" y="29578"/>
                    <a:pt x="57309" y="27835"/>
                    <a:pt x="56514" y="26194"/>
                  </a:cubicBezTo>
                  <a:cubicBezTo>
                    <a:pt x="56130" y="25426"/>
                    <a:pt x="55669" y="24708"/>
                    <a:pt x="55105" y="24042"/>
                  </a:cubicBezTo>
                  <a:cubicBezTo>
                    <a:pt x="53721" y="22478"/>
                    <a:pt x="51850" y="21555"/>
                    <a:pt x="49543" y="21222"/>
                  </a:cubicBezTo>
                  <a:cubicBezTo>
                    <a:pt x="47467" y="20992"/>
                    <a:pt x="45365" y="21094"/>
                    <a:pt x="43341" y="21530"/>
                  </a:cubicBezTo>
                  <a:cubicBezTo>
                    <a:pt x="40803" y="22017"/>
                    <a:pt x="38317" y="22709"/>
                    <a:pt x="35908" y="23580"/>
                  </a:cubicBezTo>
                  <a:cubicBezTo>
                    <a:pt x="31371" y="25169"/>
                    <a:pt x="27014" y="27092"/>
                    <a:pt x="22708" y="29039"/>
                  </a:cubicBezTo>
                  <a:cubicBezTo>
                    <a:pt x="15352" y="32397"/>
                    <a:pt x="8202" y="36216"/>
                    <a:pt x="1333" y="40445"/>
                  </a:cubicBezTo>
                  <a:cubicBezTo>
                    <a:pt x="897" y="40701"/>
                    <a:pt x="436" y="40906"/>
                    <a:pt x="0" y="41137"/>
                  </a:cubicBezTo>
                  <a:lnTo>
                    <a:pt x="0" y="31013"/>
                  </a:lnTo>
                  <a:cubicBezTo>
                    <a:pt x="538" y="30987"/>
                    <a:pt x="871" y="30654"/>
                    <a:pt x="1256" y="30423"/>
                  </a:cubicBezTo>
                  <a:cubicBezTo>
                    <a:pt x="6126" y="27322"/>
                    <a:pt x="10790" y="24016"/>
                    <a:pt x="15327" y="20582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01" name="Google Shape;342;p14"/>
            <p:cNvSpPr/>
            <p:nvPr/>
          </p:nvSpPr>
          <p:spPr>
            <a:xfrm>
              <a:off x="1080" y="699120"/>
              <a:ext cx="5529240" cy="4444200"/>
            </a:xfrm>
            <a:custGeom>
              <a:avLst/>
              <a:gdLst>
                <a:gd name="textAreaLeft" fmla="*/ 0 w 5529240"/>
                <a:gd name="textAreaRight" fmla="*/ 5529600 w 5529240"/>
                <a:gd name="textAreaTop" fmla="*/ 0 h 4444200"/>
                <a:gd name="textAreaBottom" fmla="*/ 4444560 h 4444200"/>
              </a:gdLst>
              <a:ahLst/>
              <a:cxnLst/>
              <a:rect l="textAreaLeft" t="textAreaTop" r="textAreaRight" b="textAreaBottom"/>
              <a:pathLst>
                <a:path w="172158" h="152038">
                  <a:moveTo>
                    <a:pt x="21427" y="15661"/>
                  </a:moveTo>
                  <a:cubicBezTo>
                    <a:pt x="24938" y="18070"/>
                    <a:pt x="28424" y="20479"/>
                    <a:pt x="31961" y="22837"/>
                  </a:cubicBezTo>
                  <a:cubicBezTo>
                    <a:pt x="35959" y="25580"/>
                    <a:pt x="40162" y="27989"/>
                    <a:pt x="44545" y="30090"/>
                  </a:cubicBezTo>
                  <a:cubicBezTo>
                    <a:pt x="48928" y="32218"/>
                    <a:pt x="53593" y="33807"/>
                    <a:pt x="58360" y="34806"/>
                  </a:cubicBezTo>
                  <a:cubicBezTo>
                    <a:pt x="61564" y="35447"/>
                    <a:pt x="64767" y="35806"/>
                    <a:pt x="68074" y="35524"/>
                  </a:cubicBezTo>
                  <a:cubicBezTo>
                    <a:pt x="71072" y="35268"/>
                    <a:pt x="73994" y="34396"/>
                    <a:pt x="76660" y="32961"/>
                  </a:cubicBezTo>
                  <a:cubicBezTo>
                    <a:pt x="78274" y="32038"/>
                    <a:pt x="79761" y="30911"/>
                    <a:pt x="81119" y="29629"/>
                  </a:cubicBezTo>
                  <a:cubicBezTo>
                    <a:pt x="82606" y="28194"/>
                    <a:pt x="83964" y="26656"/>
                    <a:pt x="85143" y="24964"/>
                  </a:cubicBezTo>
                  <a:cubicBezTo>
                    <a:pt x="86399" y="23196"/>
                    <a:pt x="87629" y="21376"/>
                    <a:pt x="88757" y="19531"/>
                  </a:cubicBezTo>
                  <a:cubicBezTo>
                    <a:pt x="90090" y="17378"/>
                    <a:pt x="91320" y="15199"/>
                    <a:pt x="92627" y="13046"/>
                  </a:cubicBezTo>
                  <a:cubicBezTo>
                    <a:pt x="94062" y="10612"/>
                    <a:pt x="95728" y="8382"/>
                    <a:pt x="97651" y="6331"/>
                  </a:cubicBezTo>
                  <a:cubicBezTo>
                    <a:pt x="98983" y="4947"/>
                    <a:pt x="100444" y="3743"/>
                    <a:pt x="102033" y="2692"/>
                  </a:cubicBezTo>
                  <a:cubicBezTo>
                    <a:pt x="103366" y="1795"/>
                    <a:pt x="104827" y="1077"/>
                    <a:pt x="106365" y="616"/>
                  </a:cubicBezTo>
                  <a:cubicBezTo>
                    <a:pt x="107749" y="180"/>
                    <a:pt x="109159" y="1"/>
                    <a:pt x="110620" y="52"/>
                  </a:cubicBezTo>
                  <a:cubicBezTo>
                    <a:pt x="112619" y="129"/>
                    <a:pt x="114567" y="744"/>
                    <a:pt x="116233" y="1872"/>
                  </a:cubicBezTo>
                  <a:cubicBezTo>
                    <a:pt x="117437" y="2666"/>
                    <a:pt x="118514" y="3666"/>
                    <a:pt x="119436" y="4768"/>
                  </a:cubicBezTo>
                  <a:cubicBezTo>
                    <a:pt x="120538" y="6101"/>
                    <a:pt x="121487" y="7536"/>
                    <a:pt x="122281" y="9048"/>
                  </a:cubicBezTo>
                  <a:cubicBezTo>
                    <a:pt x="123358" y="11073"/>
                    <a:pt x="124280" y="13175"/>
                    <a:pt x="125024" y="15328"/>
                  </a:cubicBezTo>
                  <a:cubicBezTo>
                    <a:pt x="127228" y="21222"/>
                    <a:pt x="128817" y="27245"/>
                    <a:pt x="130252" y="33320"/>
                  </a:cubicBezTo>
                  <a:cubicBezTo>
                    <a:pt x="131713" y="39445"/>
                    <a:pt x="132995" y="45622"/>
                    <a:pt x="133994" y="51825"/>
                  </a:cubicBezTo>
                  <a:cubicBezTo>
                    <a:pt x="134609" y="55720"/>
                    <a:pt x="135096" y="59616"/>
                    <a:pt x="135481" y="63512"/>
                  </a:cubicBezTo>
                  <a:cubicBezTo>
                    <a:pt x="135788" y="66716"/>
                    <a:pt x="136070" y="69945"/>
                    <a:pt x="136429" y="73149"/>
                  </a:cubicBezTo>
                  <a:cubicBezTo>
                    <a:pt x="136737" y="75789"/>
                    <a:pt x="137326" y="78403"/>
                    <a:pt x="138198" y="80889"/>
                  </a:cubicBezTo>
                  <a:cubicBezTo>
                    <a:pt x="139658" y="85195"/>
                    <a:pt x="142196" y="89065"/>
                    <a:pt x="145553" y="92141"/>
                  </a:cubicBezTo>
                  <a:cubicBezTo>
                    <a:pt x="146117" y="92653"/>
                    <a:pt x="146707" y="93217"/>
                    <a:pt x="147245" y="93781"/>
                  </a:cubicBezTo>
                  <a:cubicBezTo>
                    <a:pt x="147834" y="94422"/>
                    <a:pt x="148450" y="95062"/>
                    <a:pt x="148988" y="95729"/>
                  </a:cubicBezTo>
                  <a:cubicBezTo>
                    <a:pt x="151166" y="98446"/>
                    <a:pt x="151935" y="101419"/>
                    <a:pt x="151269" y="104622"/>
                  </a:cubicBezTo>
                  <a:cubicBezTo>
                    <a:pt x="151038" y="105724"/>
                    <a:pt x="150705" y="106827"/>
                    <a:pt x="150423" y="107929"/>
                  </a:cubicBezTo>
                  <a:cubicBezTo>
                    <a:pt x="149962" y="109518"/>
                    <a:pt x="149449" y="111132"/>
                    <a:pt x="149065" y="112773"/>
                  </a:cubicBezTo>
                  <a:cubicBezTo>
                    <a:pt x="148398" y="115515"/>
                    <a:pt x="148347" y="118386"/>
                    <a:pt x="148885" y="121179"/>
                  </a:cubicBezTo>
                  <a:cubicBezTo>
                    <a:pt x="149449" y="123999"/>
                    <a:pt x="150423" y="126715"/>
                    <a:pt x="151781" y="129253"/>
                  </a:cubicBezTo>
                  <a:cubicBezTo>
                    <a:pt x="153858" y="133225"/>
                    <a:pt x="156600" y="136865"/>
                    <a:pt x="159701" y="140325"/>
                  </a:cubicBezTo>
                  <a:cubicBezTo>
                    <a:pt x="163264" y="144221"/>
                    <a:pt x="167134" y="147860"/>
                    <a:pt x="171235" y="151218"/>
                  </a:cubicBezTo>
                  <a:cubicBezTo>
                    <a:pt x="171568" y="151474"/>
                    <a:pt x="171850" y="151756"/>
                    <a:pt x="172157" y="152038"/>
                  </a:cubicBezTo>
                  <a:lnTo>
                    <a:pt x="166006" y="152038"/>
                  </a:lnTo>
                  <a:cubicBezTo>
                    <a:pt x="165724" y="151782"/>
                    <a:pt x="165494" y="151500"/>
                    <a:pt x="165212" y="151243"/>
                  </a:cubicBezTo>
                  <a:cubicBezTo>
                    <a:pt x="161111" y="147732"/>
                    <a:pt x="157292" y="143913"/>
                    <a:pt x="153781" y="139812"/>
                  </a:cubicBezTo>
                  <a:cubicBezTo>
                    <a:pt x="151038" y="136609"/>
                    <a:pt x="148706" y="133123"/>
                    <a:pt x="146784" y="129381"/>
                  </a:cubicBezTo>
                  <a:cubicBezTo>
                    <a:pt x="145092" y="126049"/>
                    <a:pt x="143990" y="122461"/>
                    <a:pt x="143529" y="118744"/>
                  </a:cubicBezTo>
                  <a:cubicBezTo>
                    <a:pt x="143195" y="115900"/>
                    <a:pt x="143324" y="113055"/>
                    <a:pt x="143580" y="110210"/>
                  </a:cubicBezTo>
                  <a:cubicBezTo>
                    <a:pt x="143708" y="108723"/>
                    <a:pt x="143836" y="107211"/>
                    <a:pt x="143862" y="105724"/>
                  </a:cubicBezTo>
                  <a:cubicBezTo>
                    <a:pt x="143939" y="102956"/>
                    <a:pt x="142939" y="100265"/>
                    <a:pt x="141119" y="98189"/>
                  </a:cubicBezTo>
                  <a:cubicBezTo>
                    <a:pt x="140786" y="97805"/>
                    <a:pt x="140479" y="97420"/>
                    <a:pt x="140145" y="97036"/>
                  </a:cubicBezTo>
                  <a:cubicBezTo>
                    <a:pt x="139530" y="96344"/>
                    <a:pt x="138941" y="95678"/>
                    <a:pt x="138351" y="94986"/>
                  </a:cubicBezTo>
                  <a:cubicBezTo>
                    <a:pt x="136660" y="93038"/>
                    <a:pt x="135327" y="90833"/>
                    <a:pt x="134327" y="88475"/>
                  </a:cubicBezTo>
                  <a:cubicBezTo>
                    <a:pt x="133123" y="85477"/>
                    <a:pt x="132277" y="82324"/>
                    <a:pt x="131867" y="79121"/>
                  </a:cubicBezTo>
                  <a:cubicBezTo>
                    <a:pt x="131508" y="76506"/>
                    <a:pt x="131303" y="73866"/>
                    <a:pt x="131252" y="71252"/>
                  </a:cubicBezTo>
                  <a:cubicBezTo>
                    <a:pt x="131098" y="67126"/>
                    <a:pt x="130919" y="63025"/>
                    <a:pt x="130483" y="58950"/>
                  </a:cubicBezTo>
                  <a:cubicBezTo>
                    <a:pt x="130278" y="56797"/>
                    <a:pt x="130047" y="54644"/>
                    <a:pt x="129714" y="52491"/>
                  </a:cubicBezTo>
                  <a:cubicBezTo>
                    <a:pt x="129201" y="49364"/>
                    <a:pt x="128637" y="46237"/>
                    <a:pt x="128022" y="43110"/>
                  </a:cubicBezTo>
                  <a:cubicBezTo>
                    <a:pt x="126843" y="37190"/>
                    <a:pt x="125306" y="31321"/>
                    <a:pt x="123435" y="25580"/>
                  </a:cubicBezTo>
                  <a:cubicBezTo>
                    <a:pt x="122409" y="22350"/>
                    <a:pt x="121102" y="19198"/>
                    <a:pt x="119590" y="16148"/>
                  </a:cubicBezTo>
                  <a:cubicBezTo>
                    <a:pt x="118744" y="14507"/>
                    <a:pt x="117745" y="12944"/>
                    <a:pt x="116591" y="11534"/>
                  </a:cubicBezTo>
                  <a:cubicBezTo>
                    <a:pt x="115720" y="10483"/>
                    <a:pt x="114746" y="9561"/>
                    <a:pt x="113618" y="8817"/>
                  </a:cubicBezTo>
                  <a:cubicBezTo>
                    <a:pt x="112516" y="8074"/>
                    <a:pt x="111312" y="7536"/>
                    <a:pt x="110004" y="7280"/>
                  </a:cubicBezTo>
                  <a:cubicBezTo>
                    <a:pt x="108108" y="6895"/>
                    <a:pt x="106134" y="7075"/>
                    <a:pt x="104340" y="7741"/>
                  </a:cubicBezTo>
                  <a:cubicBezTo>
                    <a:pt x="102905" y="8279"/>
                    <a:pt x="101572" y="8997"/>
                    <a:pt x="100342" y="9894"/>
                  </a:cubicBezTo>
                  <a:cubicBezTo>
                    <a:pt x="99060" y="10842"/>
                    <a:pt x="97881" y="11893"/>
                    <a:pt x="96831" y="13072"/>
                  </a:cubicBezTo>
                  <a:cubicBezTo>
                    <a:pt x="95472" y="14559"/>
                    <a:pt x="94242" y="16148"/>
                    <a:pt x="93114" y="17814"/>
                  </a:cubicBezTo>
                  <a:cubicBezTo>
                    <a:pt x="91781" y="19736"/>
                    <a:pt x="90449" y="21684"/>
                    <a:pt x="89116" y="23606"/>
                  </a:cubicBezTo>
                  <a:cubicBezTo>
                    <a:pt x="87578" y="25810"/>
                    <a:pt x="85861" y="27886"/>
                    <a:pt x="84015" y="29834"/>
                  </a:cubicBezTo>
                  <a:cubicBezTo>
                    <a:pt x="82657" y="31269"/>
                    <a:pt x="81145" y="32551"/>
                    <a:pt x="79505" y="33679"/>
                  </a:cubicBezTo>
                  <a:cubicBezTo>
                    <a:pt x="75916" y="36088"/>
                    <a:pt x="71764" y="37292"/>
                    <a:pt x="67125" y="37395"/>
                  </a:cubicBezTo>
                  <a:cubicBezTo>
                    <a:pt x="63665" y="37421"/>
                    <a:pt x="60179" y="36985"/>
                    <a:pt x="56822" y="36139"/>
                  </a:cubicBezTo>
                  <a:cubicBezTo>
                    <a:pt x="51260" y="34781"/>
                    <a:pt x="45878" y="32756"/>
                    <a:pt x="40803" y="30142"/>
                  </a:cubicBezTo>
                  <a:cubicBezTo>
                    <a:pt x="36907" y="28117"/>
                    <a:pt x="33140" y="25887"/>
                    <a:pt x="29500" y="23478"/>
                  </a:cubicBezTo>
                  <a:cubicBezTo>
                    <a:pt x="26015" y="21171"/>
                    <a:pt x="22554" y="18813"/>
                    <a:pt x="19043" y="16532"/>
                  </a:cubicBezTo>
                  <a:cubicBezTo>
                    <a:pt x="13302" y="12765"/>
                    <a:pt x="7381" y="9304"/>
                    <a:pt x="1307" y="6152"/>
                  </a:cubicBezTo>
                  <a:cubicBezTo>
                    <a:pt x="897" y="5947"/>
                    <a:pt x="436" y="5793"/>
                    <a:pt x="0" y="5588"/>
                  </a:cubicBezTo>
                  <a:lnTo>
                    <a:pt x="0" y="2974"/>
                  </a:lnTo>
                  <a:cubicBezTo>
                    <a:pt x="436" y="3153"/>
                    <a:pt x="897" y="3333"/>
                    <a:pt x="1307" y="3538"/>
                  </a:cubicBezTo>
                  <a:cubicBezTo>
                    <a:pt x="8227" y="7203"/>
                    <a:pt x="14942" y="11252"/>
                    <a:pt x="21427" y="15661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02" name="Google Shape;343;p14"/>
            <p:cNvSpPr/>
            <p:nvPr/>
          </p:nvSpPr>
          <p:spPr>
            <a:xfrm>
              <a:off x="7571520" y="362520"/>
              <a:ext cx="1572120" cy="3028680"/>
            </a:xfrm>
            <a:custGeom>
              <a:avLst/>
              <a:gdLst>
                <a:gd name="textAreaLeft" fmla="*/ 0 w 1572120"/>
                <a:gd name="textAreaRight" fmla="*/ 1572480 w 1572120"/>
                <a:gd name="textAreaTop" fmla="*/ 0 h 3028680"/>
                <a:gd name="textAreaBottom" fmla="*/ 3029040 h 3028680"/>
              </a:gdLst>
              <a:ahLst/>
              <a:cxnLst/>
              <a:rect l="textAreaLeft" t="textAreaTop" r="textAreaRight" b="textAreaBottom"/>
              <a:pathLst>
                <a:path w="48954" h="103623">
                  <a:moveTo>
                    <a:pt x="30962" y="101188"/>
                  </a:moveTo>
                  <a:cubicBezTo>
                    <a:pt x="28040" y="100265"/>
                    <a:pt x="25220" y="99035"/>
                    <a:pt x="22529" y="97523"/>
                  </a:cubicBezTo>
                  <a:cubicBezTo>
                    <a:pt x="18223" y="95114"/>
                    <a:pt x="14302" y="92064"/>
                    <a:pt x="10944" y="88450"/>
                  </a:cubicBezTo>
                  <a:cubicBezTo>
                    <a:pt x="6049" y="83196"/>
                    <a:pt x="2794" y="77327"/>
                    <a:pt x="1179" y="70817"/>
                  </a:cubicBezTo>
                  <a:cubicBezTo>
                    <a:pt x="0" y="66024"/>
                    <a:pt x="180" y="61205"/>
                    <a:pt x="1282" y="56438"/>
                  </a:cubicBezTo>
                  <a:cubicBezTo>
                    <a:pt x="1846" y="54055"/>
                    <a:pt x="2538" y="51671"/>
                    <a:pt x="3230" y="49287"/>
                  </a:cubicBezTo>
                  <a:cubicBezTo>
                    <a:pt x="4434" y="45135"/>
                    <a:pt x="6075" y="41137"/>
                    <a:pt x="8125" y="37318"/>
                  </a:cubicBezTo>
                  <a:cubicBezTo>
                    <a:pt x="11073" y="31833"/>
                    <a:pt x="14968" y="26861"/>
                    <a:pt x="19479" y="22196"/>
                  </a:cubicBezTo>
                  <a:cubicBezTo>
                    <a:pt x="24631" y="16917"/>
                    <a:pt x="30141" y="12021"/>
                    <a:pt x="35985" y="7562"/>
                  </a:cubicBezTo>
                  <a:cubicBezTo>
                    <a:pt x="39958" y="4486"/>
                    <a:pt x="44315" y="1949"/>
                    <a:pt x="48954" y="1"/>
                  </a:cubicBezTo>
                  <a:lnTo>
                    <a:pt x="48954" y="3948"/>
                  </a:lnTo>
                  <a:cubicBezTo>
                    <a:pt x="48749" y="4025"/>
                    <a:pt x="48544" y="4076"/>
                    <a:pt x="48339" y="4179"/>
                  </a:cubicBezTo>
                  <a:cubicBezTo>
                    <a:pt x="45853" y="5383"/>
                    <a:pt x="43495" y="6793"/>
                    <a:pt x="41239" y="8433"/>
                  </a:cubicBezTo>
                  <a:cubicBezTo>
                    <a:pt x="33986" y="13687"/>
                    <a:pt x="27348" y="19428"/>
                    <a:pt x="21581" y="25836"/>
                  </a:cubicBezTo>
                  <a:cubicBezTo>
                    <a:pt x="17275" y="30654"/>
                    <a:pt x="13841" y="35883"/>
                    <a:pt x="11534" y="41573"/>
                  </a:cubicBezTo>
                  <a:cubicBezTo>
                    <a:pt x="10355" y="44443"/>
                    <a:pt x="9458" y="47442"/>
                    <a:pt x="8920" y="50492"/>
                  </a:cubicBezTo>
                  <a:cubicBezTo>
                    <a:pt x="8535" y="52645"/>
                    <a:pt x="8151" y="54772"/>
                    <a:pt x="7920" y="56925"/>
                  </a:cubicBezTo>
                  <a:cubicBezTo>
                    <a:pt x="7074" y="64614"/>
                    <a:pt x="9612" y="71432"/>
                    <a:pt x="15763" y="77275"/>
                  </a:cubicBezTo>
                  <a:cubicBezTo>
                    <a:pt x="19838" y="81145"/>
                    <a:pt x="24708" y="84119"/>
                    <a:pt x="30039" y="85964"/>
                  </a:cubicBezTo>
                  <a:cubicBezTo>
                    <a:pt x="34165" y="87399"/>
                    <a:pt x="38522" y="88091"/>
                    <a:pt x="42905" y="87989"/>
                  </a:cubicBezTo>
                  <a:cubicBezTo>
                    <a:pt x="44930" y="87963"/>
                    <a:pt x="46980" y="87707"/>
                    <a:pt x="48954" y="87194"/>
                  </a:cubicBezTo>
                  <a:lnTo>
                    <a:pt x="48954" y="102623"/>
                  </a:lnTo>
                  <a:cubicBezTo>
                    <a:pt x="48851" y="102623"/>
                    <a:pt x="48723" y="102623"/>
                    <a:pt x="48621" y="102649"/>
                  </a:cubicBezTo>
                  <a:cubicBezTo>
                    <a:pt x="42546" y="103623"/>
                    <a:pt x="36677" y="103008"/>
                    <a:pt x="30962" y="10118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03" name="Google Shape;344;p14"/>
            <p:cNvSpPr/>
            <p:nvPr/>
          </p:nvSpPr>
          <p:spPr>
            <a:xfrm>
              <a:off x="5069520" y="0"/>
              <a:ext cx="4073760" cy="4843440"/>
            </a:xfrm>
            <a:custGeom>
              <a:avLst/>
              <a:gdLst>
                <a:gd name="textAreaLeft" fmla="*/ 0 w 4073760"/>
                <a:gd name="textAreaRight" fmla="*/ 4074120 w 4073760"/>
                <a:gd name="textAreaTop" fmla="*/ 0 h 4843440"/>
                <a:gd name="textAreaBottom" fmla="*/ 4843800 h 4843440"/>
              </a:gdLst>
              <a:ahLst/>
              <a:cxnLst/>
              <a:rect l="textAreaLeft" t="textAreaTop" r="textAreaRight" b="textAreaBottom"/>
              <a:pathLst>
                <a:path w="126844" h="165698">
                  <a:moveTo>
                    <a:pt x="114055" y="165595"/>
                  </a:moveTo>
                  <a:cubicBezTo>
                    <a:pt x="110184" y="165698"/>
                    <a:pt x="106340" y="165288"/>
                    <a:pt x="102598" y="164365"/>
                  </a:cubicBezTo>
                  <a:cubicBezTo>
                    <a:pt x="99573" y="163571"/>
                    <a:pt x="96600" y="162648"/>
                    <a:pt x="93679" y="161546"/>
                  </a:cubicBezTo>
                  <a:cubicBezTo>
                    <a:pt x="90321" y="160316"/>
                    <a:pt x="86963" y="159034"/>
                    <a:pt x="83580" y="157829"/>
                  </a:cubicBezTo>
                  <a:cubicBezTo>
                    <a:pt x="78019" y="155830"/>
                    <a:pt x="72252" y="154446"/>
                    <a:pt x="66383" y="153703"/>
                  </a:cubicBezTo>
                  <a:cubicBezTo>
                    <a:pt x="63640" y="153344"/>
                    <a:pt x="60898" y="153011"/>
                    <a:pt x="58181" y="152627"/>
                  </a:cubicBezTo>
                  <a:cubicBezTo>
                    <a:pt x="56054" y="152345"/>
                    <a:pt x="53978" y="151858"/>
                    <a:pt x="51953" y="151140"/>
                  </a:cubicBezTo>
                  <a:cubicBezTo>
                    <a:pt x="46904" y="149269"/>
                    <a:pt x="43597" y="146142"/>
                    <a:pt x="42085" y="141734"/>
                  </a:cubicBezTo>
                  <a:cubicBezTo>
                    <a:pt x="41624" y="140401"/>
                    <a:pt x="41342" y="138991"/>
                    <a:pt x="41214" y="137582"/>
                  </a:cubicBezTo>
                  <a:cubicBezTo>
                    <a:pt x="40983" y="135506"/>
                    <a:pt x="41034" y="133455"/>
                    <a:pt x="41009" y="131379"/>
                  </a:cubicBezTo>
                  <a:cubicBezTo>
                    <a:pt x="40983" y="129508"/>
                    <a:pt x="40932" y="127612"/>
                    <a:pt x="40829" y="125741"/>
                  </a:cubicBezTo>
                  <a:cubicBezTo>
                    <a:pt x="40676" y="122460"/>
                    <a:pt x="40470" y="119179"/>
                    <a:pt x="40317" y="115899"/>
                  </a:cubicBezTo>
                  <a:cubicBezTo>
                    <a:pt x="40137" y="112362"/>
                    <a:pt x="40009" y="108825"/>
                    <a:pt x="39778" y="105288"/>
                  </a:cubicBezTo>
                  <a:cubicBezTo>
                    <a:pt x="39573" y="102033"/>
                    <a:pt x="39266" y="98778"/>
                    <a:pt x="38984" y="95523"/>
                  </a:cubicBezTo>
                  <a:cubicBezTo>
                    <a:pt x="38651" y="91499"/>
                    <a:pt x="38241" y="87475"/>
                    <a:pt x="37600" y="83477"/>
                  </a:cubicBezTo>
                  <a:cubicBezTo>
                    <a:pt x="37087" y="80017"/>
                    <a:pt x="36062" y="76634"/>
                    <a:pt x="34499" y="73507"/>
                  </a:cubicBezTo>
                  <a:cubicBezTo>
                    <a:pt x="34063" y="72635"/>
                    <a:pt x="33678" y="71738"/>
                    <a:pt x="33320" y="70841"/>
                  </a:cubicBezTo>
                  <a:cubicBezTo>
                    <a:pt x="32628" y="69124"/>
                    <a:pt x="32448" y="67202"/>
                    <a:pt x="32833" y="65382"/>
                  </a:cubicBezTo>
                  <a:cubicBezTo>
                    <a:pt x="33063" y="64177"/>
                    <a:pt x="33473" y="63024"/>
                    <a:pt x="34037" y="61973"/>
                  </a:cubicBezTo>
                  <a:cubicBezTo>
                    <a:pt x="34781" y="60589"/>
                    <a:pt x="35575" y="59231"/>
                    <a:pt x="36370" y="57898"/>
                  </a:cubicBezTo>
                  <a:cubicBezTo>
                    <a:pt x="37010" y="56822"/>
                    <a:pt x="37677" y="55771"/>
                    <a:pt x="38292" y="54694"/>
                  </a:cubicBezTo>
                  <a:cubicBezTo>
                    <a:pt x="38830" y="53797"/>
                    <a:pt x="39240" y="52849"/>
                    <a:pt x="39497" y="51849"/>
                  </a:cubicBezTo>
                  <a:cubicBezTo>
                    <a:pt x="39702" y="51183"/>
                    <a:pt x="39753" y="50491"/>
                    <a:pt x="39676" y="49799"/>
                  </a:cubicBezTo>
                  <a:cubicBezTo>
                    <a:pt x="39497" y="48646"/>
                    <a:pt x="38753" y="47851"/>
                    <a:pt x="37446" y="47415"/>
                  </a:cubicBezTo>
                  <a:cubicBezTo>
                    <a:pt x="36652" y="47134"/>
                    <a:pt x="35831" y="47005"/>
                    <a:pt x="34986" y="46980"/>
                  </a:cubicBezTo>
                  <a:cubicBezTo>
                    <a:pt x="33909" y="46929"/>
                    <a:pt x="32807" y="46929"/>
                    <a:pt x="31705" y="46929"/>
                  </a:cubicBezTo>
                  <a:cubicBezTo>
                    <a:pt x="30193" y="46929"/>
                    <a:pt x="28655" y="46954"/>
                    <a:pt x="27143" y="46954"/>
                  </a:cubicBezTo>
                  <a:cubicBezTo>
                    <a:pt x="25092" y="46954"/>
                    <a:pt x="23068" y="46775"/>
                    <a:pt x="21068" y="46416"/>
                  </a:cubicBezTo>
                  <a:cubicBezTo>
                    <a:pt x="15763" y="45442"/>
                    <a:pt x="11457" y="43238"/>
                    <a:pt x="8202" y="39650"/>
                  </a:cubicBezTo>
                  <a:cubicBezTo>
                    <a:pt x="7151" y="38496"/>
                    <a:pt x="6229" y="37215"/>
                    <a:pt x="5460" y="35882"/>
                  </a:cubicBezTo>
                  <a:cubicBezTo>
                    <a:pt x="4178" y="33703"/>
                    <a:pt x="3179" y="31345"/>
                    <a:pt x="2512" y="28911"/>
                  </a:cubicBezTo>
                  <a:cubicBezTo>
                    <a:pt x="1410" y="24810"/>
                    <a:pt x="795" y="20581"/>
                    <a:pt x="693" y="16352"/>
                  </a:cubicBezTo>
                  <a:cubicBezTo>
                    <a:pt x="590" y="12507"/>
                    <a:pt x="539" y="8663"/>
                    <a:pt x="462" y="4793"/>
                  </a:cubicBezTo>
                  <a:cubicBezTo>
                    <a:pt x="462" y="3178"/>
                    <a:pt x="308" y="1589"/>
                    <a:pt x="1" y="0"/>
                  </a:cubicBezTo>
                  <a:lnTo>
                    <a:pt x="2743" y="0"/>
                  </a:lnTo>
                  <a:cubicBezTo>
                    <a:pt x="2794" y="1666"/>
                    <a:pt x="2897" y="3306"/>
                    <a:pt x="2871" y="4972"/>
                  </a:cubicBezTo>
                  <a:cubicBezTo>
                    <a:pt x="2871" y="7638"/>
                    <a:pt x="2769" y="10303"/>
                    <a:pt x="2743" y="12969"/>
                  </a:cubicBezTo>
                  <a:cubicBezTo>
                    <a:pt x="2692" y="16403"/>
                    <a:pt x="2897" y="19863"/>
                    <a:pt x="3384" y="23272"/>
                  </a:cubicBezTo>
                  <a:cubicBezTo>
                    <a:pt x="3768" y="25963"/>
                    <a:pt x="4460" y="28603"/>
                    <a:pt x="5460" y="31140"/>
                  </a:cubicBezTo>
                  <a:cubicBezTo>
                    <a:pt x="6511" y="33832"/>
                    <a:pt x="8048" y="36266"/>
                    <a:pt x="10022" y="38368"/>
                  </a:cubicBezTo>
                  <a:cubicBezTo>
                    <a:pt x="12380" y="40777"/>
                    <a:pt x="15353" y="42520"/>
                    <a:pt x="18634" y="43392"/>
                  </a:cubicBezTo>
                  <a:cubicBezTo>
                    <a:pt x="21632" y="44186"/>
                    <a:pt x="24759" y="44442"/>
                    <a:pt x="27835" y="44084"/>
                  </a:cubicBezTo>
                  <a:cubicBezTo>
                    <a:pt x="29834" y="43879"/>
                    <a:pt x="31807" y="43571"/>
                    <a:pt x="33755" y="43135"/>
                  </a:cubicBezTo>
                  <a:cubicBezTo>
                    <a:pt x="36113" y="42648"/>
                    <a:pt x="38446" y="42110"/>
                    <a:pt x="40804" y="41674"/>
                  </a:cubicBezTo>
                  <a:cubicBezTo>
                    <a:pt x="41880" y="41495"/>
                    <a:pt x="42982" y="41367"/>
                    <a:pt x="44059" y="41290"/>
                  </a:cubicBezTo>
                  <a:cubicBezTo>
                    <a:pt x="44853" y="41239"/>
                    <a:pt x="45648" y="41316"/>
                    <a:pt x="46442" y="41521"/>
                  </a:cubicBezTo>
                  <a:cubicBezTo>
                    <a:pt x="47647" y="41828"/>
                    <a:pt x="48416" y="42520"/>
                    <a:pt x="48723" y="43545"/>
                  </a:cubicBezTo>
                  <a:cubicBezTo>
                    <a:pt x="48877" y="44160"/>
                    <a:pt x="48928" y="44776"/>
                    <a:pt x="48826" y="45416"/>
                  </a:cubicBezTo>
                  <a:cubicBezTo>
                    <a:pt x="48672" y="46518"/>
                    <a:pt x="48365" y="47595"/>
                    <a:pt x="47903" y="48594"/>
                  </a:cubicBezTo>
                  <a:cubicBezTo>
                    <a:pt x="47314" y="49927"/>
                    <a:pt x="46622" y="51209"/>
                    <a:pt x="45827" y="52439"/>
                  </a:cubicBezTo>
                  <a:cubicBezTo>
                    <a:pt x="44725" y="54156"/>
                    <a:pt x="43572" y="55873"/>
                    <a:pt x="42521" y="57591"/>
                  </a:cubicBezTo>
                  <a:cubicBezTo>
                    <a:pt x="41854" y="58667"/>
                    <a:pt x="41239" y="59795"/>
                    <a:pt x="40701" y="60922"/>
                  </a:cubicBezTo>
                  <a:cubicBezTo>
                    <a:pt x="39753" y="62845"/>
                    <a:pt x="39368" y="64972"/>
                    <a:pt x="39548" y="67099"/>
                  </a:cubicBezTo>
                  <a:cubicBezTo>
                    <a:pt x="39650" y="68125"/>
                    <a:pt x="39753" y="69150"/>
                    <a:pt x="39932" y="70175"/>
                  </a:cubicBezTo>
                  <a:cubicBezTo>
                    <a:pt x="40394" y="72892"/>
                    <a:pt x="40727" y="75660"/>
                    <a:pt x="40906" y="78402"/>
                  </a:cubicBezTo>
                  <a:cubicBezTo>
                    <a:pt x="41188" y="82810"/>
                    <a:pt x="41419" y="87219"/>
                    <a:pt x="41675" y="91627"/>
                  </a:cubicBezTo>
                  <a:cubicBezTo>
                    <a:pt x="41829" y="94241"/>
                    <a:pt x="41983" y="96830"/>
                    <a:pt x="42188" y="99419"/>
                  </a:cubicBezTo>
                  <a:cubicBezTo>
                    <a:pt x="42393" y="102007"/>
                    <a:pt x="42598" y="104622"/>
                    <a:pt x="42777" y="107210"/>
                  </a:cubicBezTo>
                  <a:cubicBezTo>
                    <a:pt x="42957" y="110055"/>
                    <a:pt x="43110" y="112900"/>
                    <a:pt x="43315" y="115745"/>
                  </a:cubicBezTo>
                  <a:cubicBezTo>
                    <a:pt x="43392" y="116898"/>
                    <a:pt x="43495" y="118052"/>
                    <a:pt x="43623" y="119205"/>
                  </a:cubicBezTo>
                  <a:cubicBezTo>
                    <a:pt x="43854" y="121384"/>
                    <a:pt x="44110" y="123562"/>
                    <a:pt x="44366" y="125766"/>
                  </a:cubicBezTo>
                  <a:cubicBezTo>
                    <a:pt x="44699" y="128509"/>
                    <a:pt x="44981" y="131251"/>
                    <a:pt x="45340" y="133994"/>
                  </a:cubicBezTo>
                  <a:cubicBezTo>
                    <a:pt x="45545" y="135813"/>
                    <a:pt x="46007" y="137607"/>
                    <a:pt x="46699" y="139299"/>
                  </a:cubicBezTo>
                  <a:cubicBezTo>
                    <a:pt x="48185" y="142836"/>
                    <a:pt x="50953" y="145476"/>
                    <a:pt x="55028" y="147142"/>
                  </a:cubicBezTo>
                  <a:cubicBezTo>
                    <a:pt x="55772" y="147449"/>
                    <a:pt x="56566" y="147706"/>
                    <a:pt x="57335" y="147962"/>
                  </a:cubicBezTo>
                  <a:cubicBezTo>
                    <a:pt x="59129" y="148475"/>
                    <a:pt x="60949" y="148910"/>
                    <a:pt x="62794" y="149243"/>
                  </a:cubicBezTo>
                  <a:cubicBezTo>
                    <a:pt x="65998" y="149884"/>
                    <a:pt x="69202" y="150474"/>
                    <a:pt x="72406" y="151191"/>
                  </a:cubicBezTo>
                  <a:cubicBezTo>
                    <a:pt x="77173" y="152293"/>
                    <a:pt x="81735" y="153857"/>
                    <a:pt x="86246" y="155523"/>
                  </a:cubicBezTo>
                  <a:cubicBezTo>
                    <a:pt x="89655" y="156804"/>
                    <a:pt x="93063" y="158086"/>
                    <a:pt x="96524" y="159290"/>
                  </a:cubicBezTo>
                  <a:cubicBezTo>
                    <a:pt x="100471" y="160674"/>
                    <a:pt x="104546" y="161571"/>
                    <a:pt x="108698" y="161905"/>
                  </a:cubicBezTo>
                  <a:cubicBezTo>
                    <a:pt x="111517" y="162135"/>
                    <a:pt x="114311" y="162084"/>
                    <a:pt x="117104" y="161725"/>
                  </a:cubicBezTo>
                  <a:cubicBezTo>
                    <a:pt x="120026" y="161341"/>
                    <a:pt x="122923" y="160726"/>
                    <a:pt x="125767" y="159880"/>
                  </a:cubicBezTo>
                  <a:cubicBezTo>
                    <a:pt x="126126" y="159752"/>
                    <a:pt x="126485" y="159675"/>
                    <a:pt x="126844" y="159598"/>
                  </a:cubicBezTo>
                  <a:lnTo>
                    <a:pt x="126844" y="163160"/>
                  </a:lnTo>
                  <a:cubicBezTo>
                    <a:pt x="125972" y="163442"/>
                    <a:pt x="125075" y="163750"/>
                    <a:pt x="124178" y="163981"/>
                  </a:cubicBezTo>
                  <a:cubicBezTo>
                    <a:pt x="120872" y="164903"/>
                    <a:pt x="117489" y="165442"/>
                    <a:pt x="114055" y="16559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04" name="Google Shape;345;p14"/>
            <p:cNvSpPr/>
            <p:nvPr/>
          </p:nvSpPr>
          <p:spPr>
            <a:xfrm>
              <a:off x="1080" y="0"/>
              <a:ext cx="2113920" cy="627480"/>
            </a:xfrm>
            <a:custGeom>
              <a:avLst/>
              <a:gdLst>
                <a:gd name="textAreaLeft" fmla="*/ 0 w 2113920"/>
                <a:gd name="textAreaRight" fmla="*/ 2114280 w 2113920"/>
                <a:gd name="textAreaTop" fmla="*/ 0 h 627480"/>
                <a:gd name="textAreaBottom" fmla="*/ 627840 h 627480"/>
              </a:gdLst>
              <a:ahLst/>
              <a:cxnLst/>
              <a:rect l="textAreaLeft" t="textAreaTop" r="textAreaRight" b="textAreaBottom"/>
              <a:pathLst>
                <a:path w="65819" h="21478">
                  <a:moveTo>
                    <a:pt x="65152" y="513"/>
                  </a:moveTo>
                  <a:cubicBezTo>
                    <a:pt x="62179" y="2230"/>
                    <a:pt x="59616" y="4537"/>
                    <a:pt x="57565" y="7305"/>
                  </a:cubicBezTo>
                  <a:cubicBezTo>
                    <a:pt x="56591" y="8637"/>
                    <a:pt x="55617" y="9970"/>
                    <a:pt x="54643" y="11328"/>
                  </a:cubicBezTo>
                  <a:cubicBezTo>
                    <a:pt x="53311" y="13148"/>
                    <a:pt x="51875" y="14865"/>
                    <a:pt x="50312" y="16506"/>
                  </a:cubicBezTo>
                  <a:cubicBezTo>
                    <a:pt x="49210" y="17659"/>
                    <a:pt x="47954" y="18684"/>
                    <a:pt x="46596" y="19530"/>
                  </a:cubicBezTo>
                  <a:cubicBezTo>
                    <a:pt x="45032" y="20504"/>
                    <a:pt x="43264" y="21119"/>
                    <a:pt x="41418" y="21350"/>
                  </a:cubicBezTo>
                  <a:cubicBezTo>
                    <a:pt x="39983" y="21478"/>
                    <a:pt x="38548" y="21401"/>
                    <a:pt x="37112" y="21145"/>
                  </a:cubicBezTo>
                  <a:cubicBezTo>
                    <a:pt x="35088" y="20786"/>
                    <a:pt x="33088" y="20299"/>
                    <a:pt x="31141" y="19658"/>
                  </a:cubicBezTo>
                  <a:cubicBezTo>
                    <a:pt x="27578" y="18556"/>
                    <a:pt x="24118" y="17275"/>
                    <a:pt x="20735" y="15891"/>
                  </a:cubicBezTo>
                  <a:cubicBezTo>
                    <a:pt x="14250" y="13251"/>
                    <a:pt x="7817" y="10585"/>
                    <a:pt x="1358" y="7945"/>
                  </a:cubicBezTo>
                  <a:cubicBezTo>
                    <a:pt x="923" y="7766"/>
                    <a:pt x="538" y="7510"/>
                    <a:pt x="0" y="7510"/>
                  </a:cubicBezTo>
                  <a:lnTo>
                    <a:pt x="0" y="0"/>
                  </a:lnTo>
                  <a:lnTo>
                    <a:pt x="14122" y="0"/>
                  </a:lnTo>
                  <a:cubicBezTo>
                    <a:pt x="14302" y="51"/>
                    <a:pt x="14481" y="103"/>
                    <a:pt x="14660" y="128"/>
                  </a:cubicBezTo>
                  <a:cubicBezTo>
                    <a:pt x="18761" y="487"/>
                    <a:pt x="22888" y="718"/>
                    <a:pt x="27040" y="359"/>
                  </a:cubicBezTo>
                  <a:cubicBezTo>
                    <a:pt x="28116" y="282"/>
                    <a:pt x="29218" y="282"/>
                    <a:pt x="30295" y="0"/>
                  </a:cubicBezTo>
                  <a:lnTo>
                    <a:pt x="65818" y="0"/>
                  </a:lnTo>
                  <a:cubicBezTo>
                    <a:pt x="65613" y="179"/>
                    <a:pt x="65382" y="359"/>
                    <a:pt x="65152" y="513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05" name="Google Shape;346;p14"/>
            <p:cNvSpPr/>
            <p:nvPr/>
          </p:nvSpPr>
          <p:spPr>
            <a:xfrm>
              <a:off x="1080" y="0"/>
              <a:ext cx="3086640" cy="1400040"/>
            </a:xfrm>
            <a:custGeom>
              <a:avLst/>
              <a:gdLst>
                <a:gd name="textAreaLeft" fmla="*/ 0 w 3086640"/>
                <a:gd name="textAreaRight" fmla="*/ 3087000 w 3086640"/>
                <a:gd name="textAreaTop" fmla="*/ 0 h 1400040"/>
                <a:gd name="textAreaBottom" fmla="*/ 1400400 h 1400040"/>
              </a:gdLst>
              <a:ahLst/>
              <a:cxnLst/>
              <a:rect l="textAreaLeft" t="textAreaTop" r="textAreaRight" b="textAreaBottom"/>
              <a:pathLst>
                <a:path w="96113" h="47903">
                  <a:moveTo>
                    <a:pt x="90141" y="6894"/>
                  </a:moveTo>
                  <a:cubicBezTo>
                    <a:pt x="89141" y="8073"/>
                    <a:pt x="88168" y="9252"/>
                    <a:pt x="87194" y="10457"/>
                  </a:cubicBezTo>
                  <a:cubicBezTo>
                    <a:pt x="83862" y="14532"/>
                    <a:pt x="81376" y="19248"/>
                    <a:pt x="79915" y="24323"/>
                  </a:cubicBezTo>
                  <a:cubicBezTo>
                    <a:pt x="79018" y="27552"/>
                    <a:pt x="77967" y="30705"/>
                    <a:pt x="76762" y="33832"/>
                  </a:cubicBezTo>
                  <a:cubicBezTo>
                    <a:pt x="75839" y="36138"/>
                    <a:pt x="74712" y="38368"/>
                    <a:pt x="73379" y="40470"/>
                  </a:cubicBezTo>
                  <a:cubicBezTo>
                    <a:pt x="72482" y="41828"/>
                    <a:pt x="71457" y="43084"/>
                    <a:pt x="70303" y="44186"/>
                  </a:cubicBezTo>
                  <a:cubicBezTo>
                    <a:pt x="68484" y="45878"/>
                    <a:pt x="66228" y="47005"/>
                    <a:pt x="63819" y="47492"/>
                  </a:cubicBezTo>
                  <a:cubicBezTo>
                    <a:pt x="61871" y="47851"/>
                    <a:pt x="59872" y="47902"/>
                    <a:pt x="57924" y="47646"/>
                  </a:cubicBezTo>
                  <a:cubicBezTo>
                    <a:pt x="55182" y="47313"/>
                    <a:pt x="52490" y="46621"/>
                    <a:pt x="49953" y="45570"/>
                  </a:cubicBezTo>
                  <a:cubicBezTo>
                    <a:pt x="47441" y="44571"/>
                    <a:pt x="45032" y="43392"/>
                    <a:pt x="42674" y="42059"/>
                  </a:cubicBezTo>
                  <a:cubicBezTo>
                    <a:pt x="39342" y="40188"/>
                    <a:pt x="36164" y="38189"/>
                    <a:pt x="32986" y="36138"/>
                  </a:cubicBezTo>
                  <a:cubicBezTo>
                    <a:pt x="27117" y="32422"/>
                    <a:pt x="21222" y="28731"/>
                    <a:pt x="15096" y="25297"/>
                  </a:cubicBezTo>
                  <a:cubicBezTo>
                    <a:pt x="10534" y="22734"/>
                    <a:pt x="5869" y="20248"/>
                    <a:pt x="1128" y="17890"/>
                  </a:cubicBezTo>
                  <a:cubicBezTo>
                    <a:pt x="795" y="17659"/>
                    <a:pt x="410" y="17531"/>
                    <a:pt x="0" y="17480"/>
                  </a:cubicBezTo>
                  <a:lnTo>
                    <a:pt x="0" y="13533"/>
                  </a:lnTo>
                  <a:cubicBezTo>
                    <a:pt x="513" y="13738"/>
                    <a:pt x="1025" y="13943"/>
                    <a:pt x="1512" y="14173"/>
                  </a:cubicBezTo>
                  <a:cubicBezTo>
                    <a:pt x="11790" y="19043"/>
                    <a:pt x="21837" y="24195"/>
                    <a:pt x="31679" y="29628"/>
                  </a:cubicBezTo>
                  <a:cubicBezTo>
                    <a:pt x="34908" y="31422"/>
                    <a:pt x="38214" y="33165"/>
                    <a:pt x="41521" y="34857"/>
                  </a:cubicBezTo>
                  <a:cubicBezTo>
                    <a:pt x="43802" y="36061"/>
                    <a:pt x="46160" y="37061"/>
                    <a:pt x="48595" y="37881"/>
                  </a:cubicBezTo>
                  <a:cubicBezTo>
                    <a:pt x="50594" y="38599"/>
                    <a:pt x="52721" y="39034"/>
                    <a:pt x="54848" y="39188"/>
                  </a:cubicBezTo>
                  <a:cubicBezTo>
                    <a:pt x="58001" y="39342"/>
                    <a:pt x="60666" y="38547"/>
                    <a:pt x="62819" y="36574"/>
                  </a:cubicBezTo>
                  <a:cubicBezTo>
                    <a:pt x="63998" y="35498"/>
                    <a:pt x="64998" y="34242"/>
                    <a:pt x="65844" y="32858"/>
                  </a:cubicBezTo>
                  <a:cubicBezTo>
                    <a:pt x="67125" y="30756"/>
                    <a:pt x="68176" y="28526"/>
                    <a:pt x="68996" y="26219"/>
                  </a:cubicBezTo>
                  <a:cubicBezTo>
                    <a:pt x="69945" y="23451"/>
                    <a:pt x="70816" y="20658"/>
                    <a:pt x="71739" y="17890"/>
                  </a:cubicBezTo>
                  <a:cubicBezTo>
                    <a:pt x="72097" y="16788"/>
                    <a:pt x="72456" y="15711"/>
                    <a:pt x="72866" y="14635"/>
                  </a:cubicBezTo>
                  <a:cubicBezTo>
                    <a:pt x="73866" y="12097"/>
                    <a:pt x="75353" y="9765"/>
                    <a:pt x="77223" y="7766"/>
                  </a:cubicBezTo>
                  <a:cubicBezTo>
                    <a:pt x="78633" y="6254"/>
                    <a:pt x="80120" y="4844"/>
                    <a:pt x="81709" y="3511"/>
                  </a:cubicBezTo>
                  <a:cubicBezTo>
                    <a:pt x="82836" y="2537"/>
                    <a:pt x="83964" y="1589"/>
                    <a:pt x="85092" y="589"/>
                  </a:cubicBezTo>
                  <a:cubicBezTo>
                    <a:pt x="85271" y="410"/>
                    <a:pt x="85451" y="205"/>
                    <a:pt x="85630" y="0"/>
                  </a:cubicBezTo>
                  <a:lnTo>
                    <a:pt x="96113" y="0"/>
                  </a:lnTo>
                  <a:cubicBezTo>
                    <a:pt x="95857" y="333"/>
                    <a:pt x="95626" y="641"/>
                    <a:pt x="95370" y="948"/>
                  </a:cubicBezTo>
                  <a:cubicBezTo>
                    <a:pt x="93627" y="2922"/>
                    <a:pt x="91884" y="4895"/>
                    <a:pt x="90141" y="6894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06" name="Google Shape;347;p14"/>
            <p:cNvSpPr/>
            <p:nvPr/>
          </p:nvSpPr>
          <p:spPr>
            <a:xfrm>
              <a:off x="1080" y="1999800"/>
              <a:ext cx="3473640" cy="3142800"/>
            </a:xfrm>
            <a:custGeom>
              <a:avLst/>
              <a:gdLst>
                <a:gd name="textAreaLeft" fmla="*/ 0 w 3473640"/>
                <a:gd name="textAreaRight" fmla="*/ 3474000 w 3473640"/>
                <a:gd name="textAreaTop" fmla="*/ 0 h 3142800"/>
                <a:gd name="textAreaBottom" fmla="*/ 3143160 h 3142800"/>
              </a:gdLst>
              <a:ahLst/>
              <a:cxnLst/>
              <a:rect l="textAreaLeft" t="textAreaTop" r="textAreaRight" b="textAreaBottom"/>
              <a:pathLst>
                <a:path w="108160" h="107519">
                  <a:moveTo>
                    <a:pt x="897" y="6280"/>
                  </a:moveTo>
                  <a:cubicBezTo>
                    <a:pt x="1717" y="5331"/>
                    <a:pt x="2614" y="4486"/>
                    <a:pt x="3588" y="3717"/>
                  </a:cubicBezTo>
                  <a:cubicBezTo>
                    <a:pt x="5869" y="1923"/>
                    <a:pt x="8586" y="769"/>
                    <a:pt x="11457" y="359"/>
                  </a:cubicBezTo>
                  <a:cubicBezTo>
                    <a:pt x="12918" y="129"/>
                    <a:pt x="14378" y="0"/>
                    <a:pt x="15865" y="0"/>
                  </a:cubicBezTo>
                  <a:cubicBezTo>
                    <a:pt x="19197" y="26"/>
                    <a:pt x="22503" y="308"/>
                    <a:pt x="25784" y="846"/>
                  </a:cubicBezTo>
                  <a:cubicBezTo>
                    <a:pt x="30423" y="1513"/>
                    <a:pt x="35011" y="2410"/>
                    <a:pt x="39573" y="3281"/>
                  </a:cubicBezTo>
                  <a:cubicBezTo>
                    <a:pt x="46954" y="4716"/>
                    <a:pt x="54387" y="5998"/>
                    <a:pt x="61948" y="6664"/>
                  </a:cubicBezTo>
                  <a:cubicBezTo>
                    <a:pt x="65306" y="6997"/>
                    <a:pt x="68689" y="7151"/>
                    <a:pt x="72097" y="7100"/>
                  </a:cubicBezTo>
                  <a:cubicBezTo>
                    <a:pt x="75968" y="6997"/>
                    <a:pt x="79863" y="6587"/>
                    <a:pt x="83682" y="5921"/>
                  </a:cubicBezTo>
                  <a:cubicBezTo>
                    <a:pt x="85605" y="5613"/>
                    <a:pt x="87552" y="5280"/>
                    <a:pt x="89500" y="4998"/>
                  </a:cubicBezTo>
                  <a:cubicBezTo>
                    <a:pt x="90910" y="4793"/>
                    <a:pt x="92371" y="4742"/>
                    <a:pt x="93806" y="4896"/>
                  </a:cubicBezTo>
                  <a:cubicBezTo>
                    <a:pt x="95985" y="5101"/>
                    <a:pt x="97779" y="5895"/>
                    <a:pt x="99086" y="7382"/>
                  </a:cubicBezTo>
                  <a:cubicBezTo>
                    <a:pt x="99573" y="7946"/>
                    <a:pt x="100009" y="8561"/>
                    <a:pt x="100419" y="9227"/>
                  </a:cubicBezTo>
                  <a:cubicBezTo>
                    <a:pt x="101034" y="10304"/>
                    <a:pt x="101495" y="11483"/>
                    <a:pt x="101777" y="12687"/>
                  </a:cubicBezTo>
                  <a:cubicBezTo>
                    <a:pt x="102623" y="15942"/>
                    <a:pt x="102572" y="19223"/>
                    <a:pt x="102162" y="22504"/>
                  </a:cubicBezTo>
                  <a:cubicBezTo>
                    <a:pt x="101752" y="25246"/>
                    <a:pt x="101239" y="27988"/>
                    <a:pt x="100547" y="30680"/>
                  </a:cubicBezTo>
                  <a:cubicBezTo>
                    <a:pt x="99394" y="35549"/>
                    <a:pt x="98317" y="40445"/>
                    <a:pt x="97625" y="45417"/>
                  </a:cubicBezTo>
                  <a:cubicBezTo>
                    <a:pt x="97164" y="48518"/>
                    <a:pt x="96882" y="51619"/>
                    <a:pt x="96779" y="54772"/>
                  </a:cubicBezTo>
                  <a:cubicBezTo>
                    <a:pt x="96677" y="58052"/>
                    <a:pt x="96728" y="61333"/>
                    <a:pt x="96959" y="64639"/>
                  </a:cubicBezTo>
                  <a:cubicBezTo>
                    <a:pt x="97241" y="68484"/>
                    <a:pt x="97728" y="72303"/>
                    <a:pt x="98445" y="76121"/>
                  </a:cubicBezTo>
                  <a:cubicBezTo>
                    <a:pt x="99188" y="80222"/>
                    <a:pt x="100188" y="84297"/>
                    <a:pt x="101341" y="88373"/>
                  </a:cubicBezTo>
                  <a:cubicBezTo>
                    <a:pt x="103059" y="94524"/>
                    <a:pt x="105160" y="100572"/>
                    <a:pt x="107646" y="106493"/>
                  </a:cubicBezTo>
                  <a:cubicBezTo>
                    <a:pt x="107800" y="106826"/>
                    <a:pt x="108005" y="107185"/>
                    <a:pt x="108159" y="107518"/>
                  </a:cubicBezTo>
                  <a:lnTo>
                    <a:pt x="102238" y="107518"/>
                  </a:lnTo>
                  <a:cubicBezTo>
                    <a:pt x="102238" y="107364"/>
                    <a:pt x="102213" y="107211"/>
                    <a:pt x="102187" y="107057"/>
                  </a:cubicBezTo>
                  <a:cubicBezTo>
                    <a:pt x="101726" y="105340"/>
                    <a:pt x="101239" y="103648"/>
                    <a:pt x="100778" y="101931"/>
                  </a:cubicBezTo>
                  <a:cubicBezTo>
                    <a:pt x="98753" y="94370"/>
                    <a:pt x="96907" y="86809"/>
                    <a:pt x="95575" y="79146"/>
                  </a:cubicBezTo>
                  <a:cubicBezTo>
                    <a:pt x="94729" y="74353"/>
                    <a:pt x="94165" y="69509"/>
                    <a:pt x="93883" y="64665"/>
                  </a:cubicBezTo>
                  <a:cubicBezTo>
                    <a:pt x="93499" y="57770"/>
                    <a:pt x="93781" y="50850"/>
                    <a:pt x="94780" y="44033"/>
                  </a:cubicBezTo>
                  <a:cubicBezTo>
                    <a:pt x="95370" y="39753"/>
                    <a:pt x="96215" y="35524"/>
                    <a:pt x="97087" y="31295"/>
                  </a:cubicBezTo>
                  <a:cubicBezTo>
                    <a:pt x="97728" y="28475"/>
                    <a:pt x="98189" y="25630"/>
                    <a:pt x="98496" y="22734"/>
                  </a:cubicBezTo>
                  <a:cubicBezTo>
                    <a:pt x="98702" y="20556"/>
                    <a:pt x="98573" y="18351"/>
                    <a:pt x="98112" y="16199"/>
                  </a:cubicBezTo>
                  <a:cubicBezTo>
                    <a:pt x="97830" y="14840"/>
                    <a:pt x="97317" y="13533"/>
                    <a:pt x="96549" y="12380"/>
                  </a:cubicBezTo>
                  <a:cubicBezTo>
                    <a:pt x="95344" y="10586"/>
                    <a:pt x="93524" y="9458"/>
                    <a:pt x="91064" y="9022"/>
                  </a:cubicBezTo>
                  <a:cubicBezTo>
                    <a:pt x="89603" y="8766"/>
                    <a:pt x="88142" y="8689"/>
                    <a:pt x="86655" y="8766"/>
                  </a:cubicBezTo>
                  <a:cubicBezTo>
                    <a:pt x="83810" y="8945"/>
                    <a:pt x="80991" y="9125"/>
                    <a:pt x="78146" y="9304"/>
                  </a:cubicBezTo>
                  <a:cubicBezTo>
                    <a:pt x="75224" y="9484"/>
                    <a:pt x="72303" y="9560"/>
                    <a:pt x="69381" y="9509"/>
                  </a:cubicBezTo>
                  <a:cubicBezTo>
                    <a:pt x="64306" y="9407"/>
                    <a:pt x="59231" y="9073"/>
                    <a:pt x="54182" y="8510"/>
                  </a:cubicBezTo>
                  <a:cubicBezTo>
                    <a:pt x="49620" y="7971"/>
                    <a:pt x="45032" y="7459"/>
                    <a:pt x="40444" y="6895"/>
                  </a:cubicBezTo>
                  <a:cubicBezTo>
                    <a:pt x="35575" y="6305"/>
                    <a:pt x="30679" y="5767"/>
                    <a:pt x="25758" y="5562"/>
                  </a:cubicBezTo>
                  <a:cubicBezTo>
                    <a:pt x="22683" y="5408"/>
                    <a:pt x="19607" y="5588"/>
                    <a:pt x="16583" y="6049"/>
                  </a:cubicBezTo>
                  <a:cubicBezTo>
                    <a:pt x="12149" y="6741"/>
                    <a:pt x="8407" y="8484"/>
                    <a:pt x="5382" y="11252"/>
                  </a:cubicBezTo>
                  <a:cubicBezTo>
                    <a:pt x="3742" y="12790"/>
                    <a:pt x="2307" y="14558"/>
                    <a:pt x="1102" y="16455"/>
                  </a:cubicBezTo>
                  <a:cubicBezTo>
                    <a:pt x="923" y="16737"/>
                    <a:pt x="743" y="17019"/>
                    <a:pt x="589" y="17275"/>
                  </a:cubicBezTo>
                  <a:cubicBezTo>
                    <a:pt x="461" y="17480"/>
                    <a:pt x="231" y="17634"/>
                    <a:pt x="0" y="17685"/>
                  </a:cubicBezTo>
                  <a:lnTo>
                    <a:pt x="0" y="6972"/>
                  </a:lnTo>
                  <a:cubicBezTo>
                    <a:pt x="359" y="6844"/>
                    <a:pt x="692" y="6587"/>
                    <a:pt x="897" y="6280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07" name="Google Shape;348;p14"/>
            <p:cNvSpPr/>
            <p:nvPr/>
          </p:nvSpPr>
          <p:spPr>
            <a:xfrm>
              <a:off x="1080" y="2722680"/>
              <a:ext cx="2599560" cy="2420280"/>
            </a:xfrm>
            <a:custGeom>
              <a:avLst/>
              <a:gdLst>
                <a:gd name="textAreaLeft" fmla="*/ 0 w 2599560"/>
                <a:gd name="textAreaRight" fmla="*/ 2599920 w 2599560"/>
                <a:gd name="textAreaTop" fmla="*/ 0 h 2420280"/>
                <a:gd name="textAreaBottom" fmla="*/ 2420640 h 2420280"/>
              </a:gdLst>
              <a:ahLst/>
              <a:cxnLst/>
              <a:rect l="textAreaLeft" t="textAreaTop" r="textAreaRight" b="textAreaBottom"/>
              <a:pathLst>
                <a:path w="80940" h="82811">
                  <a:moveTo>
                    <a:pt x="1333" y="34498"/>
                  </a:moveTo>
                  <a:cubicBezTo>
                    <a:pt x="3921" y="32294"/>
                    <a:pt x="6331" y="29962"/>
                    <a:pt x="8637" y="27553"/>
                  </a:cubicBezTo>
                  <a:cubicBezTo>
                    <a:pt x="12097" y="24016"/>
                    <a:pt x="15378" y="20376"/>
                    <a:pt x="18659" y="16737"/>
                  </a:cubicBezTo>
                  <a:cubicBezTo>
                    <a:pt x="20248" y="14943"/>
                    <a:pt x="21939" y="13251"/>
                    <a:pt x="23708" y="11662"/>
                  </a:cubicBezTo>
                  <a:cubicBezTo>
                    <a:pt x="27681" y="8125"/>
                    <a:pt x="32320" y="5408"/>
                    <a:pt x="37369" y="3717"/>
                  </a:cubicBezTo>
                  <a:cubicBezTo>
                    <a:pt x="39983" y="2820"/>
                    <a:pt x="42674" y="2102"/>
                    <a:pt x="45365" y="1589"/>
                  </a:cubicBezTo>
                  <a:cubicBezTo>
                    <a:pt x="49312" y="846"/>
                    <a:pt x="53311" y="385"/>
                    <a:pt x="57309" y="205"/>
                  </a:cubicBezTo>
                  <a:cubicBezTo>
                    <a:pt x="60513" y="0"/>
                    <a:pt x="63742" y="103"/>
                    <a:pt x="66946" y="462"/>
                  </a:cubicBezTo>
                  <a:cubicBezTo>
                    <a:pt x="68740" y="667"/>
                    <a:pt x="70508" y="1051"/>
                    <a:pt x="72226" y="1615"/>
                  </a:cubicBezTo>
                  <a:cubicBezTo>
                    <a:pt x="75481" y="2717"/>
                    <a:pt x="77787" y="4588"/>
                    <a:pt x="79018" y="7331"/>
                  </a:cubicBezTo>
                  <a:cubicBezTo>
                    <a:pt x="79274" y="7920"/>
                    <a:pt x="79505" y="8510"/>
                    <a:pt x="79710" y="9125"/>
                  </a:cubicBezTo>
                  <a:cubicBezTo>
                    <a:pt x="80197" y="10791"/>
                    <a:pt x="80504" y="12508"/>
                    <a:pt x="80607" y="14225"/>
                  </a:cubicBezTo>
                  <a:cubicBezTo>
                    <a:pt x="80940" y="17736"/>
                    <a:pt x="80837" y="21222"/>
                    <a:pt x="80760" y="24733"/>
                  </a:cubicBezTo>
                  <a:cubicBezTo>
                    <a:pt x="80581" y="31243"/>
                    <a:pt x="80376" y="37753"/>
                    <a:pt x="80222" y="44289"/>
                  </a:cubicBezTo>
                  <a:cubicBezTo>
                    <a:pt x="80094" y="49364"/>
                    <a:pt x="80043" y="54438"/>
                    <a:pt x="79966" y="59488"/>
                  </a:cubicBezTo>
                  <a:cubicBezTo>
                    <a:pt x="79889" y="63101"/>
                    <a:pt x="79658" y="66690"/>
                    <a:pt x="79274" y="70278"/>
                  </a:cubicBezTo>
                  <a:cubicBezTo>
                    <a:pt x="78889" y="74225"/>
                    <a:pt x="78172" y="78146"/>
                    <a:pt x="77121" y="81965"/>
                  </a:cubicBezTo>
                  <a:cubicBezTo>
                    <a:pt x="77044" y="82247"/>
                    <a:pt x="76993" y="82529"/>
                    <a:pt x="76967" y="82811"/>
                  </a:cubicBezTo>
                  <a:lnTo>
                    <a:pt x="70816" y="82811"/>
                  </a:lnTo>
                  <a:cubicBezTo>
                    <a:pt x="70918" y="82478"/>
                    <a:pt x="71021" y="82119"/>
                    <a:pt x="71149" y="81811"/>
                  </a:cubicBezTo>
                  <a:cubicBezTo>
                    <a:pt x="72379" y="78864"/>
                    <a:pt x="73328" y="75839"/>
                    <a:pt x="74020" y="72738"/>
                  </a:cubicBezTo>
                  <a:cubicBezTo>
                    <a:pt x="74994" y="68381"/>
                    <a:pt x="75660" y="63947"/>
                    <a:pt x="76019" y="59513"/>
                  </a:cubicBezTo>
                  <a:cubicBezTo>
                    <a:pt x="76403" y="55130"/>
                    <a:pt x="76634" y="50748"/>
                    <a:pt x="76762" y="46365"/>
                  </a:cubicBezTo>
                  <a:cubicBezTo>
                    <a:pt x="76865" y="43623"/>
                    <a:pt x="76993" y="40855"/>
                    <a:pt x="77095" y="38112"/>
                  </a:cubicBezTo>
                  <a:cubicBezTo>
                    <a:pt x="77275" y="32909"/>
                    <a:pt x="77403" y="27706"/>
                    <a:pt x="77198" y="22503"/>
                  </a:cubicBezTo>
                  <a:cubicBezTo>
                    <a:pt x="77121" y="20222"/>
                    <a:pt x="76813" y="17941"/>
                    <a:pt x="76301" y="15712"/>
                  </a:cubicBezTo>
                  <a:cubicBezTo>
                    <a:pt x="75942" y="14071"/>
                    <a:pt x="75301" y="12508"/>
                    <a:pt x="74455" y="11073"/>
                  </a:cubicBezTo>
                  <a:cubicBezTo>
                    <a:pt x="73123" y="8971"/>
                    <a:pt x="71149" y="7407"/>
                    <a:pt x="68535" y="6459"/>
                  </a:cubicBezTo>
                  <a:cubicBezTo>
                    <a:pt x="67715" y="6177"/>
                    <a:pt x="66895" y="5947"/>
                    <a:pt x="66074" y="5741"/>
                  </a:cubicBezTo>
                  <a:cubicBezTo>
                    <a:pt x="63511" y="5203"/>
                    <a:pt x="60897" y="4998"/>
                    <a:pt x="58283" y="5101"/>
                  </a:cubicBezTo>
                  <a:cubicBezTo>
                    <a:pt x="52619" y="5255"/>
                    <a:pt x="47031" y="6280"/>
                    <a:pt x="41675" y="8099"/>
                  </a:cubicBezTo>
                  <a:cubicBezTo>
                    <a:pt x="36856" y="9765"/>
                    <a:pt x="32345" y="12200"/>
                    <a:pt x="28296" y="15276"/>
                  </a:cubicBezTo>
                  <a:cubicBezTo>
                    <a:pt x="26040" y="16967"/>
                    <a:pt x="23939" y="18787"/>
                    <a:pt x="21888" y="20607"/>
                  </a:cubicBezTo>
                  <a:cubicBezTo>
                    <a:pt x="18172" y="23913"/>
                    <a:pt x="14455" y="27245"/>
                    <a:pt x="10739" y="30551"/>
                  </a:cubicBezTo>
                  <a:cubicBezTo>
                    <a:pt x="7715" y="33242"/>
                    <a:pt x="4537" y="35754"/>
                    <a:pt x="1230" y="38112"/>
                  </a:cubicBezTo>
                  <a:cubicBezTo>
                    <a:pt x="1000" y="38292"/>
                    <a:pt x="769" y="38445"/>
                    <a:pt x="538" y="38573"/>
                  </a:cubicBezTo>
                  <a:cubicBezTo>
                    <a:pt x="359" y="38625"/>
                    <a:pt x="179" y="38625"/>
                    <a:pt x="0" y="38625"/>
                  </a:cubicBezTo>
                  <a:lnTo>
                    <a:pt x="0" y="35242"/>
                  </a:lnTo>
                  <a:cubicBezTo>
                    <a:pt x="179" y="35242"/>
                    <a:pt x="359" y="35216"/>
                    <a:pt x="513" y="35165"/>
                  </a:cubicBezTo>
                  <a:cubicBezTo>
                    <a:pt x="820" y="34960"/>
                    <a:pt x="1076" y="34729"/>
                    <a:pt x="1333" y="3449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08" name="Google Shape;349;p14"/>
            <p:cNvSpPr/>
            <p:nvPr/>
          </p:nvSpPr>
          <p:spPr>
            <a:xfrm>
              <a:off x="5226120" y="0"/>
              <a:ext cx="3917520" cy="4620960"/>
            </a:xfrm>
            <a:custGeom>
              <a:avLst/>
              <a:gdLst>
                <a:gd name="textAreaLeft" fmla="*/ 0 w 3917520"/>
                <a:gd name="textAreaRight" fmla="*/ 3917880 w 3917520"/>
                <a:gd name="textAreaTop" fmla="*/ 0 h 4620960"/>
                <a:gd name="textAreaBottom" fmla="*/ 4621320 h 4620960"/>
              </a:gdLst>
              <a:ahLst/>
              <a:cxnLst/>
              <a:rect l="textAreaLeft" t="textAreaTop" r="textAreaRight" b="textAreaBottom"/>
              <a:pathLst>
                <a:path w="121974" h="158086">
                  <a:moveTo>
                    <a:pt x="100009" y="157368"/>
                  </a:moveTo>
                  <a:cubicBezTo>
                    <a:pt x="96703" y="156856"/>
                    <a:pt x="93473" y="156061"/>
                    <a:pt x="90321" y="154959"/>
                  </a:cubicBezTo>
                  <a:cubicBezTo>
                    <a:pt x="88065" y="154190"/>
                    <a:pt x="85810" y="153370"/>
                    <a:pt x="83554" y="152498"/>
                  </a:cubicBezTo>
                  <a:cubicBezTo>
                    <a:pt x="78685" y="150679"/>
                    <a:pt x="73789" y="148885"/>
                    <a:pt x="68740" y="147424"/>
                  </a:cubicBezTo>
                  <a:cubicBezTo>
                    <a:pt x="65818" y="146578"/>
                    <a:pt x="62871" y="145758"/>
                    <a:pt x="59923" y="144938"/>
                  </a:cubicBezTo>
                  <a:cubicBezTo>
                    <a:pt x="58155" y="144425"/>
                    <a:pt x="56412" y="143810"/>
                    <a:pt x="54721" y="143041"/>
                  </a:cubicBezTo>
                  <a:cubicBezTo>
                    <a:pt x="50876" y="141298"/>
                    <a:pt x="48185" y="138709"/>
                    <a:pt x="46647" y="135326"/>
                  </a:cubicBezTo>
                  <a:cubicBezTo>
                    <a:pt x="46083" y="133994"/>
                    <a:pt x="45596" y="132635"/>
                    <a:pt x="45263" y="131251"/>
                  </a:cubicBezTo>
                  <a:cubicBezTo>
                    <a:pt x="44443" y="128124"/>
                    <a:pt x="43776" y="124997"/>
                    <a:pt x="43213" y="121819"/>
                  </a:cubicBezTo>
                  <a:cubicBezTo>
                    <a:pt x="42879" y="119871"/>
                    <a:pt x="42546" y="117924"/>
                    <a:pt x="42290" y="115950"/>
                  </a:cubicBezTo>
                  <a:cubicBezTo>
                    <a:pt x="41982" y="113515"/>
                    <a:pt x="41777" y="111080"/>
                    <a:pt x="41521" y="108646"/>
                  </a:cubicBezTo>
                  <a:cubicBezTo>
                    <a:pt x="41239" y="105698"/>
                    <a:pt x="40957" y="102725"/>
                    <a:pt x="40726" y="99752"/>
                  </a:cubicBezTo>
                  <a:cubicBezTo>
                    <a:pt x="40445" y="96010"/>
                    <a:pt x="40240" y="92242"/>
                    <a:pt x="40163" y="88500"/>
                  </a:cubicBezTo>
                  <a:cubicBezTo>
                    <a:pt x="39983" y="81247"/>
                    <a:pt x="40445" y="73994"/>
                    <a:pt x="41598" y="66843"/>
                  </a:cubicBezTo>
                  <a:cubicBezTo>
                    <a:pt x="41957" y="64357"/>
                    <a:pt x="42700" y="61922"/>
                    <a:pt x="43751" y="59641"/>
                  </a:cubicBezTo>
                  <a:cubicBezTo>
                    <a:pt x="44520" y="58052"/>
                    <a:pt x="45391" y="56488"/>
                    <a:pt x="46263" y="54925"/>
                  </a:cubicBezTo>
                  <a:cubicBezTo>
                    <a:pt x="47749" y="52362"/>
                    <a:pt x="49313" y="49799"/>
                    <a:pt x="50799" y="47236"/>
                  </a:cubicBezTo>
                  <a:cubicBezTo>
                    <a:pt x="52183" y="44852"/>
                    <a:pt x="53413" y="42392"/>
                    <a:pt x="54439" y="39855"/>
                  </a:cubicBezTo>
                  <a:cubicBezTo>
                    <a:pt x="55002" y="38573"/>
                    <a:pt x="55387" y="37215"/>
                    <a:pt x="55592" y="35831"/>
                  </a:cubicBezTo>
                  <a:cubicBezTo>
                    <a:pt x="55720" y="35113"/>
                    <a:pt x="55694" y="34395"/>
                    <a:pt x="55541" y="33678"/>
                  </a:cubicBezTo>
                  <a:cubicBezTo>
                    <a:pt x="55207" y="32473"/>
                    <a:pt x="54310" y="31756"/>
                    <a:pt x="52824" y="31627"/>
                  </a:cubicBezTo>
                  <a:cubicBezTo>
                    <a:pt x="52132" y="31551"/>
                    <a:pt x="51440" y="31576"/>
                    <a:pt x="50773" y="31679"/>
                  </a:cubicBezTo>
                  <a:cubicBezTo>
                    <a:pt x="49851" y="31807"/>
                    <a:pt x="48928" y="32012"/>
                    <a:pt x="48031" y="32268"/>
                  </a:cubicBezTo>
                  <a:cubicBezTo>
                    <a:pt x="46032" y="32832"/>
                    <a:pt x="44084" y="33524"/>
                    <a:pt x="42187" y="34344"/>
                  </a:cubicBezTo>
                  <a:cubicBezTo>
                    <a:pt x="39804" y="35318"/>
                    <a:pt x="37446" y="36343"/>
                    <a:pt x="35062" y="37317"/>
                  </a:cubicBezTo>
                  <a:cubicBezTo>
                    <a:pt x="32961" y="38163"/>
                    <a:pt x="30833" y="39009"/>
                    <a:pt x="28655" y="39752"/>
                  </a:cubicBezTo>
                  <a:cubicBezTo>
                    <a:pt x="26399" y="40572"/>
                    <a:pt x="24067" y="41136"/>
                    <a:pt x="21683" y="41418"/>
                  </a:cubicBezTo>
                  <a:cubicBezTo>
                    <a:pt x="16506" y="41956"/>
                    <a:pt x="12021" y="40752"/>
                    <a:pt x="8202" y="37804"/>
                  </a:cubicBezTo>
                  <a:cubicBezTo>
                    <a:pt x="6920" y="36779"/>
                    <a:pt x="5818" y="35574"/>
                    <a:pt x="4896" y="34242"/>
                  </a:cubicBezTo>
                  <a:cubicBezTo>
                    <a:pt x="3742" y="32576"/>
                    <a:pt x="2845" y="30782"/>
                    <a:pt x="2179" y="28885"/>
                  </a:cubicBezTo>
                  <a:cubicBezTo>
                    <a:pt x="846" y="25117"/>
                    <a:pt x="333" y="21273"/>
                    <a:pt x="154" y="17377"/>
                  </a:cubicBezTo>
                  <a:cubicBezTo>
                    <a:pt x="0" y="13148"/>
                    <a:pt x="257" y="8919"/>
                    <a:pt x="487" y="4690"/>
                  </a:cubicBezTo>
                  <a:cubicBezTo>
                    <a:pt x="564" y="3127"/>
                    <a:pt x="564" y="1563"/>
                    <a:pt x="590" y="0"/>
                  </a:cubicBezTo>
                  <a:lnTo>
                    <a:pt x="1717" y="0"/>
                  </a:lnTo>
                  <a:cubicBezTo>
                    <a:pt x="1692" y="1153"/>
                    <a:pt x="1717" y="2332"/>
                    <a:pt x="1641" y="3486"/>
                  </a:cubicBezTo>
                  <a:cubicBezTo>
                    <a:pt x="1512" y="6254"/>
                    <a:pt x="1333" y="9047"/>
                    <a:pt x="1179" y="11841"/>
                  </a:cubicBezTo>
                  <a:cubicBezTo>
                    <a:pt x="1000" y="14917"/>
                    <a:pt x="1102" y="18044"/>
                    <a:pt x="1461" y="21119"/>
                  </a:cubicBezTo>
                  <a:cubicBezTo>
                    <a:pt x="1717" y="23349"/>
                    <a:pt x="2179" y="25553"/>
                    <a:pt x="2871" y="27680"/>
                  </a:cubicBezTo>
                  <a:cubicBezTo>
                    <a:pt x="3640" y="30166"/>
                    <a:pt x="4870" y="32473"/>
                    <a:pt x="6510" y="34524"/>
                  </a:cubicBezTo>
                  <a:cubicBezTo>
                    <a:pt x="7792" y="36113"/>
                    <a:pt x="9407" y="37445"/>
                    <a:pt x="11252" y="38394"/>
                  </a:cubicBezTo>
                  <a:cubicBezTo>
                    <a:pt x="14148" y="39906"/>
                    <a:pt x="17429" y="40572"/>
                    <a:pt x="20684" y="40265"/>
                  </a:cubicBezTo>
                  <a:cubicBezTo>
                    <a:pt x="22709" y="40085"/>
                    <a:pt x="24682" y="39650"/>
                    <a:pt x="26604" y="39009"/>
                  </a:cubicBezTo>
                  <a:cubicBezTo>
                    <a:pt x="29014" y="38214"/>
                    <a:pt x="31372" y="37266"/>
                    <a:pt x="33627" y="36138"/>
                  </a:cubicBezTo>
                  <a:cubicBezTo>
                    <a:pt x="36626" y="34652"/>
                    <a:pt x="39599" y="33140"/>
                    <a:pt x="42597" y="31679"/>
                  </a:cubicBezTo>
                  <a:cubicBezTo>
                    <a:pt x="44955" y="30525"/>
                    <a:pt x="47313" y="29372"/>
                    <a:pt x="49723" y="28296"/>
                  </a:cubicBezTo>
                  <a:cubicBezTo>
                    <a:pt x="51184" y="27655"/>
                    <a:pt x="52721" y="27142"/>
                    <a:pt x="54259" y="26604"/>
                  </a:cubicBezTo>
                  <a:cubicBezTo>
                    <a:pt x="55361" y="26219"/>
                    <a:pt x="56515" y="25989"/>
                    <a:pt x="57668" y="25861"/>
                  </a:cubicBezTo>
                  <a:cubicBezTo>
                    <a:pt x="58386" y="25784"/>
                    <a:pt x="59103" y="25809"/>
                    <a:pt x="59821" y="25938"/>
                  </a:cubicBezTo>
                  <a:cubicBezTo>
                    <a:pt x="60923" y="26143"/>
                    <a:pt x="61641" y="26706"/>
                    <a:pt x="61923" y="27603"/>
                  </a:cubicBezTo>
                  <a:cubicBezTo>
                    <a:pt x="62076" y="28014"/>
                    <a:pt x="62153" y="28449"/>
                    <a:pt x="62153" y="28885"/>
                  </a:cubicBezTo>
                  <a:cubicBezTo>
                    <a:pt x="62128" y="29474"/>
                    <a:pt x="62076" y="30064"/>
                    <a:pt x="61948" y="30653"/>
                  </a:cubicBezTo>
                  <a:cubicBezTo>
                    <a:pt x="61564" y="32473"/>
                    <a:pt x="60795" y="34216"/>
                    <a:pt x="59949" y="35933"/>
                  </a:cubicBezTo>
                  <a:cubicBezTo>
                    <a:pt x="58437" y="39086"/>
                    <a:pt x="56694" y="42136"/>
                    <a:pt x="54951" y="45186"/>
                  </a:cubicBezTo>
                  <a:cubicBezTo>
                    <a:pt x="52824" y="48928"/>
                    <a:pt x="50671" y="52670"/>
                    <a:pt x="48595" y="56437"/>
                  </a:cubicBezTo>
                  <a:cubicBezTo>
                    <a:pt x="46852" y="59513"/>
                    <a:pt x="45494" y="62768"/>
                    <a:pt x="44520" y="66177"/>
                  </a:cubicBezTo>
                  <a:cubicBezTo>
                    <a:pt x="43161" y="71123"/>
                    <a:pt x="42316" y="76198"/>
                    <a:pt x="41982" y="81324"/>
                  </a:cubicBezTo>
                  <a:cubicBezTo>
                    <a:pt x="41700" y="86219"/>
                    <a:pt x="41752" y="91166"/>
                    <a:pt x="42111" y="96061"/>
                  </a:cubicBezTo>
                  <a:cubicBezTo>
                    <a:pt x="42316" y="99086"/>
                    <a:pt x="42597" y="102110"/>
                    <a:pt x="42931" y="105134"/>
                  </a:cubicBezTo>
                  <a:cubicBezTo>
                    <a:pt x="43238" y="108338"/>
                    <a:pt x="43623" y="111516"/>
                    <a:pt x="44084" y="114669"/>
                  </a:cubicBezTo>
                  <a:cubicBezTo>
                    <a:pt x="44699" y="119103"/>
                    <a:pt x="45647" y="123511"/>
                    <a:pt x="46878" y="127817"/>
                  </a:cubicBezTo>
                  <a:cubicBezTo>
                    <a:pt x="47390" y="129713"/>
                    <a:pt x="48057" y="131584"/>
                    <a:pt x="48877" y="133378"/>
                  </a:cubicBezTo>
                  <a:cubicBezTo>
                    <a:pt x="50492" y="136787"/>
                    <a:pt x="53157" y="139427"/>
                    <a:pt x="56976" y="141247"/>
                  </a:cubicBezTo>
                  <a:cubicBezTo>
                    <a:pt x="57950" y="141683"/>
                    <a:pt x="58898" y="142118"/>
                    <a:pt x="59923" y="142503"/>
                  </a:cubicBezTo>
                  <a:cubicBezTo>
                    <a:pt x="61333" y="143015"/>
                    <a:pt x="62768" y="143528"/>
                    <a:pt x="64204" y="143989"/>
                  </a:cubicBezTo>
                  <a:cubicBezTo>
                    <a:pt x="68817" y="145450"/>
                    <a:pt x="73431" y="146860"/>
                    <a:pt x="77941" y="148551"/>
                  </a:cubicBezTo>
                  <a:cubicBezTo>
                    <a:pt x="81171" y="149730"/>
                    <a:pt x="84451" y="150935"/>
                    <a:pt x="87706" y="152140"/>
                  </a:cubicBezTo>
                  <a:cubicBezTo>
                    <a:pt x="89859" y="152934"/>
                    <a:pt x="92038" y="153652"/>
                    <a:pt x="94268" y="154216"/>
                  </a:cubicBezTo>
                  <a:cubicBezTo>
                    <a:pt x="98727" y="155446"/>
                    <a:pt x="103341" y="155984"/>
                    <a:pt x="107954" y="155830"/>
                  </a:cubicBezTo>
                  <a:cubicBezTo>
                    <a:pt x="111261" y="155677"/>
                    <a:pt x="114567" y="155190"/>
                    <a:pt x="117796" y="154395"/>
                  </a:cubicBezTo>
                  <a:cubicBezTo>
                    <a:pt x="119206" y="154087"/>
                    <a:pt x="120616" y="153703"/>
                    <a:pt x="121974" y="153190"/>
                  </a:cubicBezTo>
                  <a:lnTo>
                    <a:pt x="121974" y="155266"/>
                  </a:lnTo>
                  <a:cubicBezTo>
                    <a:pt x="119308" y="156112"/>
                    <a:pt x="116566" y="156779"/>
                    <a:pt x="113824" y="157240"/>
                  </a:cubicBezTo>
                  <a:cubicBezTo>
                    <a:pt x="109236" y="158034"/>
                    <a:pt x="104571" y="158086"/>
                    <a:pt x="100009" y="15736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09" name="Google Shape;350;p14"/>
            <p:cNvSpPr/>
            <p:nvPr/>
          </p:nvSpPr>
          <p:spPr>
            <a:xfrm>
              <a:off x="1080" y="970920"/>
              <a:ext cx="5097240" cy="4172040"/>
            </a:xfrm>
            <a:custGeom>
              <a:avLst/>
              <a:gdLst>
                <a:gd name="textAreaLeft" fmla="*/ 0 w 5097240"/>
                <a:gd name="textAreaRight" fmla="*/ 5097600 w 5097240"/>
                <a:gd name="textAreaTop" fmla="*/ 0 h 4172040"/>
                <a:gd name="textAreaBottom" fmla="*/ 4172400 h 4172040"/>
              </a:gdLst>
              <a:ahLst/>
              <a:cxnLst/>
              <a:rect l="textAreaLeft" t="textAreaTop" r="textAreaRight" b="textAreaBottom"/>
              <a:pathLst>
                <a:path w="158702" h="142734">
                  <a:moveTo>
                    <a:pt x="1256" y="436"/>
                  </a:moveTo>
                  <a:cubicBezTo>
                    <a:pt x="5331" y="2358"/>
                    <a:pt x="9329" y="4460"/>
                    <a:pt x="13123" y="6741"/>
                  </a:cubicBezTo>
                  <a:cubicBezTo>
                    <a:pt x="17403" y="9304"/>
                    <a:pt x="21606" y="11893"/>
                    <a:pt x="25810" y="14533"/>
                  </a:cubicBezTo>
                  <a:cubicBezTo>
                    <a:pt x="29295" y="16686"/>
                    <a:pt x="32781" y="18864"/>
                    <a:pt x="36446" y="20838"/>
                  </a:cubicBezTo>
                  <a:cubicBezTo>
                    <a:pt x="41239" y="23426"/>
                    <a:pt x="46288" y="25579"/>
                    <a:pt x="51491" y="27220"/>
                  </a:cubicBezTo>
                  <a:cubicBezTo>
                    <a:pt x="56079" y="28680"/>
                    <a:pt x="60795" y="29783"/>
                    <a:pt x="65716" y="30013"/>
                  </a:cubicBezTo>
                  <a:cubicBezTo>
                    <a:pt x="68766" y="30193"/>
                    <a:pt x="71841" y="29859"/>
                    <a:pt x="74789" y="29065"/>
                  </a:cubicBezTo>
                  <a:cubicBezTo>
                    <a:pt x="77890" y="28168"/>
                    <a:pt x="80786" y="26656"/>
                    <a:pt x="83272" y="24605"/>
                  </a:cubicBezTo>
                  <a:cubicBezTo>
                    <a:pt x="84913" y="23272"/>
                    <a:pt x="86476" y="21786"/>
                    <a:pt x="87886" y="20197"/>
                  </a:cubicBezTo>
                  <a:cubicBezTo>
                    <a:pt x="89500" y="18352"/>
                    <a:pt x="91089" y="16455"/>
                    <a:pt x="92678" y="14610"/>
                  </a:cubicBezTo>
                  <a:cubicBezTo>
                    <a:pt x="93960" y="13123"/>
                    <a:pt x="95241" y="11636"/>
                    <a:pt x="96574" y="10201"/>
                  </a:cubicBezTo>
                  <a:cubicBezTo>
                    <a:pt x="97728" y="8971"/>
                    <a:pt x="99035" y="7920"/>
                    <a:pt x="100496" y="7074"/>
                  </a:cubicBezTo>
                  <a:cubicBezTo>
                    <a:pt x="101546" y="6434"/>
                    <a:pt x="102725" y="5947"/>
                    <a:pt x="103930" y="5639"/>
                  </a:cubicBezTo>
                  <a:cubicBezTo>
                    <a:pt x="106006" y="5075"/>
                    <a:pt x="108236" y="5357"/>
                    <a:pt x="110107" y="6408"/>
                  </a:cubicBezTo>
                  <a:cubicBezTo>
                    <a:pt x="110696" y="6741"/>
                    <a:pt x="111260" y="7126"/>
                    <a:pt x="111773" y="7561"/>
                  </a:cubicBezTo>
                  <a:cubicBezTo>
                    <a:pt x="112644" y="8253"/>
                    <a:pt x="113439" y="9073"/>
                    <a:pt x="114105" y="9971"/>
                  </a:cubicBezTo>
                  <a:cubicBezTo>
                    <a:pt x="115028" y="11175"/>
                    <a:pt x="115874" y="12431"/>
                    <a:pt x="116566" y="13764"/>
                  </a:cubicBezTo>
                  <a:cubicBezTo>
                    <a:pt x="118360" y="17147"/>
                    <a:pt x="119821" y="20684"/>
                    <a:pt x="120923" y="24349"/>
                  </a:cubicBezTo>
                  <a:cubicBezTo>
                    <a:pt x="122819" y="30295"/>
                    <a:pt x="124203" y="36421"/>
                    <a:pt x="125075" y="42597"/>
                  </a:cubicBezTo>
                  <a:cubicBezTo>
                    <a:pt x="125562" y="45929"/>
                    <a:pt x="125844" y="49287"/>
                    <a:pt x="125946" y="52619"/>
                  </a:cubicBezTo>
                  <a:cubicBezTo>
                    <a:pt x="126126" y="57617"/>
                    <a:pt x="125972" y="62589"/>
                    <a:pt x="125818" y="67561"/>
                  </a:cubicBezTo>
                  <a:cubicBezTo>
                    <a:pt x="125639" y="72533"/>
                    <a:pt x="125972" y="77480"/>
                    <a:pt x="126843" y="82375"/>
                  </a:cubicBezTo>
                  <a:cubicBezTo>
                    <a:pt x="127459" y="85835"/>
                    <a:pt x="128766" y="89116"/>
                    <a:pt x="130714" y="92063"/>
                  </a:cubicBezTo>
                  <a:cubicBezTo>
                    <a:pt x="131457" y="93140"/>
                    <a:pt x="132174" y="94242"/>
                    <a:pt x="132918" y="95344"/>
                  </a:cubicBezTo>
                  <a:cubicBezTo>
                    <a:pt x="134353" y="97420"/>
                    <a:pt x="135378" y="99727"/>
                    <a:pt x="135968" y="102187"/>
                  </a:cubicBezTo>
                  <a:cubicBezTo>
                    <a:pt x="136506" y="104494"/>
                    <a:pt x="137019" y="106801"/>
                    <a:pt x="137506" y="109107"/>
                  </a:cubicBezTo>
                  <a:cubicBezTo>
                    <a:pt x="139171" y="116745"/>
                    <a:pt x="142503" y="123870"/>
                    <a:pt x="147450" y="130457"/>
                  </a:cubicBezTo>
                  <a:cubicBezTo>
                    <a:pt x="150808" y="134891"/>
                    <a:pt x="154575" y="138992"/>
                    <a:pt x="158702" y="142734"/>
                  </a:cubicBezTo>
                  <a:lnTo>
                    <a:pt x="155318" y="142734"/>
                  </a:lnTo>
                  <a:lnTo>
                    <a:pt x="153114" y="140453"/>
                  </a:lnTo>
                  <a:cubicBezTo>
                    <a:pt x="145656" y="132789"/>
                    <a:pt x="139915" y="124332"/>
                    <a:pt x="136275" y="114951"/>
                  </a:cubicBezTo>
                  <a:cubicBezTo>
                    <a:pt x="135378" y="112619"/>
                    <a:pt x="134507" y="110286"/>
                    <a:pt x="133661" y="107954"/>
                  </a:cubicBezTo>
                  <a:cubicBezTo>
                    <a:pt x="132661" y="105212"/>
                    <a:pt x="131354" y="102597"/>
                    <a:pt x="129740" y="100162"/>
                  </a:cubicBezTo>
                  <a:cubicBezTo>
                    <a:pt x="128817" y="98804"/>
                    <a:pt x="127945" y="97394"/>
                    <a:pt x="127100" y="95985"/>
                  </a:cubicBezTo>
                  <a:cubicBezTo>
                    <a:pt x="125331" y="93114"/>
                    <a:pt x="124152" y="89936"/>
                    <a:pt x="123640" y="86604"/>
                  </a:cubicBezTo>
                  <a:cubicBezTo>
                    <a:pt x="123230" y="83913"/>
                    <a:pt x="123024" y="81171"/>
                    <a:pt x="122999" y="78454"/>
                  </a:cubicBezTo>
                  <a:cubicBezTo>
                    <a:pt x="122896" y="73789"/>
                    <a:pt x="123178" y="69125"/>
                    <a:pt x="123511" y="64460"/>
                  </a:cubicBezTo>
                  <a:cubicBezTo>
                    <a:pt x="123793" y="60205"/>
                    <a:pt x="123973" y="55951"/>
                    <a:pt x="123845" y="51696"/>
                  </a:cubicBezTo>
                  <a:cubicBezTo>
                    <a:pt x="123768" y="48723"/>
                    <a:pt x="123537" y="45750"/>
                    <a:pt x="123127" y="42777"/>
                  </a:cubicBezTo>
                  <a:cubicBezTo>
                    <a:pt x="122691" y="39650"/>
                    <a:pt x="122102" y="36523"/>
                    <a:pt x="121359" y="33422"/>
                  </a:cubicBezTo>
                  <a:cubicBezTo>
                    <a:pt x="120461" y="29449"/>
                    <a:pt x="119231" y="25579"/>
                    <a:pt x="117719" y="21786"/>
                  </a:cubicBezTo>
                  <a:cubicBezTo>
                    <a:pt x="116694" y="19249"/>
                    <a:pt x="115438" y="16839"/>
                    <a:pt x="113951" y="14558"/>
                  </a:cubicBezTo>
                  <a:cubicBezTo>
                    <a:pt x="113208" y="13431"/>
                    <a:pt x="112337" y="12405"/>
                    <a:pt x="111388" y="11457"/>
                  </a:cubicBezTo>
                  <a:cubicBezTo>
                    <a:pt x="110620" y="10714"/>
                    <a:pt x="109748" y="10099"/>
                    <a:pt x="108825" y="9612"/>
                  </a:cubicBezTo>
                  <a:cubicBezTo>
                    <a:pt x="107236" y="8792"/>
                    <a:pt x="105442" y="8535"/>
                    <a:pt x="103699" y="8868"/>
                  </a:cubicBezTo>
                  <a:cubicBezTo>
                    <a:pt x="102777" y="9048"/>
                    <a:pt x="101880" y="9330"/>
                    <a:pt x="101059" y="9714"/>
                  </a:cubicBezTo>
                  <a:cubicBezTo>
                    <a:pt x="99881" y="10252"/>
                    <a:pt x="98804" y="10944"/>
                    <a:pt x="97830" y="11790"/>
                  </a:cubicBezTo>
                  <a:cubicBezTo>
                    <a:pt x="96651" y="12841"/>
                    <a:pt x="95472" y="13918"/>
                    <a:pt x="94396" y="15045"/>
                  </a:cubicBezTo>
                  <a:cubicBezTo>
                    <a:pt x="92935" y="16532"/>
                    <a:pt x="91602" y="18095"/>
                    <a:pt x="90167" y="19582"/>
                  </a:cubicBezTo>
                  <a:cubicBezTo>
                    <a:pt x="88731" y="21094"/>
                    <a:pt x="87296" y="22504"/>
                    <a:pt x="85810" y="23939"/>
                  </a:cubicBezTo>
                  <a:cubicBezTo>
                    <a:pt x="84502" y="25143"/>
                    <a:pt x="83093" y="26246"/>
                    <a:pt x="81555" y="27194"/>
                  </a:cubicBezTo>
                  <a:cubicBezTo>
                    <a:pt x="77890" y="29501"/>
                    <a:pt x="73738" y="30705"/>
                    <a:pt x="69150" y="30910"/>
                  </a:cubicBezTo>
                  <a:cubicBezTo>
                    <a:pt x="65408" y="31038"/>
                    <a:pt x="61666" y="30680"/>
                    <a:pt x="58001" y="29834"/>
                  </a:cubicBezTo>
                  <a:cubicBezTo>
                    <a:pt x="51747" y="28450"/>
                    <a:pt x="45673" y="26374"/>
                    <a:pt x="39855" y="23657"/>
                  </a:cubicBezTo>
                  <a:cubicBezTo>
                    <a:pt x="35754" y="21709"/>
                    <a:pt x="31756" y="19531"/>
                    <a:pt x="27886" y="17147"/>
                  </a:cubicBezTo>
                  <a:cubicBezTo>
                    <a:pt x="23452" y="14507"/>
                    <a:pt x="19069" y="11842"/>
                    <a:pt x="14609" y="9227"/>
                  </a:cubicBezTo>
                  <a:cubicBezTo>
                    <a:pt x="10560" y="6844"/>
                    <a:pt x="6356" y="4665"/>
                    <a:pt x="2076" y="2768"/>
                  </a:cubicBezTo>
                  <a:cubicBezTo>
                    <a:pt x="1615" y="2538"/>
                    <a:pt x="1128" y="2358"/>
                    <a:pt x="641" y="2153"/>
                  </a:cubicBezTo>
                  <a:cubicBezTo>
                    <a:pt x="436" y="2128"/>
                    <a:pt x="205" y="2102"/>
                    <a:pt x="0" y="2128"/>
                  </a:cubicBezTo>
                  <a:lnTo>
                    <a:pt x="0" y="52"/>
                  </a:lnTo>
                  <a:cubicBezTo>
                    <a:pt x="513" y="0"/>
                    <a:pt x="871" y="257"/>
                    <a:pt x="1256" y="436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10" name="Google Shape;351;p14"/>
            <p:cNvSpPr/>
            <p:nvPr/>
          </p:nvSpPr>
          <p:spPr>
            <a:xfrm>
              <a:off x="1080" y="4377600"/>
              <a:ext cx="1171800" cy="764640"/>
            </a:xfrm>
            <a:custGeom>
              <a:avLst/>
              <a:gdLst>
                <a:gd name="textAreaLeft" fmla="*/ 0 w 1171800"/>
                <a:gd name="textAreaRight" fmla="*/ 1172160 w 1171800"/>
                <a:gd name="textAreaTop" fmla="*/ 0 h 764640"/>
                <a:gd name="textAreaBottom" fmla="*/ 765000 h 764640"/>
              </a:gdLst>
              <a:ahLst/>
              <a:cxnLst/>
              <a:rect l="textAreaLeft" t="textAreaTop" r="textAreaRight" b="textAreaBottom"/>
              <a:pathLst>
                <a:path w="36498" h="26169">
                  <a:moveTo>
                    <a:pt x="641" y="9355"/>
                  </a:moveTo>
                  <a:cubicBezTo>
                    <a:pt x="974" y="9150"/>
                    <a:pt x="1307" y="8945"/>
                    <a:pt x="1640" y="8740"/>
                  </a:cubicBezTo>
                  <a:cubicBezTo>
                    <a:pt x="4690" y="6766"/>
                    <a:pt x="7894" y="5023"/>
                    <a:pt x="11200" y="3511"/>
                  </a:cubicBezTo>
                  <a:cubicBezTo>
                    <a:pt x="13456" y="2435"/>
                    <a:pt x="15814" y="1563"/>
                    <a:pt x="18249" y="897"/>
                  </a:cubicBezTo>
                  <a:cubicBezTo>
                    <a:pt x="20478" y="282"/>
                    <a:pt x="22760" y="0"/>
                    <a:pt x="25066" y="51"/>
                  </a:cubicBezTo>
                  <a:cubicBezTo>
                    <a:pt x="26040" y="77"/>
                    <a:pt x="27014" y="179"/>
                    <a:pt x="27988" y="384"/>
                  </a:cubicBezTo>
                  <a:cubicBezTo>
                    <a:pt x="30577" y="948"/>
                    <a:pt x="32525" y="2179"/>
                    <a:pt x="33934" y="4050"/>
                  </a:cubicBezTo>
                  <a:cubicBezTo>
                    <a:pt x="34934" y="5485"/>
                    <a:pt x="35626" y="7100"/>
                    <a:pt x="35985" y="8817"/>
                  </a:cubicBezTo>
                  <a:cubicBezTo>
                    <a:pt x="36318" y="10406"/>
                    <a:pt x="36497" y="12020"/>
                    <a:pt x="36497" y="13661"/>
                  </a:cubicBezTo>
                  <a:cubicBezTo>
                    <a:pt x="36497" y="15967"/>
                    <a:pt x="36369" y="18300"/>
                    <a:pt x="36062" y="20581"/>
                  </a:cubicBezTo>
                  <a:cubicBezTo>
                    <a:pt x="35857" y="22247"/>
                    <a:pt x="35651" y="23887"/>
                    <a:pt x="35472" y="25527"/>
                  </a:cubicBezTo>
                  <a:cubicBezTo>
                    <a:pt x="35472" y="25758"/>
                    <a:pt x="35498" y="25963"/>
                    <a:pt x="35523" y="26168"/>
                  </a:cubicBezTo>
                  <a:lnTo>
                    <a:pt x="26425" y="26168"/>
                  </a:lnTo>
                  <a:cubicBezTo>
                    <a:pt x="26066" y="24400"/>
                    <a:pt x="25733" y="22606"/>
                    <a:pt x="25066" y="20863"/>
                  </a:cubicBezTo>
                  <a:cubicBezTo>
                    <a:pt x="24733" y="19991"/>
                    <a:pt x="24349" y="19146"/>
                    <a:pt x="23913" y="18325"/>
                  </a:cubicBezTo>
                  <a:cubicBezTo>
                    <a:pt x="23477" y="17582"/>
                    <a:pt x="22990" y="16916"/>
                    <a:pt x="22426" y="16301"/>
                  </a:cubicBezTo>
                  <a:cubicBezTo>
                    <a:pt x="20504" y="14250"/>
                    <a:pt x="17915" y="13456"/>
                    <a:pt x="14840" y="13661"/>
                  </a:cubicBezTo>
                  <a:cubicBezTo>
                    <a:pt x="12584" y="13840"/>
                    <a:pt x="10380" y="14353"/>
                    <a:pt x="8304" y="15199"/>
                  </a:cubicBezTo>
                  <a:cubicBezTo>
                    <a:pt x="6638" y="15839"/>
                    <a:pt x="4998" y="16583"/>
                    <a:pt x="3434" y="17403"/>
                  </a:cubicBezTo>
                  <a:cubicBezTo>
                    <a:pt x="2666" y="17813"/>
                    <a:pt x="1922" y="18223"/>
                    <a:pt x="1128" y="18607"/>
                  </a:cubicBezTo>
                  <a:cubicBezTo>
                    <a:pt x="769" y="18787"/>
                    <a:pt x="384" y="18889"/>
                    <a:pt x="0" y="19043"/>
                  </a:cubicBezTo>
                  <a:lnTo>
                    <a:pt x="0" y="9457"/>
                  </a:lnTo>
                  <a:cubicBezTo>
                    <a:pt x="205" y="9509"/>
                    <a:pt x="461" y="9483"/>
                    <a:pt x="641" y="935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11" name="Google Shape;352;p14"/>
            <p:cNvSpPr/>
            <p:nvPr/>
          </p:nvSpPr>
          <p:spPr>
            <a:xfrm>
              <a:off x="8146800" y="621000"/>
              <a:ext cx="996480" cy="1850400"/>
            </a:xfrm>
            <a:custGeom>
              <a:avLst/>
              <a:gdLst>
                <a:gd name="textAreaLeft" fmla="*/ 0 w 996480"/>
                <a:gd name="textAreaRight" fmla="*/ 996840 w 996480"/>
                <a:gd name="textAreaTop" fmla="*/ 0 h 1850400"/>
                <a:gd name="textAreaBottom" fmla="*/ 1850760 h 1850400"/>
              </a:gdLst>
              <a:ahLst/>
              <a:cxnLst/>
              <a:rect l="textAreaLeft" t="textAreaTop" r="textAreaRight" b="textAreaBottom"/>
              <a:pathLst>
                <a:path w="31039" h="63307">
                  <a:moveTo>
                    <a:pt x="20172" y="62948"/>
                  </a:moveTo>
                  <a:cubicBezTo>
                    <a:pt x="16660" y="62537"/>
                    <a:pt x="13303" y="61615"/>
                    <a:pt x="10381" y="59872"/>
                  </a:cubicBezTo>
                  <a:cubicBezTo>
                    <a:pt x="6050" y="57283"/>
                    <a:pt x="3128" y="53874"/>
                    <a:pt x="1641" y="49620"/>
                  </a:cubicBezTo>
                  <a:cubicBezTo>
                    <a:pt x="513" y="46288"/>
                    <a:pt x="1" y="42802"/>
                    <a:pt x="129" y="39317"/>
                  </a:cubicBezTo>
                  <a:cubicBezTo>
                    <a:pt x="283" y="34985"/>
                    <a:pt x="1564" y="30884"/>
                    <a:pt x="3615" y="26937"/>
                  </a:cubicBezTo>
                  <a:cubicBezTo>
                    <a:pt x="5998" y="22350"/>
                    <a:pt x="9202" y="18198"/>
                    <a:pt x="12995" y="14327"/>
                  </a:cubicBezTo>
                  <a:cubicBezTo>
                    <a:pt x="17327" y="9970"/>
                    <a:pt x="22043" y="6023"/>
                    <a:pt x="27066" y="2486"/>
                  </a:cubicBezTo>
                  <a:cubicBezTo>
                    <a:pt x="28194" y="1692"/>
                    <a:pt x="29373" y="974"/>
                    <a:pt x="30552" y="205"/>
                  </a:cubicBezTo>
                  <a:cubicBezTo>
                    <a:pt x="30706" y="128"/>
                    <a:pt x="30860" y="52"/>
                    <a:pt x="31039" y="0"/>
                  </a:cubicBezTo>
                  <a:lnTo>
                    <a:pt x="31039" y="2640"/>
                  </a:lnTo>
                  <a:cubicBezTo>
                    <a:pt x="30936" y="2691"/>
                    <a:pt x="30834" y="2743"/>
                    <a:pt x="30757" y="2794"/>
                  </a:cubicBezTo>
                  <a:cubicBezTo>
                    <a:pt x="27425" y="5024"/>
                    <a:pt x="24221" y="7484"/>
                    <a:pt x="21171" y="10124"/>
                  </a:cubicBezTo>
                  <a:cubicBezTo>
                    <a:pt x="17660" y="13097"/>
                    <a:pt x="14508" y="16455"/>
                    <a:pt x="11765" y="20120"/>
                  </a:cubicBezTo>
                  <a:cubicBezTo>
                    <a:pt x="9407" y="23349"/>
                    <a:pt x="7485" y="26758"/>
                    <a:pt x="6357" y="30423"/>
                  </a:cubicBezTo>
                  <a:cubicBezTo>
                    <a:pt x="4461" y="36446"/>
                    <a:pt x="5332" y="42213"/>
                    <a:pt x="8818" y="47723"/>
                  </a:cubicBezTo>
                  <a:cubicBezTo>
                    <a:pt x="10022" y="49646"/>
                    <a:pt x="11586" y="51337"/>
                    <a:pt x="13405" y="52696"/>
                  </a:cubicBezTo>
                  <a:cubicBezTo>
                    <a:pt x="15917" y="54515"/>
                    <a:pt x="18813" y="55669"/>
                    <a:pt x="22043" y="56361"/>
                  </a:cubicBezTo>
                  <a:cubicBezTo>
                    <a:pt x="24298" y="56822"/>
                    <a:pt x="26579" y="57104"/>
                    <a:pt x="28886" y="57206"/>
                  </a:cubicBezTo>
                  <a:lnTo>
                    <a:pt x="31039" y="57335"/>
                  </a:lnTo>
                  <a:lnTo>
                    <a:pt x="31039" y="62768"/>
                  </a:lnTo>
                  <a:cubicBezTo>
                    <a:pt x="30860" y="62819"/>
                    <a:pt x="30680" y="62871"/>
                    <a:pt x="30501" y="62896"/>
                  </a:cubicBezTo>
                  <a:cubicBezTo>
                    <a:pt x="27066" y="63306"/>
                    <a:pt x="23606" y="63306"/>
                    <a:pt x="20172" y="6294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12" name="Google Shape;353;p14"/>
            <p:cNvSpPr/>
            <p:nvPr/>
          </p:nvSpPr>
          <p:spPr>
            <a:xfrm>
              <a:off x="0" y="2318040"/>
              <a:ext cx="3094200" cy="2824920"/>
            </a:xfrm>
            <a:custGeom>
              <a:avLst/>
              <a:gdLst>
                <a:gd name="textAreaLeft" fmla="*/ 0 w 3094200"/>
                <a:gd name="textAreaRight" fmla="*/ 3094560 w 3094200"/>
                <a:gd name="textAreaTop" fmla="*/ 0 h 2824920"/>
                <a:gd name="textAreaBottom" fmla="*/ 2825280 h 2824920"/>
              </a:gdLst>
              <a:ahLst/>
              <a:cxnLst/>
              <a:rect l="textAreaLeft" t="textAreaTop" r="textAreaRight" b="textAreaBottom"/>
              <a:pathLst>
                <a:path w="96344" h="96651">
                  <a:moveTo>
                    <a:pt x="436" y="22093"/>
                  </a:moveTo>
                  <a:cubicBezTo>
                    <a:pt x="564" y="21837"/>
                    <a:pt x="667" y="21581"/>
                    <a:pt x="769" y="21299"/>
                  </a:cubicBezTo>
                  <a:cubicBezTo>
                    <a:pt x="1692" y="18582"/>
                    <a:pt x="2897" y="15968"/>
                    <a:pt x="4357" y="13507"/>
                  </a:cubicBezTo>
                  <a:cubicBezTo>
                    <a:pt x="5767" y="11149"/>
                    <a:pt x="7459" y="9022"/>
                    <a:pt x="9432" y="7177"/>
                  </a:cubicBezTo>
                  <a:cubicBezTo>
                    <a:pt x="12277" y="4485"/>
                    <a:pt x="15763" y="2614"/>
                    <a:pt x="19889" y="1564"/>
                  </a:cubicBezTo>
                  <a:cubicBezTo>
                    <a:pt x="21555" y="1128"/>
                    <a:pt x="23273" y="795"/>
                    <a:pt x="24990" y="564"/>
                  </a:cubicBezTo>
                  <a:cubicBezTo>
                    <a:pt x="27886" y="205"/>
                    <a:pt x="30782" y="26"/>
                    <a:pt x="33704" y="26"/>
                  </a:cubicBezTo>
                  <a:cubicBezTo>
                    <a:pt x="39035" y="0"/>
                    <a:pt x="44315" y="359"/>
                    <a:pt x="49620" y="667"/>
                  </a:cubicBezTo>
                  <a:cubicBezTo>
                    <a:pt x="53337" y="897"/>
                    <a:pt x="57027" y="1128"/>
                    <a:pt x="60744" y="1307"/>
                  </a:cubicBezTo>
                  <a:cubicBezTo>
                    <a:pt x="65024" y="1512"/>
                    <a:pt x="69304" y="1589"/>
                    <a:pt x="73610" y="1615"/>
                  </a:cubicBezTo>
                  <a:cubicBezTo>
                    <a:pt x="76481" y="1615"/>
                    <a:pt x="79377" y="1666"/>
                    <a:pt x="82247" y="1743"/>
                  </a:cubicBezTo>
                  <a:cubicBezTo>
                    <a:pt x="83913" y="1769"/>
                    <a:pt x="85579" y="1948"/>
                    <a:pt x="87194" y="2307"/>
                  </a:cubicBezTo>
                  <a:cubicBezTo>
                    <a:pt x="89962" y="2948"/>
                    <a:pt x="91910" y="4357"/>
                    <a:pt x="93012" y="6587"/>
                  </a:cubicBezTo>
                  <a:cubicBezTo>
                    <a:pt x="93576" y="7792"/>
                    <a:pt x="93960" y="9073"/>
                    <a:pt x="94088" y="10406"/>
                  </a:cubicBezTo>
                  <a:cubicBezTo>
                    <a:pt x="94319" y="12482"/>
                    <a:pt x="94294" y="14609"/>
                    <a:pt x="93986" y="16685"/>
                  </a:cubicBezTo>
                  <a:cubicBezTo>
                    <a:pt x="93602" y="19761"/>
                    <a:pt x="93115" y="22836"/>
                    <a:pt x="92628" y="25912"/>
                  </a:cubicBezTo>
                  <a:cubicBezTo>
                    <a:pt x="92038" y="29577"/>
                    <a:pt x="91525" y="33242"/>
                    <a:pt x="91167" y="36933"/>
                  </a:cubicBezTo>
                  <a:cubicBezTo>
                    <a:pt x="90757" y="40983"/>
                    <a:pt x="90577" y="45058"/>
                    <a:pt x="90577" y="49133"/>
                  </a:cubicBezTo>
                  <a:cubicBezTo>
                    <a:pt x="90577" y="51465"/>
                    <a:pt x="90654" y="53823"/>
                    <a:pt x="90782" y="56181"/>
                  </a:cubicBezTo>
                  <a:cubicBezTo>
                    <a:pt x="90910" y="58513"/>
                    <a:pt x="91090" y="60923"/>
                    <a:pt x="91346" y="63306"/>
                  </a:cubicBezTo>
                  <a:cubicBezTo>
                    <a:pt x="91551" y="65510"/>
                    <a:pt x="91807" y="67715"/>
                    <a:pt x="92141" y="69919"/>
                  </a:cubicBezTo>
                  <a:cubicBezTo>
                    <a:pt x="92525" y="72661"/>
                    <a:pt x="92935" y="75404"/>
                    <a:pt x="93371" y="78120"/>
                  </a:cubicBezTo>
                  <a:cubicBezTo>
                    <a:pt x="93858" y="81170"/>
                    <a:pt x="94396" y="84220"/>
                    <a:pt x="94883" y="87245"/>
                  </a:cubicBezTo>
                  <a:cubicBezTo>
                    <a:pt x="95396" y="90372"/>
                    <a:pt x="95857" y="93524"/>
                    <a:pt x="96344" y="96651"/>
                  </a:cubicBezTo>
                  <a:lnTo>
                    <a:pt x="93627" y="96651"/>
                  </a:lnTo>
                  <a:cubicBezTo>
                    <a:pt x="93627" y="96446"/>
                    <a:pt x="93627" y="96215"/>
                    <a:pt x="93602" y="96010"/>
                  </a:cubicBezTo>
                  <a:cubicBezTo>
                    <a:pt x="93191" y="91269"/>
                    <a:pt x="92551" y="86527"/>
                    <a:pt x="91936" y="81811"/>
                  </a:cubicBezTo>
                  <a:cubicBezTo>
                    <a:pt x="91525" y="78659"/>
                    <a:pt x="91064" y="75532"/>
                    <a:pt x="90705" y="72379"/>
                  </a:cubicBezTo>
                  <a:cubicBezTo>
                    <a:pt x="90321" y="69124"/>
                    <a:pt x="90013" y="65895"/>
                    <a:pt x="89680" y="62640"/>
                  </a:cubicBezTo>
                  <a:cubicBezTo>
                    <a:pt x="89321" y="58924"/>
                    <a:pt x="89193" y="55207"/>
                    <a:pt x="89116" y="51465"/>
                  </a:cubicBezTo>
                  <a:cubicBezTo>
                    <a:pt x="89065" y="47749"/>
                    <a:pt x="89219" y="43956"/>
                    <a:pt x="89475" y="40214"/>
                  </a:cubicBezTo>
                  <a:cubicBezTo>
                    <a:pt x="89706" y="36805"/>
                    <a:pt x="90065" y="33396"/>
                    <a:pt x="90500" y="30013"/>
                  </a:cubicBezTo>
                  <a:cubicBezTo>
                    <a:pt x="90936" y="26399"/>
                    <a:pt x="91449" y="22785"/>
                    <a:pt x="91910" y="19171"/>
                  </a:cubicBezTo>
                  <a:cubicBezTo>
                    <a:pt x="92217" y="16890"/>
                    <a:pt x="92269" y="14558"/>
                    <a:pt x="92038" y="12226"/>
                  </a:cubicBezTo>
                  <a:cubicBezTo>
                    <a:pt x="91910" y="11047"/>
                    <a:pt x="91602" y="9868"/>
                    <a:pt x="91141" y="8766"/>
                  </a:cubicBezTo>
                  <a:cubicBezTo>
                    <a:pt x="90167" y="6613"/>
                    <a:pt x="88399" y="5101"/>
                    <a:pt x="85759" y="4357"/>
                  </a:cubicBezTo>
                  <a:cubicBezTo>
                    <a:pt x="84964" y="4101"/>
                    <a:pt x="84144" y="3922"/>
                    <a:pt x="83324" y="3768"/>
                  </a:cubicBezTo>
                  <a:cubicBezTo>
                    <a:pt x="80889" y="3435"/>
                    <a:pt x="78428" y="3230"/>
                    <a:pt x="75968" y="3204"/>
                  </a:cubicBezTo>
                  <a:cubicBezTo>
                    <a:pt x="71406" y="3101"/>
                    <a:pt x="66844" y="2999"/>
                    <a:pt x="62307" y="2871"/>
                  </a:cubicBezTo>
                  <a:cubicBezTo>
                    <a:pt x="57335" y="2717"/>
                    <a:pt x="52363" y="2538"/>
                    <a:pt x="47416" y="2358"/>
                  </a:cubicBezTo>
                  <a:cubicBezTo>
                    <a:pt x="42598" y="2204"/>
                    <a:pt x="37779" y="2153"/>
                    <a:pt x="32961" y="2486"/>
                  </a:cubicBezTo>
                  <a:cubicBezTo>
                    <a:pt x="29654" y="2666"/>
                    <a:pt x="26348" y="3153"/>
                    <a:pt x="23144" y="3973"/>
                  </a:cubicBezTo>
                  <a:cubicBezTo>
                    <a:pt x="18915" y="5049"/>
                    <a:pt x="15225" y="6843"/>
                    <a:pt x="12175" y="9483"/>
                  </a:cubicBezTo>
                  <a:cubicBezTo>
                    <a:pt x="10201" y="11226"/>
                    <a:pt x="8484" y="13225"/>
                    <a:pt x="7049" y="15455"/>
                  </a:cubicBezTo>
                  <a:cubicBezTo>
                    <a:pt x="5716" y="17531"/>
                    <a:pt x="4563" y="19761"/>
                    <a:pt x="3640" y="22093"/>
                  </a:cubicBezTo>
                  <a:cubicBezTo>
                    <a:pt x="2717" y="24451"/>
                    <a:pt x="1820" y="26809"/>
                    <a:pt x="897" y="29167"/>
                  </a:cubicBezTo>
                  <a:cubicBezTo>
                    <a:pt x="769" y="29526"/>
                    <a:pt x="615" y="29885"/>
                    <a:pt x="436" y="30218"/>
                  </a:cubicBezTo>
                  <a:cubicBezTo>
                    <a:pt x="359" y="30320"/>
                    <a:pt x="154" y="30397"/>
                    <a:pt x="0" y="30474"/>
                  </a:cubicBezTo>
                  <a:lnTo>
                    <a:pt x="0" y="22375"/>
                  </a:lnTo>
                  <a:cubicBezTo>
                    <a:pt x="180" y="22298"/>
                    <a:pt x="359" y="22221"/>
                    <a:pt x="436" y="22093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13" name="Google Shape;354;p14"/>
            <p:cNvSpPr/>
            <p:nvPr/>
          </p:nvSpPr>
          <p:spPr>
            <a:xfrm>
              <a:off x="1080" y="2531520"/>
              <a:ext cx="2795400" cy="2610720"/>
            </a:xfrm>
            <a:custGeom>
              <a:avLst/>
              <a:gdLst>
                <a:gd name="textAreaLeft" fmla="*/ 0 w 2795400"/>
                <a:gd name="textAreaRight" fmla="*/ 2795760 w 2795400"/>
                <a:gd name="textAreaTop" fmla="*/ 0 h 2610720"/>
                <a:gd name="textAreaBottom" fmla="*/ 2611080 h 2610720"/>
              </a:gdLst>
              <a:ahLst/>
              <a:cxnLst/>
              <a:rect l="textAreaLeft" t="textAreaTop" r="textAreaRight" b="textAreaBottom"/>
              <a:pathLst>
                <a:path w="87040" h="89322">
                  <a:moveTo>
                    <a:pt x="948" y="33499"/>
                  </a:moveTo>
                  <a:cubicBezTo>
                    <a:pt x="3511" y="30244"/>
                    <a:pt x="5869" y="26784"/>
                    <a:pt x="7997" y="23196"/>
                  </a:cubicBezTo>
                  <a:cubicBezTo>
                    <a:pt x="9047" y="21351"/>
                    <a:pt x="10098" y="19531"/>
                    <a:pt x="11200" y="17711"/>
                  </a:cubicBezTo>
                  <a:cubicBezTo>
                    <a:pt x="12456" y="15558"/>
                    <a:pt x="13943" y="13533"/>
                    <a:pt x="15583" y="11662"/>
                  </a:cubicBezTo>
                  <a:cubicBezTo>
                    <a:pt x="19069" y="7818"/>
                    <a:pt x="23528" y="4999"/>
                    <a:pt x="28962" y="3204"/>
                  </a:cubicBezTo>
                  <a:cubicBezTo>
                    <a:pt x="31858" y="2282"/>
                    <a:pt x="34806" y="1615"/>
                    <a:pt x="37830" y="1180"/>
                  </a:cubicBezTo>
                  <a:cubicBezTo>
                    <a:pt x="42520" y="513"/>
                    <a:pt x="47236" y="154"/>
                    <a:pt x="51978" y="103"/>
                  </a:cubicBezTo>
                  <a:cubicBezTo>
                    <a:pt x="56335" y="1"/>
                    <a:pt x="60692" y="26"/>
                    <a:pt x="65075" y="52"/>
                  </a:cubicBezTo>
                  <a:cubicBezTo>
                    <a:pt x="68125" y="78"/>
                    <a:pt x="71200" y="257"/>
                    <a:pt x="74250" y="616"/>
                  </a:cubicBezTo>
                  <a:cubicBezTo>
                    <a:pt x="76173" y="795"/>
                    <a:pt x="78044" y="1180"/>
                    <a:pt x="79863" y="1769"/>
                  </a:cubicBezTo>
                  <a:cubicBezTo>
                    <a:pt x="82862" y="2769"/>
                    <a:pt x="84887" y="4537"/>
                    <a:pt x="85861" y="7075"/>
                  </a:cubicBezTo>
                  <a:cubicBezTo>
                    <a:pt x="86373" y="8407"/>
                    <a:pt x="86681" y="9817"/>
                    <a:pt x="86758" y="11252"/>
                  </a:cubicBezTo>
                  <a:cubicBezTo>
                    <a:pt x="87040" y="14943"/>
                    <a:pt x="86707" y="18634"/>
                    <a:pt x="86450" y="22324"/>
                  </a:cubicBezTo>
                  <a:cubicBezTo>
                    <a:pt x="86194" y="25656"/>
                    <a:pt x="85886" y="29014"/>
                    <a:pt x="85681" y="32346"/>
                  </a:cubicBezTo>
                  <a:cubicBezTo>
                    <a:pt x="85323" y="37882"/>
                    <a:pt x="85169" y="43444"/>
                    <a:pt x="85297" y="48980"/>
                  </a:cubicBezTo>
                  <a:cubicBezTo>
                    <a:pt x="85374" y="53875"/>
                    <a:pt x="85630" y="58745"/>
                    <a:pt x="85886" y="63640"/>
                  </a:cubicBezTo>
                  <a:cubicBezTo>
                    <a:pt x="86092" y="67484"/>
                    <a:pt x="86348" y="71329"/>
                    <a:pt x="86527" y="75173"/>
                  </a:cubicBezTo>
                  <a:cubicBezTo>
                    <a:pt x="86784" y="79710"/>
                    <a:pt x="86732" y="84246"/>
                    <a:pt x="86425" y="88783"/>
                  </a:cubicBezTo>
                  <a:cubicBezTo>
                    <a:pt x="86450" y="88962"/>
                    <a:pt x="86476" y="89142"/>
                    <a:pt x="86527" y="89321"/>
                  </a:cubicBezTo>
                  <a:lnTo>
                    <a:pt x="83580" y="89321"/>
                  </a:lnTo>
                  <a:cubicBezTo>
                    <a:pt x="83605" y="88886"/>
                    <a:pt x="83605" y="88450"/>
                    <a:pt x="83657" y="88014"/>
                  </a:cubicBezTo>
                  <a:cubicBezTo>
                    <a:pt x="83836" y="85810"/>
                    <a:pt x="84118" y="83580"/>
                    <a:pt x="84221" y="81376"/>
                  </a:cubicBezTo>
                  <a:cubicBezTo>
                    <a:pt x="84502" y="75814"/>
                    <a:pt x="84323" y="70278"/>
                    <a:pt x="84144" y="64742"/>
                  </a:cubicBezTo>
                  <a:cubicBezTo>
                    <a:pt x="84041" y="61385"/>
                    <a:pt x="83913" y="58053"/>
                    <a:pt x="83836" y="54695"/>
                  </a:cubicBezTo>
                  <a:cubicBezTo>
                    <a:pt x="83657" y="47083"/>
                    <a:pt x="83708" y="39471"/>
                    <a:pt x="84195" y="31859"/>
                  </a:cubicBezTo>
                  <a:cubicBezTo>
                    <a:pt x="84451" y="28296"/>
                    <a:pt x="84605" y="24734"/>
                    <a:pt x="84810" y="21171"/>
                  </a:cubicBezTo>
                  <a:cubicBezTo>
                    <a:pt x="84989" y="18557"/>
                    <a:pt x="84938" y="15968"/>
                    <a:pt x="84707" y="13380"/>
                  </a:cubicBezTo>
                  <a:cubicBezTo>
                    <a:pt x="84554" y="11842"/>
                    <a:pt x="84195" y="10355"/>
                    <a:pt x="83631" y="8946"/>
                  </a:cubicBezTo>
                  <a:cubicBezTo>
                    <a:pt x="82580" y="6562"/>
                    <a:pt x="80658" y="4845"/>
                    <a:pt x="77839" y="3820"/>
                  </a:cubicBezTo>
                  <a:cubicBezTo>
                    <a:pt x="76660" y="3410"/>
                    <a:pt x="75481" y="3076"/>
                    <a:pt x="74276" y="2846"/>
                  </a:cubicBezTo>
                  <a:cubicBezTo>
                    <a:pt x="71124" y="2282"/>
                    <a:pt x="67971" y="2000"/>
                    <a:pt x="64793" y="1974"/>
                  </a:cubicBezTo>
                  <a:cubicBezTo>
                    <a:pt x="57770" y="1769"/>
                    <a:pt x="50748" y="2051"/>
                    <a:pt x="43776" y="2871"/>
                  </a:cubicBezTo>
                  <a:cubicBezTo>
                    <a:pt x="40444" y="3230"/>
                    <a:pt x="37164" y="3871"/>
                    <a:pt x="33934" y="4768"/>
                  </a:cubicBezTo>
                  <a:cubicBezTo>
                    <a:pt x="28731" y="6229"/>
                    <a:pt x="24144" y="8484"/>
                    <a:pt x="20350" y="11765"/>
                  </a:cubicBezTo>
                  <a:cubicBezTo>
                    <a:pt x="18223" y="13636"/>
                    <a:pt x="16301" y="15763"/>
                    <a:pt x="14660" y="18095"/>
                  </a:cubicBezTo>
                  <a:cubicBezTo>
                    <a:pt x="13379" y="19864"/>
                    <a:pt x="12174" y="21684"/>
                    <a:pt x="10944" y="23478"/>
                  </a:cubicBezTo>
                  <a:cubicBezTo>
                    <a:pt x="7971" y="27912"/>
                    <a:pt x="4716" y="32141"/>
                    <a:pt x="1205" y="36165"/>
                  </a:cubicBezTo>
                  <a:cubicBezTo>
                    <a:pt x="974" y="36421"/>
                    <a:pt x="743" y="36677"/>
                    <a:pt x="513" y="36908"/>
                  </a:cubicBezTo>
                  <a:cubicBezTo>
                    <a:pt x="333" y="36985"/>
                    <a:pt x="179" y="37036"/>
                    <a:pt x="0" y="37062"/>
                  </a:cubicBezTo>
                  <a:lnTo>
                    <a:pt x="0" y="34242"/>
                  </a:lnTo>
                  <a:cubicBezTo>
                    <a:pt x="564" y="34217"/>
                    <a:pt x="692" y="33807"/>
                    <a:pt x="948" y="3349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14" name="Google Shape;355;p14"/>
            <p:cNvSpPr/>
            <p:nvPr/>
          </p:nvSpPr>
          <p:spPr>
            <a:xfrm>
              <a:off x="1080" y="4084200"/>
              <a:ext cx="1479960" cy="1058400"/>
            </a:xfrm>
            <a:custGeom>
              <a:avLst/>
              <a:gdLst>
                <a:gd name="textAreaLeft" fmla="*/ 0 w 1479960"/>
                <a:gd name="textAreaRight" fmla="*/ 1480320 w 1479960"/>
                <a:gd name="textAreaTop" fmla="*/ 0 h 1058400"/>
                <a:gd name="textAreaBottom" fmla="*/ 1058760 h 1058400"/>
              </a:gdLst>
              <a:ahLst/>
              <a:cxnLst/>
              <a:rect l="textAreaLeft" t="textAreaTop" r="textAreaRight" b="textAreaBottom"/>
              <a:pathLst>
                <a:path w="46083" h="36216">
                  <a:moveTo>
                    <a:pt x="11149" y="6818"/>
                  </a:moveTo>
                  <a:cubicBezTo>
                    <a:pt x="13994" y="5357"/>
                    <a:pt x="16916" y="4101"/>
                    <a:pt x="19940" y="3050"/>
                  </a:cubicBezTo>
                  <a:cubicBezTo>
                    <a:pt x="23785" y="1717"/>
                    <a:pt x="27757" y="641"/>
                    <a:pt x="31935" y="231"/>
                  </a:cubicBezTo>
                  <a:cubicBezTo>
                    <a:pt x="33806" y="0"/>
                    <a:pt x="35703" y="26"/>
                    <a:pt x="37599" y="308"/>
                  </a:cubicBezTo>
                  <a:cubicBezTo>
                    <a:pt x="40265" y="769"/>
                    <a:pt x="42315" y="1948"/>
                    <a:pt x="43725" y="3896"/>
                  </a:cubicBezTo>
                  <a:cubicBezTo>
                    <a:pt x="44314" y="4742"/>
                    <a:pt x="44776" y="5664"/>
                    <a:pt x="45109" y="6664"/>
                  </a:cubicBezTo>
                  <a:cubicBezTo>
                    <a:pt x="45622" y="8330"/>
                    <a:pt x="45929" y="10098"/>
                    <a:pt x="45980" y="11867"/>
                  </a:cubicBezTo>
                  <a:cubicBezTo>
                    <a:pt x="46083" y="14635"/>
                    <a:pt x="45929" y="17454"/>
                    <a:pt x="45468" y="20196"/>
                  </a:cubicBezTo>
                  <a:cubicBezTo>
                    <a:pt x="44904" y="23887"/>
                    <a:pt x="44109" y="27501"/>
                    <a:pt x="43110" y="31089"/>
                  </a:cubicBezTo>
                  <a:cubicBezTo>
                    <a:pt x="42725" y="32473"/>
                    <a:pt x="42341" y="33832"/>
                    <a:pt x="41982" y="35216"/>
                  </a:cubicBezTo>
                  <a:cubicBezTo>
                    <a:pt x="41905" y="35523"/>
                    <a:pt x="41649" y="35856"/>
                    <a:pt x="41905" y="36215"/>
                  </a:cubicBezTo>
                  <a:lnTo>
                    <a:pt x="38701" y="36215"/>
                  </a:lnTo>
                  <a:cubicBezTo>
                    <a:pt x="38804" y="35600"/>
                    <a:pt x="38881" y="34959"/>
                    <a:pt x="39009" y="34370"/>
                  </a:cubicBezTo>
                  <a:cubicBezTo>
                    <a:pt x="39752" y="31140"/>
                    <a:pt x="40444" y="27885"/>
                    <a:pt x="40880" y="24630"/>
                  </a:cubicBezTo>
                  <a:cubicBezTo>
                    <a:pt x="41264" y="21683"/>
                    <a:pt x="41495" y="18710"/>
                    <a:pt x="41188" y="15737"/>
                  </a:cubicBezTo>
                  <a:cubicBezTo>
                    <a:pt x="41085" y="14276"/>
                    <a:pt x="40777" y="12866"/>
                    <a:pt x="40291" y="11508"/>
                  </a:cubicBezTo>
                  <a:cubicBezTo>
                    <a:pt x="40009" y="10790"/>
                    <a:pt x="39650" y="10098"/>
                    <a:pt x="39240" y="9432"/>
                  </a:cubicBezTo>
                  <a:cubicBezTo>
                    <a:pt x="37779" y="7074"/>
                    <a:pt x="35395" y="5690"/>
                    <a:pt x="32268" y="5203"/>
                  </a:cubicBezTo>
                  <a:cubicBezTo>
                    <a:pt x="30423" y="4947"/>
                    <a:pt x="28552" y="4921"/>
                    <a:pt x="26707" y="5126"/>
                  </a:cubicBezTo>
                  <a:cubicBezTo>
                    <a:pt x="22554" y="5562"/>
                    <a:pt x="18505" y="6664"/>
                    <a:pt x="14660" y="8330"/>
                  </a:cubicBezTo>
                  <a:cubicBezTo>
                    <a:pt x="10944" y="9919"/>
                    <a:pt x="7356" y="11790"/>
                    <a:pt x="3896" y="13917"/>
                  </a:cubicBezTo>
                  <a:cubicBezTo>
                    <a:pt x="2896" y="14532"/>
                    <a:pt x="1922" y="15173"/>
                    <a:pt x="923" y="15788"/>
                  </a:cubicBezTo>
                  <a:cubicBezTo>
                    <a:pt x="666" y="16019"/>
                    <a:pt x="333" y="16121"/>
                    <a:pt x="0" y="16121"/>
                  </a:cubicBezTo>
                  <a:lnTo>
                    <a:pt x="0" y="13123"/>
                  </a:lnTo>
                  <a:cubicBezTo>
                    <a:pt x="513" y="13123"/>
                    <a:pt x="820" y="12815"/>
                    <a:pt x="1179" y="12584"/>
                  </a:cubicBezTo>
                  <a:cubicBezTo>
                    <a:pt x="4383" y="10508"/>
                    <a:pt x="7689" y="8586"/>
                    <a:pt x="11149" y="681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15" name="Google Shape;356;p14"/>
            <p:cNvSpPr/>
            <p:nvPr/>
          </p:nvSpPr>
          <p:spPr>
            <a:xfrm>
              <a:off x="1080" y="0"/>
              <a:ext cx="2639880" cy="1050840"/>
            </a:xfrm>
            <a:custGeom>
              <a:avLst/>
              <a:gdLst>
                <a:gd name="textAreaLeft" fmla="*/ 0 w 2639880"/>
                <a:gd name="textAreaRight" fmla="*/ 2640240 w 2639880"/>
                <a:gd name="textAreaTop" fmla="*/ 0 h 1050840"/>
                <a:gd name="textAreaBottom" fmla="*/ 1051200 h 1050840"/>
              </a:gdLst>
              <a:ahLst/>
              <a:cxnLst/>
              <a:rect l="textAreaLeft" t="textAreaTop" r="textAreaRight" b="textAreaBottom"/>
              <a:pathLst>
                <a:path w="82196" h="35959">
                  <a:moveTo>
                    <a:pt x="74737" y="6049"/>
                  </a:moveTo>
                  <a:cubicBezTo>
                    <a:pt x="72918" y="7766"/>
                    <a:pt x="71431" y="9791"/>
                    <a:pt x="70355" y="12046"/>
                  </a:cubicBezTo>
                  <a:cubicBezTo>
                    <a:pt x="69663" y="13558"/>
                    <a:pt x="69047" y="15096"/>
                    <a:pt x="68535" y="16685"/>
                  </a:cubicBezTo>
                  <a:cubicBezTo>
                    <a:pt x="67612" y="19402"/>
                    <a:pt x="66715" y="22144"/>
                    <a:pt x="65587" y="24784"/>
                  </a:cubicBezTo>
                  <a:cubicBezTo>
                    <a:pt x="64742" y="26809"/>
                    <a:pt x="63716" y="28782"/>
                    <a:pt x="62486" y="30628"/>
                  </a:cubicBezTo>
                  <a:cubicBezTo>
                    <a:pt x="61692" y="31832"/>
                    <a:pt x="60718" y="32935"/>
                    <a:pt x="59616" y="33857"/>
                  </a:cubicBezTo>
                  <a:cubicBezTo>
                    <a:pt x="57924" y="35216"/>
                    <a:pt x="55848" y="35959"/>
                    <a:pt x="53695" y="35933"/>
                  </a:cubicBezTo>
                  <a:cubicBezTo>
                    <a:pt x="51773" y="35933"/>
                    <a:pt x="49851" y="35626"/>
                    <a:pt x="48005" y="35087"/>
                  </a:cubicBezTo>
                  <a:cubicBezTo>
                    <a:pt x="45750" y="34395"/>
                    <a:pt x="43546" y="33575"/>
                    <a:pt x="41393" y="32576"/>
                  </a:cubicBezTo>
                  <a:cubicBezTo>
                    <a:pt x="37933" y="31012"/>
                    <a:pt x="34575" y="29295"/>
                    <a:pt x="31243" y="27552"/>
                  </a:cubicBezTo>
                  <a:cubicBezTo>
                    <a:pt x="24682" y="24169"/>
                    <a:pt x="18095" y="20786"/>
                    <a:pt x="11405" y="17582"/>
                  </a:cubicBezTo>
                  <a:cubicBezTo>
                    <a:pt x="8022" y="15993"/>
                    <a:pt x="4639" y="14378"/>
                    <a:pt x="1256" y="12789"/>
                  </a:cubicBezTo>
                  <a:cubicBezTo>
                    <a:pt x="871" y="12610"/>
                    <a:pt x="513" y="12354"/>
                    <a:pt x="0" y="12405"/>
                  </a:cubicBezTo>
                  <a:lnTo>
                    <a:pt x="0" y="11277"/>
                  </a:lnTo>
                  <a:cubicBezTo>
                    <a:pt x="179" y="11252"/>
                    <a:pt x="359" y="11252"/>
                    <a:pt x="538" y="11277"/>
                  </a:cubicBezTo>
                  <a:cubicBezTo>
                    <a:pt x="897" y="11405"/>
                    <a:pt x="1205" y="11559"/>
                    <a:pt x="1538" y="11713"/>
                  </a:cubicBezTo>
                  <a:cubicBezTo>
                    <a:pt x="11072" y="16044"/>
                    <a:pt x="20504" y="20504"/>
                    <a:pt x="29885" y="25092"/>
                  </a:cubicBezTo>
                  <a:cubicBezTo>
                    <a:pt x="33370" y="26809"/>
                    <a:pt x="36882" y="28475"/>
                    <a:pt x="40521" y="29961"/>
                  </a:cubicBezTo>
                  <a:cubicBezTo>
                    <a:pt x="42315" y="30705"/>
                    <a:pt x="44186" y="31345"/>
                    <a:pt x="46083" y="31884"/>
                  </a:cubicBezTo>
                  <a:cubicBezTo>
                    <a:pt x="47749" y="32345"/>
                    <a:pt x="49466" y="32576"/>
                    <a:pt x="51209" y="32550"/>
                  </a:cubicBezTo>
                  <a:cubicBezTo>
                    <a:pt x="53131" y="32550"/>
                    <a:pt x="55002" y="31909"/>
                    <a:pt x="56514" y="30730"/>
                  </a:cubicBezTo>
                  <a:cubicBezTo>
                    <a:pt x="57437" y="29987"/>
                    <a:pt x="58232" y="29167"/>
                    <a:pt x="58949" y="28244"/>
                  </a:cubicBezTo>
                  <a:cubicBezTo>
                    <a:pt x="59821" y="27117"/>
                    <a:pt x="60590" y="25938"/>
                    <a:pt x="61256" y="24682"/>
                  </a:cubicBezTo>
                  <a:cubicBezTo>
                    <a:pt x="62384" y="22580"/>
                    <a:pt x="63358" y="20401"/>
                    <a:pt x="64229" y="18197"/>
                  </a:cubicBezTo>
                  <a:cubicBezTo>
                    <a:pt x="65049" y="16147"/>
                    <a:pt x="65844" y="14096"/>
                    <a:pt x="66715" y="12046"/>
                  </a:cubicBezTo>
                  <a:cubicBezTo>
                    <a:pt x="67792" y="9560"/>
                    <a:pt x="69355" y="7279"/>
                    <a:pt x="71329" y="5408"/>
                  </a:cubicBezTo>
                  <a:cubicBezTo>
                    <a:pt x="72764" y="4075"/>
                    <a:pt x="74302" y="2871"/>
                    <a:pt x="75942" y="1794"/>
                  </a:cubicBezTo>
                  <a:cubicBezTo>
                    <a:pt x="76813" y="1205"/>
                    <a:pt x="77685" y="589"/>
                    <a:pt x="78556" y="0"/>
                  </a:cubicBezTo>
                  <a:lnTo>
                    <a:pt x="82196" y="0"/>
                  </a:lnTo>
                  <a:cubicBezTo>
                    <a:pt x="81273" y="692"/>
                    <a:pt x="80376" y="1410"/>
                    <a:pt x="79453" y="2102"/>
                  </a:cubicBezTo>
                  <a:cubicBezTo>
                    <a:pt x="77813" y="3332"/>
                    <a:pt x="76224" y="4639"/>
                    <a:pt x="74737" y="604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16" name="Google Shape;357;p14"/>
            <p:cNvSpPr/>
            <p:nvPr/>
          </p:nvSpPr>
          <p:spPr>
            <a:xfrm>
              <a:off x="5656680" y="0"/>
              <a:ext cx="1460880" cy="649080"/>
            </a:xfrm>
            <a:custGeom>
              <a:avLst/>
              <a:gdLst>
                <a:gd name="textAreaLeft" fmla="*/ 0 w 1460880"/>
                <a:gd name="textAreaRight" fmla="*/ 1461240 w 1460880"/>
                <a:gd name="textAreaTop" fmla="*/ 0 h 649080"/>
                <a:gd name="textAreaBottom" fmla="*/ 649440 h 649080"/>
              </a:gdLst>
              <a:ahLst/>
              <a:cxnLst/>
              <a:rect l="textAreaLeft" t="textAreaTop" r="textAreaRight" b="textAreaBottom"/>
              <a:pathLst>
                <a:path w="45495" h="22222">
                  <a:moveTo>
                    <a:pt x="39240" y="3024"/>
                  </a:moveTo>
                  <a:cubicBezTo>
                    <a:pt x="32192" y="6356"/>
                    <a:pt x="25528" y="10406"/>
                    <a:pt x="19377" y="15173"/>
                  </a:cubicBezTo>
                  <a:cubicBezTo>
                    <a:pt x="18173" y="16096"/>
                    <a:pt x="16968" y="17018"/>
                    <a:pt x="15738" y="17890"/>
                  </a:cubicBezTo>
                  <a:cubicBezTo>
                    <a:pt x="14482" y="18761"/>
                    <a:pt x="13277" y="19556"/>
                    <a:pt x="11996" y="20325"/>
                  </a:cubicBezTo>
                  <a:cubicBezTo>
                    <a:pt x="11150" y="20837"/>
                    <a:pt x="10253" y="21247"/>
                    <a:pt x="9305" y="21555"/>
                  </a:cubicBezTo>
                  <a:cubicBezTo>
                    <a:pt x="7228" y="22221"/>
                    <a:pt x="5357" y="21914"/>
                    <a:pt x="3743" y="20658"/>
                  </a:cubicBezTo>
                  <a:cubicBezTo>
                    <a:pt x="2923" y="19991"/>
                    <a:pt x="2231" y="19197"/>
                    <a:pt x="1744" y="18274"/>
                  </a:cubicBezTo>
                  <a:cubicBezTo>
                    <a:pt x="1077" y="16993"/>
                    <a:pt x="616" y="15634"/>
                    <a:pt x="411" y="14199"/>
                  </a:cubicBezTo>
                  <a:cubicBezTo>
                    <a:pt x="26" y="11508"/>
                    <a:pt x="1" y="8765"/>
                    <a:pt x="334" y="6049"/>
                  </a:cubicBezTo>
                  <a:cubicBezTo>
                    <a:pt x="539" y="4050"/>
                    <a:pt x="821" y="2025"/>
                    <a:pt x="1103" y="0"/>
                  </a:cubicBezTo>
                  <a:lnTo>
                    <a:pt x="3589" y="0"/>
                  </a:lnTo>
                  <a:cubicBezTo>
                    <a:pt x="3486" y="897"/>
                    <a:pt x="3384" y="1820"/>
                    <a:pt x="3307" y="2717"/>
                  </a:cubicBezTo>
                  <a:cubicBezTo>
                    <a:pt x="3025" y="5075"/>
                    <a:pt x="2846" y="7458"/>
                    <a:pt x="3128" y="9842"/>
                  </a:cubicBezTo>
                  <a:cubicBezTo>
                    <a:pt x="3256" y="11021"/>
                    <a:pt x="3563" y="12200"/>
                    <a:pt x="4025" y="13302"/>
                  </a:cubicBezTo>
                  <a:cubicBezTo>
                    <a:pt x="4332" y="14045"/>
                    <a:pt x="4742" y="14712"/>
                    <a:pt x="5281" y="15301"/>
                  </a:cubicBezTo>
                  <a:cubicBezTo>
                    <a:pt x="5768" y="15839"/>
                    <a:pt x="6383" y="16275"/>
                    <a:pt x="7075" y="16557"/>
                  </a:cubicBezTo>
                  <a:cubicBezTo>
                    <a:pt x="8074" y="16941"/>
                    <a:pt x="9176" y="16967"/>
                    <a:pt x="10176" y="16634"/>
                  </a:cubicBezTo>
                  <a:cubicBezTo>
                    <a:pt x="10996" y="16378"/>
                    <a:pt x="11765" y="16070"/>
                    <a:pt x="12508" y="15686"/>
                  </a:cubicBezTo>
                  <a:cubicBezTo>
                    <a:pt x="13636" y="15070"/>
                    <a:pt x="14764" y="14404"/>
                    <a:pt x="15815" y="13686"/>
                  </a:cubicBezTo>
                  <a:cubicBezTo>
                    <a:pt x="17737" y="12405"/>
                    <a:pt x="19582" y="11072"/>
                    <a:pt x="21453" y="9739"/>
                  </a:cubicBezTo>
                  <a:cubicBezTo>
                    <a:pt x="26630" y="6049"/>
                    <a:pt x="32167" y="2896"/>
                    <a:pt x="37985" y="359"/>
                  </a:cubicBezTo>
                  <a:cubicBezTo>
                    <a:pt x="38241" y="256"/>
                    <a:pt x="38446" y="128"/>
                    <a:pt x="38651" y="0"/>
                  </a:cubicBezTo>
                  <a:lnTo>
                    <a:pt x="45494" y="0"/>
                  </a:lnTo>
                  <a:cubicBezTo>
                    <a:pt x="45264" y="154"/>
                    <a:pt x="45007" y="308"/>
                    <a:pt x="44777" y="436"/>
                  </a:cubicBezTo>
                  <a:cubicBezTo>
                    <a:pt x="42931" y="1307"/>
                    <a:pt x="41060" y="2153"/>
                    <a:pt x="39240" y="3024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17" name="Google Shape;358;p14"/>
            <p:cNvSpPr/>
            <p:nvPr/>
          </p:nvSpPr>
          <p:spPr>
            <a:xfrm>
              <a:off x="1080" y="3830040"/>
              <a:ext cx="1724400" cy="1312200"/>
            </a:xfrm>
            <a:custGeom>
              <a:avLst/>
              <a:gdLst>
                <a:gd name="textAreaLeft" fmla="*/ 0 w 1724400"/>
                <a:gd name="textAreaRight" fmla="*/ 1724760 w 1724400"/>
                <a:gd name="textAreaTop" fmla="*/ 0 h 1312200"/>
                <a:gd name="textAreaBottom" fmla="*/ 1312560 h 1312200"/>
              </a:gdLst>
              <a:ahLst/>
              <a:cxnLst/>
              <a:rect l="textAreaLeft" t="textAreaTop" r="textAreaRight" b="textAreaBottom"/>
              <a:pathLst>
                <a:path w="53696" h="44905">
                  <a:moveTo>
                    <a:pt x="5024" y="14199"/>
                  </a:moveTo>
                  <a:cubicBezTo>
                    <a:pt x="12456" y="9766"/>
                    <a:pt x="20350" y="6100"/>
                    <a:pt x="28552" y="3281"/>
                  </a:cubicBezTo>
                  <a:cubicBezTo>
                    <a:pt x="31602" y="2179"/>
                    <a:pt x="34729" y="1308"/>
                    <a:pt x="37907" y="667"/>
                  </a:cubicBezTo>
                  <a:cubicBezTo>
                    <a:pt x="40085" y="180"/>
                    <a:pt x="42315" y="0"/>
                    <a:pt x="44545" y="129"/>
                  </a:cubicBezTo>
                  <a:cubicBezTo>
                    <a:pt x="47621" y="359"/>
                    <a:pt x="49902" y="1590"/>
                    <a:pt x="51363" y="3845"/>
                  </a:cubicBezTo>
                  <a:cubicBezTo>
                    <a:pt x="52003" y="4819"/>
                    <a:pt x="52516" y="5921"/>
                    <a:pt x="52824" y="7074"/>
                  </a:cubicBezTo>
                  <a:cubicBezTo>
                    <a:pt x="53413" y="9150"/>
                    <a:pt x="53695" y="11329"/>
                    <a:pt x="53669" y="13482"/>
                  </a:cubicBezTo>
                  <a:cubicBezTo>
                    <a:pt x="53695" y="16250"/>
                    <a:pt x="53464" y="18992"/>
                    <a:pt x="53003" y="21735"/>
                  </a:cubicBezTo>
                  <a:cubicBezTo>
                    <a:pt x="52414" y="25297"/>
                    <a:pt x="51619" y="28834"/>
                    <a:pt x="50645" y="32346"/>
                  </a:cubicBezTo>
                  <a:cubicBezTo>
                    <a:pt x="49620" y="36216"/>
                    <a:pt x="48390" y="40060"/>
                    <a:pt x="47134" y="43879"/>
                  </a:cubicBezTo>
                  <a:cubicBezTo>
                    <a:pt x="47031" y="44212"/>
                    <a:pt x="46980" y="44545"/>
                    <a:pt x="46929" y="44904"/>
                  </a:cubicBezTo>
                  <a:lnTo>
                    <a:pt x="45314" y="44904"/>
                  </a:lnTo>
                  <a:cubicBezTo>
                    <a:pt x="45314" y="44648"/>
                    <a:pt x="45340" y="44392"/>
                    <a:pt x="45391" y="44161"/>
                  </a:cubicBezTo>
                  <a:cubicBezTo>
                    <a:pt x="45545" y="43648"/>
                    <a:pt x="45724" y="43136"/>
                    <a:pt x="45904" y="42623"/>
                  </a:cubicBezTo>
                  <a:cubicBezTo>
                    <a:pt x="48082" y="35780"/>
                    <a:pt x="50004" y="28885"/>
                    <a:pt x="50901" y="21837"/>
                  </a:cubicBezTo>
                  <a:cubicBezTo>
                    <a:pt x="51260" y="19223"/>
                    <a:pt x="51337" y="16583"/>
                    <a:pt x="51183" y="13969"/>
                  </a:cubicBezTo>
                  <a:cubicBezTo>
                    <a:pt x="51106" y="12636"/>
                    <a:pt x="50876" y="11329"/>
                    <a:pt x="50543" y="10047"/>
                  </a:cubicBezTo>
                  <a:cubicBezTo>
                    <a:pt x="50184" y="8715"/>
                    <a:pt x="49594" y="7433"/>
                    <a:pt x="48774" y="6305"/>
                  </a:cubicBezTo>
                  <a:cubicBezTo>
                    <a:pt x="47493" y="4588"/>
                    <a:pt x="45673" y="3512"/>
                    <a:pt x="43264" y="3102"/>
                  </a:cubicBezTo>
                  <a:cubicBezTo>
                    <a:pt x="41470" y="2845"/>
                    <a:pt x="39624" y="2820"/>
                    <a:pt x="37830" y="3076"/>
                  </a:cubicBezTo>
                  <a:cubicBezTo>
                    <a:pt x="35805" y="3307"/>
                    <a:pt x="33806" y="3691"/>
                    <a:pt x="31858" y="4204"/>
                  </a:cubicBezTo>
                  <a:cubicBezTo>
                    <a:pt x="25989" y="5742"/>
                    <a:pt x="20299" y="7818"/>
                    <a:pt x="14814" y="10406"/>
                  </a:cubicBezTo>
                  <a:cubicBezTo>
                    <a:pt x="10175" y="12636"/>
                    <a:pt x="5664" y="15122"/>
                    <a:pt x="1333" y="17890"/>
                  </a:cubicBezTo>
                  <a:cubicBezTo>
                    <a:pt x="923" y="18147"/>
                    <a:pt x="436" y="18352"/>
                    <a:pt x="0" y="18608"/>
                  </a:cubicBezTo>
                  <a:lnTo>
                    <a:pt x="0" y="17096"/>
                  </a:lnTo>
                  <a:cubicBezTo>
                    <a:pt x="384" y="17019"/>
                    <a:pt x="769" y="16839"/>
                    <a:pt x="1076" y="16609"/>
                  </a:cubicBezTo>
                  <a:cubicBezTo>
                    <a:pt x="2384" y="15814"/>
                    <a:pt x="3691" y="14994"/>
                    <a:pt x="5024" y="1419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18" name="Google Shape;359;p14"/>
            <p:cNvSpPr/>
            <p:nvPr/>
          </p:nvSpPr>
          <p:spPr>
            <a:xfrm>
              <a:off x="8841600" y="983880"/>
              <a:ext cx="301680" cy="823680"/>
            </a:xfrm>
            <a:custGeom>
              <a:avLst/>
              <a:gdLst>
                <a:gd name="textAreaLeft" fmla="*/ 0 w 301680"/>
                <a:gd name="textAreaRight" fmla="*/ 302040 w 301680"/>
                <a:gd name="textAreaTop" fmla="*/ 0 h 823680"/>
                <a:gd name="textAreaBottom" fmla="*/ 824040 h 823680"/>
              </a:gdLst>
              <a:ahLst/>
              <a:cxnLst/>
              <a:rect l="textAreaLeft" t="textAreaTop" r="textAreaRight" b="textAreaBottom"/>
              <a:pathLst>
                <a:path w="9407" h="28194">
                  <a:moveTo>
                    <a:pt x="4050" y="24579"/>
                  </a:moveTo>
                  <a:cubicBezTo>
                    <a:pt x="1462" y="22273"/>
                    <a:pt x="129" y="19556"/>
                    <a:pt x="26" y="16429"/>
                  </a:cubicBezTo>
                  <a:cubicBezTo>
                    <a:pt x="1" y="14481"/>
                    <a:pt x="359" y="12533"/>
                    <a:pt x="1103" y="10714"/>
                  </a:cubicBezTo>
                  <a:cubicBezTo>
                    <a:pt x="2743" y="6536"/>
                    <a:pt x="5639" y="3025"/>
                    <a:pt x="9407" y="0"/>
                  </a:cubicBezTo>
                  <a:lnTo>
                    <a:pt x="9407" y="7125"/>
                  </a:lnTo>
                  <a:cubicBezTo>
                    <a:pt x="9356" y="7177"/>
                    <a:pt x="9279" y="7202"/>
                    <a:pt x="9228" y="7253"/>
                  </a:cubicBezTo>
                  <a:cubicBezTo>
                    <a:pt x="7741" y="9842"/>
                    <a:pt x="7126" y="12559"/>
                    <a:pt x="7792" y="15429"/>
                  </a:cubicBezTo>
                  <a:cubicBezTo>
                    <a:pt x="8074" y="16660"/>
                    <a:pt x="8612" y="17813"/>
                    <a:pt x="9407" y="18787"/>
                  </a:cubicBezTo>
                  <a:lnTo>
                    <a:pt x="9407" y="28193"/>
                  </a:lnTo>
                  <a:lnTo>
                    <a:pt x="8100" y="27424"/>
                  </a:lnTo>
                  <a:cubicBezTo>
                    <a:pt x="6639" y="26630"/>
                    <a:pt x="5280" y="25681"/>
                    <a:pt x="4050" y="2457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19" name="Google Shape;360;p14"/>
            <p:cNvSpPr/>
            <p:nvPr/>
          </p:nvSpPr>
          <p:spPr>
            <a:xfrm>
              <a:off x="1080" y="0"/>
              <a:ext cx="2369880" cy="829800"/>
            </a:xfrm>
            <a:custGeom>
              <a:avLst/>
              <a:gdLst>
                <a:gd name="textAreaLeft" fmla="*/ 0 w 2369880"/>
                <a:gd name="textAreaRight" fmla="*/ 2370240 w 2369880"/>
                <a:gd name="textAreaTop" fmla="*/ 0 h 829800"/>
                <a:gd name="textAreaBottom" fmla="*/ 830160 h 829800"/>
              </a:gdLst>
              <a:ahLst/>
              <a:cxnLst/>
              <a:rect l="textAreaLeft" t="textAreaTop" r="textAreaRight" b="textAreaBottom"/>
              <a:pathLst>
                <a:path w="73790" h="28399">
                  <a:moveTo>
                    <a:pt x="63076" y="10355"/>
                  </a:moveTo>
                  <a:cubicBezTo>
                    <a:pt x="62537" y="11405"/>
                    <a:pt x="61999" y="12482"/>
                    <a:pt x="61461" y="13558"/>
                  </a:cubicBezTo>
                  <a:cubicBezTo>
                    <a:pt x="60308" y="16044"/>
                    <a:pt x="59000" y="18479"/>
                    <a:pt x="57591" y="20863"/>
                  </a:cubicBezTo>
                  <a:cubicBezTo>
                    <a:pt x="56745" y="22247"/>
                    <a:pt x="55771" y="23554"/>
                    <a:pt x="54669" y="24784"/>
                  </a:cubicBezTo>
                  <a:cubicBezTo>
                    <a:pt x="53900" y="25630"/>
                    <a:pt x="53029" y="26373"/>
                    <a:pt x="52080" y="26988"/>
                  </a:cubicBezTo>
                  <a:cubicBezTo>
                    <a:pt x="51004" y="27680"/>
                    <a:pt x="49799" y="28090"/>
                    <a:pt x="48543" y="28244"/>
                  </a:cubicBezTo>
                  <a:cubicBezTo>
                    <a:pt x="47211" y="28398"/>
                    <a:pt x="45878" y="28347"/>
                    <a:pt x="44596" y="28090"/>
                  </a:cubicBezTo>
                  <a:cubicBezTo>
                    <a:pt x="42674" y="27757"/>
                    <a:pt x="40803" y="27245"/>
                    <a:pt x="38983" y="26604"/>
                  </a:cubicBezTo>
                  <a:cubicBezTo>
                    <a:pt x="35780" y="25502"/>
                    <a:pt x="32730" y="24195"/>
                    <a:pt x="29705" y="22836"/>
                  </a:cubicBezTo>
                  <a:cubicBezTo>
                    <a:pt x="24169" y="20401"/>
                    <a:pt x="18684" y="17941"/>
                    <a:pt x="13174" y="15481"/>
                  </a:cubicBezTo>
                  <a:cubicBezTo>
                    <a:pt x="9201" y="13686"/>
                    <a:pt x="5229" y="11944"/>
                    <a:pt x="1256" y="10175"/>
                  </a:cubicBezTo>
                  <a:cubicBezTo>
                    <a:pt x="871" y="9996"/>
                    <a:pt x="487" y="9739"/>
                    <a:pt x="0" y="9765"/>
                  </a:cubicBezTo>
                  <a:lnTo>
                    <a:pt x="0" y="9022"/>
                  </a:lnTo>
                  <a:cubicBezTo>
                    <a:pt x="461" y="9176"/>
                    <a:pt x="923" y="9329"/>
                    <a:pt x="1358" y="9509"/>
                  </a:cubicBezTo>
                  <a:cubicBezTo>
                    <a:pt x="9252" y="12943"/>
                    <a:pt x="17172" y="16378"/>
                    <a:pt x="25066" y="19838"/>
                  </a:cubicBezTo>
                  <a:cubicBezTo>
                    <a:pt x="28475" y="21299"/>
                    <a:pt x="31884" y="22708"/>
                    <a:pt x="35395" y="23990"/>
                  </a:cubicBezTo>
                  <a:cubicBezTo>
                    <a:pt x="37215" y="24656"/>
                    <a:pt x="39060" y="25194"/>
                    <a:pt x="40931" y="25656"/>
                  </a:cubicBezTo>
                  <a:cubicBezTo>
                    <a:pt x="42443" y="26014"/>
                    <a:pt x="43981" y="26194"/>
                    <a:pt x="45545" y="26168"/>
                  </a:cubicBezTo>
                  <a:cubicBezTo>
                    <a:pt x="47082" y="26168"/>
                    <a:pt x="48569" y="25758"/>
                    <a:pt x="49902" y="24989"/>
                  </a:cubicBezTo>
                  <a:cubicBezTo>
                    <a:pt x="50927" y="24374"/>
                    <a:pt x="51850" y="23656"/>
                    <a:pt x="52695" y="22811"/>
                  </a:cubicBezTo>
                  <a:cubicBezTo>
                    <a:pt x="53746" y="21734"/>
                    <a:pt x="54695" y="20555"/>
                    <a:pt x="55540" y="19299"/>
                  </a:cubicBezTo>
                  <a:cubicBezTo>
                    <a:pt x="56950" y="17198"/>
                    <a:pt x="58257" y="15045"/>
                    <a:pt x="59436" y="12815"/>
                  </a:cubicBezTo>
                  <a:cubicBezTo>
                    <a:pt x="60103" y="11585"/>
                    <a:pt x="60769" y="10355"/>
                    <a:pt x="61461" y="9150"/>
                  </a:cubicBezTo>
                  <a:cubicBezTo>
                    <a:pt x="62409" y="7510"/>
                    <a:pt x="63588" y="5997"/>
                    <a:pt x="64947" y="4665"/>
                  </a:cubicBezTo>
                  <a:cubicBezTo>
                    <a:pt x="66587" y="3076"/>
                    <a:pt x="68432" y="1717"/>
                    <a:pt x="70432" y="589"/>
                  </a:cubicBezTo>
                  <a:cubicBezTo>
                    <a:pt x="70739" y="410"/>
                    <a:pt x="70995" y="205"/>
                    <a:pt x="71277" y="0"/>
                  </a:cubicBezTo>
                  <a:lnTo>
                    <a:pt x="73789" y="0"/>
                  </a:lnTo>
                  <a:cubicBezTo>
                    <a:pt x="73123" y="410"/>
                    <a:pt x="72482" y="846"/>
                    <a:pt x="71790" y="1256"/>
                  </a:cubicBezTo>
                  <a:cubicBezTo>
                    <a:pt x="67869" y="3614"/>
                    <a:pt x="64947" y="6638"/>
                    <a:pt x="63076" y="1035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20" name="Google Shape;361;p14"/>
            <p:cNvSpPr/>
            <p:nvPr/>
          </p:nvSpPr>
          <p:spPr>
            <a:xfrm>
              <a:off x="5872320" y="0"/>
              <a:ext cx="762840" cy="307440"/>
            </a:xfrm>
            <a:custGeom>
              <a:avLst/>
              <a:gdLst>
                <a:gd name="textAreaLeft" fmla="*/ 0 w 762840"/>
                <a:gd name="textAreaRight" fmla="*/ 763200 w 762840"/>
                <a:gd name="textAreaTop" fmla="*/ 0 h 307440"/>
                <a:gd name="textAreaBottom" fmla="*/ 307800 h 307440"/>
              </a:gdLst>
              <a:ahLst/>
              <a:cxnLst/>
              <a:rect l="textAreaLeft" t="textAreaTop" r="textAreaRight" b="textAreaBottom"/>
              <a:pathLst>
                <a:path w="23760" h="10534">
                  <a:moveTo>
                    <a:pt x="13944" y="5895"/>
                  </a:moveTo>
                  <a:cubicBezTo>
                    <a:pt x="12534" y="6792"/>
                    <a:pt x="11099" y="7663"/>
                    <a:pt x="9663" y="8509"/>
                  </a:cubicBezTo>
                  <a:cubicBezTo>
                    <a:pt x="8895" y="8945"/>
                    <a:pt x="8126" y="9329"/>
                    <a:pt x="7331" y="9688"/>
                  </a:cubicBezTo>
                  <a:cubicBezTo>
                    <a:pt x="6742" y="9919"/>
                    <a:pt x="6152" y="10124"/>
                    <a:pt x="5537" y="10252"/>
                  </a:cubicBezTo>
                  <a:cubicBezTo>
                    <a:pt x="4153" y="10534"/>
                    <a:pt x="2974" y="10226"/>
                    <a:pt x="2077" y="9329"/>
                  </a:cubicBezTo>
                  <a:cubicBezTo>
                    <a:pt x="1692" y="8919"/>
                    <a:pt x="1359" y="8458"/>
                    <a:pt x="1077" y="7971"/>
                  </a:cubicBezTo>
                  <a:cubicBezTo>
                    <a:pt x="667" y="7176"/>
                    <a:pt x="411" y="6305"/>
                    <a:pt x="283" y="5434"/>
                  </a:cubicBezTo>
                  <a:cubicBezTo>
                    <a:pt x="78" y="3947"/>
                    <a:pt x="1" y="2435"/>
                    <a:pt x="129" y="948"/>
                  </a:cubicBezTo>
                  <a:cubicBezTo>
                    <a:pt x="129" y="615"/>
                    <a:pt x="78" y="333"/>
                    <a:pt x="78" y="26"/>
                  </a:cubicBezTo>
                  <a:lnTo>
                    <a:pt x="2128" y="26"/>
                  </a:lnTo>
                  <a:cubicBezTo>
                    <a:pt x="2077" y="1025"/>
                    <a:pt x="2179" y="1999"/>
                    <a:pt x="2384" y="2973"/>
                  </a:cubicBezTo>
                  <a:cubicBezTo>
                    <a:pt x="2538" y="3870"/>
                    <a:pt x="2871" y="4716"/>
                    <a:pt x="3384" y="5459"/>
                  </a:cubicBezTo>
                  <a:cubicBezTo>
                    <a:pt x="4358" y="6792"/>
                    <a:pt x="5742" y="7279"/>
                    <a:pt x="7536" y="6818"/>
                  </a:cubicBezTo>
                  <a:cubicBezTo>
                    <a:pt x="8356" y="6613"/>
                    <a:pt x="9151" y="6305"/>
                    <a:pt x="9894" y="5946"/>
                  </a:cubicBezTo>
                  <a:cubicBezTo>
                    <a:pt x="11047" y="5408"/>
                    <a:pt x="12150" y="4793"/>
                    <a:pt x="13252" y="4178"/>
                  </a:cubicBezTo>
                  <a:cubicBezTo>
                    <a:pt x="15533" y="2896"/>
                    <a:pt x="17763" y="1563"/>
                    <a:pt x="20018" y="256"/>
                  </a:cubicBezTo>
                  <a:cubicBezTo>
                    <a:pt x="20146" y="179"/>
                    <a:pt x="20249" y="103"/>
                    <a:pt x="20351" y="0"/>
                  </a:cubicBezTo>
                  <a:lnTo>
                    <a:pt x="23760" y="0"/>
                  </a:lnTo>
                  <a:cubicBezTo>
                    <a:pt x="23581" y="154"/>
                    <a:pt x="23376" y="308"/>
                    <a:pt x="23171" y="436"/>
                  </a:cubicBezTo>
                  <a:cubicBezTo>
                    <a:pt x="19967" y="2127"/>
                    <a:pt x="16968" y="3998"/>
                    <a:pt x="13944" y="589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21" name="Google Shape;362;p14"/>
          <p:cNvSpPr/>
          <p:nvPr/>
        </p:nvSpPr>
        <p:spPr>
          <a:xfrm>
            <a:off x="222480" y="245880"/>
            <a:ext cx="8698320" cy="4651560"/>
          </a:xfrm>
          <a:prstGeom prst="roundRect">
            <a:avLst>
              <a:gd name="adj" fmla="val 10431"/>
            </a:avLst>
          </a:prstGeom>
          <a:solidFill>
            <a:schemeClr val="accent6"/>
          </a:solidFill>
          <a:ln w="0">
            <a:noFill/>
          </a:ln>
          <a:effectLst>
            <a:outerShdw blurRad="585720" algn="bl" rotWithShape="0">
              <a:schemeClr val="dk2">
                <a:alpha val="81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8680" cy="1238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5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  <a:endParaRPr lang="fr-FR" sz="35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4986000" y="1719360"/>
            <a:ext cx="3442680" cy="2779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71666"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/>
    <p:bodyStyle/>
    <p:otherStyle/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7477FB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367;p15"/>
          <p:cNvGrpSpPr/>
          <p:nvPr/>
        </p:nvGrpSpPr>
        <p:grpSpPr>
          <a:xfrm>
            <a:off x="-360" y="0"/>
            <a:ext cx="9143640" cy="5143320"/>
            <a:chOff x="-360" y="0"/>
            <a:chExt cx="9143640" cy="5143320"/>
          </a:xfrm>
        </p:grpSpPr>
        <p:sp>
          <p:nvSpPr>
            <p:cNvPr id="125" name="Google Shape;368;p15"/>
            <p:cNvSpPr/>
            <p:nvPr/>
          </p:nvSpPr>
          <p:spPr>
            <a:xfrm flipH="1">
              <a:off x="0" y="0"/>
              <a:ext cx="3819600" cy="4427640"/>
            </a:xfrm>
            <a:custGeom>
              <a:avLst/>
              <a:gdLst>
                <a:gd name="textAreaLeft" fmla="*/ 360 w 3819600"/>
                <a:gd name="textAreaRight" fmla="*/ 3820320 w 3819600"/>
                <a:gd name="textAreaTop" fmla="*/ 0 h 4427640"/>
                <a:gd name="textAreaBottom" fmla="*/ 4428000 h 4427640"/>
              </a:gdLst>
              <a:ahLst/>
              <a:cxnLst/>
              <a:rect l="textAreaLeft" t="textAreaTop" r="textAreaRight" b="textAreaBottom"/>
              <a:pathLst>
                <a:path w="118924" h="151474">
                  <a:moveTo>
                    <a:pt x="103008" y="151473"/>
                  </a:moveTo>
                  <a:cubicBezTo>
                    <a:pt x="98522" y="151448"/>
                    <a:pt x="94063" y="150781"/>
                    <a:pt x="89731" y="149525"/>
                  </a:cubicBezTo>
                  <a:cubicBezTo>
                    <a:pt x="87425" y="148833"/>
                    <a:pt x="85118" y="148090"/>
                    <a:pt x="82862" y="147270"/>
                  </a:cubicBezTo>
                  <a:cubicBezTo>
                    <a:pt x="77531" y="145348"/>
                    <a:pt x="72200" y="143374"/>
                    <a:pt x="66869" y="141375"/>
                  </a:cubicBezTo>
                  <a:cubicBezTo>
                    <a:pt x="65024" y="140657"/>
                    <a:pt x="63178" y="139888"/>
                    <a:pt x="61384" y="139094"/>
                  </a:cubicBezTo>
                  <a:cubicBezTo>
                    <a:pt x="56130" y="136787"/>
                    <a:pt x="52414" y="133302"/>
                    <a:pt x="50158" y="128739"/>
                  </a:cubicBezTo>
                  <a:cubicBezTo>
                    <a:pt x="48979" y="126407"/>
                    <a:pt x="48031" y="123947"/>
                    <a:pt x="47288" y="121435"/>
                  </a:cubicBezTo>
                  <a:cubicBezTo>
                    <a:pt x="46493" y="118616"/>
                    <a:pt x="45724" y="115822"/>
                    <a:pt x="45084" y="112977"/>
                  </a:cubicBezTo>
                  <a:cubicBezTo>
                    <a:pt x="44545" y="110465"/>
                    <a:pt x="44161" y="107902"/>
                    <a:pt x="43776" y="105365"/>
                  </a:cubicBezTo>
                  <a:cubicBezTo>
                    <a:pt x="43469" y="103084"/>
                    <a:pt x="43187" y="100803"/>
                    <a:pt x="42982" y="98522"/>
                  </a:cubicBezTo>
                  <a:cubicBezTo>
                    <a:pt x="42444" y="93114"/>
                    <a:pt x="42187" y="87706"/>
                    <a:pt x="42674" y="82298"/>
                  </a:cubicBezTo>
                  <a:cubicBezTo>
                    <a:pt x="43161" y="77351"/>
                    <a:pt x="44340" y="72507"/>
                    <a:pt x="46160" y="67868"/>
                  </a:cubicBezTo>
                  <a:cubicBezTo>
                    <a:pt x="47518" y="64357"/>
                    <a:pt x="49236" y="60948"/>
                    <a:pt x="50902" y="57514"/>
                  </a:cubicBezTo>
                  <a:cubicBezTo>
                    <a:pt x="55028" y="49081"/>
                    <a:pt x="59975" y="40982"/>
                    <a:pt x="65460" y="33088"/>
                  </a:cubicBezTo>
                  <a:cubicBezTo>
                    <a:pt x="67664" y="29961"/>
                    <a:pt x="69765" y="26758"/>
                    <a:pt x="71867" y="23554"/>
                  </a:cubicBezTo>
                  <a:cubicBezTo>
                    <a:pt x="72585" y="22503"/>
                    <a:pt x="73200" y="21375"/>
                    <a:pt x="73789" y="20273"/>
                  </a:cubicBezTo>
                  <a:cubicBezTo>
                    <a:pt x="74456" y="19094"/>
                    <a:pt x="74917" y="17813"/>
                    <a:pt x="75148" y="16480"/>
                  </a:cubicBezTo>
                  <a:cubicBezTo>
                    <a:pt x="75225" y="15967"/>
                    <a:pt x="75225" y="15429"/>
                    <a:pt x="75148" y="14891"/>
                  </a:cubicBezTo>
                  <a:cubicBezTo>
                    <a:pt x="75020" y="13866"/>
                    <a:pt x="74251" y="13276"/>
                    <a:pt x="73097" y="12994"/>
                  </a:cubicBezTo>
                  <a:cubicBezTo>
                    <a:pt x="72303" y="12815"/>
                    <a:pt x="71508" y="12764"/>
                    <a:pt x="70714" y="12841"/>
                  </a:cubicBezTo>
                  <a:cubicBezTo>
                    <a:pt x="69560" y="12943"/>
                    <a:pt x="68407" y="13123"/>
                    <a:pt x="67254" y="13404"/>
                  </a:cubicBezTo>
                  <a:cubicBezTo>
                    <a:pt x="65460" y="13866"/>
                    <a:pt x="63691" y="14430"/>
                    <a:pt x="61974" y="15122"/>
                  </a:cubicBezTo>
                  <a:cubicBezTo>
                    <a:pt x="58693" y="16378"/>
                    <a:pt x="55489" y="17838"/>
                    <a:pt x="52414" y="19479"/>
                  </a:cubicBezTo>
                  <a:cubicBezTo>
                    <a:pt x="48339" y="21606"/>
                    <a:pt x="44468" y="23964"/>
                    <a:pt x="40624" y="26373"/>
                  </a:cubicBezTo>
                  <a:cubicBezTo>
                    <a:pt x="37830" y="28142"/>
                    <a:pt x="35011" y="29910"/>
                    <a:pt x="32192" y="31653"/>
                  </a:cubicBezTo>
                  <a:cubicBezTo>
                    <a:pt x="30193" y="32883"/>
                    <a:pt x="28142" y="34037"/>
                    <a:pt x="26040" y="35062"/>
                  </a:cubicBezTo>
                  <a:cubicBezTo>
                    <a:pt x="24169" y="36010"/>
                    <a:pt x="22196" y="36753"/>
                    <a:pt x="20171" y="37292"/>
                  </a:cubicBezTo>
                  <a:cubicBezTo>
                    <a:pt x="14686" y="38650"/>
                    <a:pt x="10073" y="37445"/>
                    <a:pt x="6228" y="34037"/>
                  </a:cubicBezTo>
                  <a:cubicBezTo>
                    <a:pt x="5229" y="33114"/>
                    <a:pt x="4383" y="32089"/>
                    <a:pt x="3717" y="30935"/>
                  </a:cubicBezTo>
                  <a:cubicBezTo>
                    <a:pt x="2563" y="29039"/>
                    <a:pt x="1717" y="27014"/>
                    <a:pt x="1205" y="24912"/>
                  </a:cubicBezTo>
                  <a:cubicBezTo>
                    <a:pt x="564" y="22452"/>
                    <a:pt x="205" y="19966"/>
                    <a:pt x="103" y="17454"/>
                  </a:cubicBezTo>
                  <a:cubicBezTo>
                    <a:pt x="0" y="15173"/>
                    <a:pt x="26" y="12866"/>
                    <a:pt x="205" y="10585"/>
                  </a:cubicBezTo>
                  <a:cubicBezTo>
                    <a:pt x="436" y="7612"/>
                    <a:pt x="667" y="4665"/>
                    <a:pt x="897" y="1692"/>
                  </a:cubicBezTo>
                  <a:cubicBezTo>
                    <a:pt x="949" y="1128"/>
                    <a:pt x="949" y="564"/>
                    <a:pt x="949" y="0"/>
                  </a:cubicBezTo>
                  <a:lnTo>
                    <a:pt x="8689" y="0"/>
                  </a:lnTo>
                  <a:cubicBezTo>
                    <a:pt x="8766" y="179"/>
                    <a:pt x="8791" y="359"/>
                    <a:pt x="8791" y="538"/>
                  </a:cubicBezTo>
                  <a:cubicBezTo>
                    <a:pt x="8586" y="2153"/>
                    <a:pt x="8356" y="3768"/>
                    <a:pt x="8151" y="5382"/>
                  </a:cubicBezTo>
                  <a:cubicBezTo>
                    <a:pt x="7715" y="8637"/>
                    <a:pt x="7587" y="11944"/>
                    <a:pt x="7817" y="15224"/>
                  </a:cubicBezTo>
                  <a:cubicBezTo>
                    <a:pt x="7946" y="16993"/>
                    <a:pt x="8330" y="18736"/>
                    <a:pt x="8945" y="20401"/>
                  </a:cubicBezTo>
                  <a:cubicBezTo>
                    <a:pt x="9355" y="21606"/>
                    <a:pt x="9996" y="22708"/>
                    <a:pt x="10816" y="23682"/>
                  </a:cubicBezTo>
                  <a:cubicBezTo>
                    <a:pt x="11559" y="24579"/>
                    <a:pt x="12482" y="25297"/>
                    <a:pt x="13507" y="25809"/>
                  </a:cubicBezTo>
                  <a:cubicBezTo>
                    <a:pt x="15071" y="26604"/>
                    <a:pt x="16865" y="26809"/>
                    <a:pt x="18531" y="26348"/>
                  </a:cubicBezTo>
                  <a:cubicBezTo>
                    <a:pt x="19530" y="26091"/>
                    <a:pt x="20504" y="25707"/>
                    <a:pt x="21427" y="25220"/>
                  </a:cubicBezTo>
                  <a:cubicBezTo>
                    <a:pt x="22785" y="24528"/>
                    <a:pt x="24093" y="23733"/>
                    <a:pt x="25323" y="22811"/>
                  </a:cubicBezTo>
                  <a:cubicBezTo>
                    <a:pt x="26630" y="21862"/>
                    <a:pt x="27963" y="20914"/>
                    <a:pt x="29193" y="19914"/>
                  </a:cubicBezTo>
                  <a:cubicBezTo>
                    <a:pt x="36190" y="14302"/>
                    <a:pt x="43930" y="9483"/>
                    <a:pt x="52183" y="5229"/>
                  </a:cubicBezTo>
                  <a:cubicBezTo>
                    <a:pt x="55464" y="3537"/>
                    <a:pt x="58796" y="1820"/>
                    <a:pt x="62204" y="256"/>
                  </a:cubicBezTo>
                  <a:cubicBezTo>
                    <a:pt x="62384" y="179"/>
                    <a:pt x="62538" y="77"/>
                    <a:pt x="62691" y="0"/>
                  </a:cubicBezTo>
                  <a:lnTo>
                    <a:pt x="118924" y="0"/>
                  </a:lnTo>
                  <a:lnTo>
                    <a:pt x="118924" y="8278"/>
                  </a:lnTo>
                  <a:cubicBezTo>
                    <a:pt x="118616" y="8407"/>
                    <a:pt x="118334" y="8535"/>
                    <a:pt x="118027" y="8663"/>
                  </a:cubicBezTo>
                  <a:cubicBezTo>
                    <a:pt x="112029" y="10995"/>
                    <a:pt x="106416" y="14225"/>
                    <a:pt x="101393" y="18274"/>
                  </a:cubicBezTo>
                  <a:cubicBezTo>
                    <a:pt x="94729" y="23554"/>
                    <a:pt x="88527" y="29372"/>
                    <a:pt x="82811" y="35651"/>
                  </a:cubicBezTo>
                  <a:cubicBezTo>
                    <a:pt x="76532" y="42571"/>
                    <a:pt x="71893" y="50158"/>
                    <a:pt x="68843" y="58411"/>
                  </a:cubicBezTo>
                  <a:cubicBezTo>
                    <a:pt x="67510" y="62025"/>
                    <a:pt x="66126" y="65587"/>
                    <a:pt x="65101" y="69252"/>
                  </a:cubicBezTo>
                  <a:cubicBezTo>
                    <a:pt x="63691" y="74096"/>
                    <a:pt x="62897" y="78992"/>
                    <a:pt x="63102" y="83964"/>
                  </a:cubicBezTo>
                  <a:cubicBezTo>
                    <a:pt x="63281" y="88654"/>
                    <a:pt x="64383" y="93216"/>
                    <a:pt x="66075" y="97702"/>
                  </a:cubicBezTo>
                  <a:cubicBezTo>
                    <a:pt x="68202" y="103238"/>
                    <a:pt x="71278" y="108389"/>
                    <a:pt x="75199" y="112849"/>
                  </a:cubicBezTo>
                  <a:cubicBezTo>
                    <a:pt x="78505" y="116668"/>
                    <a:pt x="82427" y="119923"/>
                    <a:pt x="86758" y="122486"/>
                  </a:cubicBezTo>
                  <a:cubicBezTo>
                    <a:pt x="94447" y="127073"/>
                    <a:pt x="103059" y="129201"/>
                    <a:pt x="112568" y="128739"/>
                  </a:cubicBezTo>
                  <a:cubicBezTo>
                    <a:pt x="114362" y="128663"/>
                    <a:pt x="116182" y="128432"/>
                    <a:pt x="117950" y="128073"/>
                  </a:cubicBezTo>
                  <a:cubicBezTo>
                    <a:pt x="118283" y="128022"/>
                    <a:pt x="118591" y="127894"/>
                    <a:pt x="118924" y="127817"/>
                  </a:cubicBezTo>
                  <a:lnTo>
                    <a:pt x="118924" y="149064"/>
                  </a:lnTo>
                  <a:cubicBezTo>
                    <a:pt x="118514" y="149141"/>
                    <a:pt x="118129" y="149218"/>
                    <a:pt x="117719" y="149346"/>
                  </a:cubicBezTo>
                  <a:cubicBezTo>
                    <a:pt x="112952" y="150730"/>
                    <a:pt x="108005" y="151448"/>
                    <a:pt x="103008" y="151473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26" name="Google Shape;369;p15"/>
            <p:cNvSpPr/>
            <p:nvPr/>
          </p:nvSpPr>
          <p:spPr>
            <a:xfrm flipH="1">
              <a:off x="2516040" y="0"/>
              <a:ext cx="6626880" cy="5142240"/>
            </a:xfrm>
            <a:custGeom>
              <a:avLst/>
              <a:gdLst>
                <a:gd name="textAreaLeft" fmla="*/ 360 w 6626880"/>
                <a:gd name="textAreaRight" fmla="*/ 6627600 w 6626880"/>
                <a:gd name="textAreaTop" fmla="*/ 0 h 5142240"/>
                <a:gd name="textAreaBottom" fmla="*/ 5142600 h 5142240"/>
              </a:gdLst>
              <a:ahLst/>
              <a:cxnLst/>
              <a:rect l="textAreaLeft" t="textAreaTop" r="textAreaRight" b="textAreaBottom"/>
              <a:pathLst>
                <a:path w="206323" h="175925">
                  <a:moveTo>
                    <a:pt x="141196" y="19504"/>
                  </a:moveTo>
                  <a:cubicBezTo>
                    <a:pt x="142093" y="23041"/>
                    <a:pt x="142965" y="26604"/>
                    <a:pt x="143836" y="30166"/>
                  </a:cubicBezTo>
                  <a:cubicBezTo>
                    <a:pt x="145400" y="36318"/>
                    <a:pt x="147424" y="42315"/>
                    <a:pt x="149936" y="48133"/>
                  </a:cubicBezTo>
                  <a:cubicBezTo>
                    <a:pt x="151089" y="50824"/>
                    <a:pt x="152217" y="53515"/>
                    <a:pt x="153089" y="56283"/>
                  </a:cubicBezTo>
                  <a:cubicBezTo>
                    <a:pt x="153858" y="58770"/>
                    <a:pt x="154447" y="61333"/>
                    <a:pt x="154831" y="63921"/>
                  </a:cubicBezTo>
                  <a:cubicBezTo>
                    <a:pt x="155421" y="67612"/>
                    <a:pt x="155703" y="71277"/>
                    <a:pt x="156036" y="74968"/>
                  </a:cubicBezTo>
                  <a:cubicBezTo>
                    <a:pt x="156241" y="77813"/>
                    <a:pt x="156600" y="80658"/>
                    <a:pt x="157138" y="83477"/>
                  </a:cubicBezTo>
                  <a:cubicBezTo>
                    <a:pt x="157574" y="85912"/>
                    <a:pt x="158343" y="88270"/>
                    <a:pt x="159394" y="90525"/>
                  </a:cubicBezTo>
                  <a:cubicBezTo>
                    <a:pt x="160675" y="93191"/>
                    <a:pt x="162520" y="95549"/>
                    <a:pt x="164802" y="97420"/>
                  </a:cubicBezTo>
                  <a:cubicBezTo>
                    <a:pt x="165776" y="98214"/>
                    <a:pt x="166724" y="99034"/>
                    <a:pt x="167723" y="99803"/>
                  </a:cubicBezTo>
                  <a:cubicBezTo>
                    <a:pt x="171645" y="102751"/>
                    <a:pt x="174618" y="106826"/>
                    <a:pt x="176207" y="111490"/>
                  </a:cubicBezTo>
                  <a:cubicBezTo>
                    <a:pt x="177027" y="113797"/>
                    <a:pt x="177565" y="116155"/>
                    <a:pt x="177873" y="118590"/>
                  </a:cubicBezTo>
                  <a:cubicBezTo>
                    <a:pt x="178155" y="120820"/>
                    <a:pt x="178257" y="123075"/>
                    <a:pt x="178129" y="125331"/>
                  </a:cubicBezTo>
                  <a:cubicBezTo>
                    <a:pt x="178027" y="127330"/>
                    <a:pt x="177565" y="129278"/>
                    <a:pt x="176796" y="131123"/>
                  </a:cubicBezTo>
                  <a:cubicBezTo>
                    <a:pt x="175694" y="133686"/>
                    <a:pt x="174567" y="136249"/>
                    <a:pt x="173439" y="138812"/>
                  </a:cubicBezTo>
                  <a:cubicBezTo>
                    <a:pt x="172824" y="140222"/>
                    <a:pt x="172209" y="141631"/>
                    <a:pt x="171645" y="143067"/>
                  </a:cubicBezTo>
                  <a:cubicBezTo>
                    <a:pt x="170491" y="146040"/>
                    <a:pt x="170696" y="148987"/>
                    <a:pt x="172055" y="151909"/>
                  </a:cubicBezTo>
                  <a:cubicBezTo>
                    <a:pt x="172798" y="153447"/>
                    <a:pt x="173721" y="154882"/>
                    <a:pt x="174797" y="156215"/>
                  </a:cubicBezTo>
                  <a:cubicBezTo>
                    <a:pt x="176925" y="158829"/>
                    <a:pt x="179488" y="161136"/>
                    <a:pt x="182281" y="163263"/>
                  </a:cubicBezTo>
                  <a:cubicBezTo>
                    <a:pt x="188971" y="168415"/>
                    <a:pt x="196609" y="172387"/>
                    <a:pt x="205015" y="175386"/>
                  </a:cubicBezTo>
                  <a:cubicBezTo>
                    <a:pt x="205451" y="175540"/>
                    <a:pt x="205887" y="175745"/>
                    <a:pt x="206322" y="175924"/>
                  </a:cubicBezTo>
                  <a:lnTo>
                    <a:pt x="178539" y="175924"/>
                  </a:lnTo>
                  <a:cubicBezTo>
                    <a:pt x="178257" y="175668"/>
                    <a:pt x="178001" y="175412"/>
                    <a:pt x="177694" y="175181"/>
                  </a:cubicBezTo>
                  <a:cubicBezTo>
                    <a:pt x="174054" y="172439"/>
                    <a:pt x="170594" y="169491"/>
                    <a:pt x="167313" y="166364"/>
                  </a:cubicBezTo>
                  <a:cubicBezTo>
                    <a:pt x="164597" y="163801"/>
                    <a:pt x="162136" y="161008"/>
                    <a:pt x="159932" y="158009"/>
                  </a:cubicBezTo>
                  <a:cubicBezTo>
                    <a:pt x="157753" y="154985"/>
                    <a:pt x="156010" y="151806"/>
                    <a:pt x="154960" y="148372"/>
                  </a:cubicBezTo>
                  <a:cubicBezTo>
                    <a:pt x="154550" y="146988"/>
                    <a:pt x="154268" y="145553"/>
                    <a:pt x="154139" y="144117"/>
                  </a:cubicBezTo>
                  <a:cubicBezTo>
                    <a:pt x="153909" y="141401"/>
                    <a:pt x="154344" y="138658"/>
                    <a:pt x="155421" y="136146"/>
                  </a:cubicBezTo>
                  <a:cubicBezTo>
                    <a:pt x="156036" y="134686"/>
                    <a:pt x="156754" y="133225"/>
                    <a:pt x="157394" y="131764"/>
                  </a:cubicBezTo>
                  <a:cubicBezTo>
                    <a:pt x="157856" y="130739"/>
                    <a:pt x="158266" y="129688"/>
                    <a:pt x="158625" y="128637"/>
                  </a:cubicBezTo>
                  <a:cubicBezTo>
                    <a:pt x="159650" y="125356"/>
                    <a:pt x="159163" y="122178"/>
                    <a:pt x="157471" y="119103"/>
                  </a:cubicBezTo>
                  <a:cubicBezTo>
                    <a:pt x="156779" y="117898"/>
                    <a:pt x="155959" y="116745"/>
                    <a:pt x="154985" y="115745"/>
                  </a:cubicBezTo>
                  <a:cubicBezTo>
                    <a:pt x="154344" y="115079"/>
                    <a:pt x="153678" y="114438"/>
                    <a:pt x="152986" y="113823"/>
                  </a:cubicBezTo>
                  <a:cubicBezTo>
                    <a:pt x="152422" y="113285"/>
                    <a:pt x="151833" y="112746"/>
                    <a:pt x="151218" y="112234"/>
                  </a:cubicBezTo>
                  <a:cubicBezTo>
                    <a:pt x="147040" y="108748"/>
                    <a:pt x="144016" y="104083"/>
                    <a:pt x="142580" y="98829"/>
                  </a:cubicBezTo>
                  <a:cubicBezTo>
                    <a:pt x="141837" y="96164"/>
                    <a:pt x="141299" y="93473"/>
                    <a:pt x="140966" y="90756"/>
                  </a:cubicBezTo>
                  <a:cubicBezTo>
                    <a:pt x="140402" y="86476"/>
                    <a:pt x="139915" y="82170"/>
                    <a:pt x="139325" y="77864"/>
                  </a:cubicBezTo>
                  <a:cubicBezTo>
                    <a:pt x="138813" y="74173"/>
                    <a:pt x="138172" y="70482"/>
                    <a:pt x="137403" y="66817"/>
                  </a:cubicBezTo>
                  <a:cubicBezTo>
                    <a:pt x="136685" y="63409"/>
                    <a:pt x="136045" y="60025"/>
                    <a:pt x="135250" y="56642"/>
                  </a:cubicBezTo>
                  <a:cubicBezTo>
                    <a:pt x="133533" y="49107"/>
                    <a:pt x="131636" y="41572"/>
                    <a:pt x="129124" y="34216"/>
                  </a:cubicBezTo>
                  <a:cubicBezTo>
                    <a:pt x="128279" y="31576"/>
                    <a:pt x="127202" y="29039"/>
                    <a:pt x="125946" y="26578"/>
                  </a:cubicBezTo>
                  <a:cubicBezTo>
                    <a:pt x="125152" y="25015"/>
                    <a:pt x="124203" y="23554"/>
                    <a:pt x="123127" y="22170"/>
                  </a:cubicBezTo>
                  <a:cubicBezTo>
                    <a:pt x="122025" y="20786"/>
                    <a:pt x="120718" y="19530"/>
                    <a:pt x="119231" y="18530"/>
                  </a:cubicBezTo>
                  <a:cubicBezTo>
                    <a:pt x="118360" y="17941"/>
                    <a:pt x="117437" y="17454"/>
                    <a:pt x="116463" y="17070"/>
                  </a:cubicBezTo>
                  <a:cubicBezTo>
                    <a:pt x="113951" y="16096"/>
                    <a:pt x="111183" y="15942"/>
                    <a:pt x="108595" y="16659"/>
                  </a:cubicBezTo>
                  <a:cubicBezTo>
                    <a:pt x="107031" y="17095"/>
                    <a:pt x="105519" y="17710"/>
                    <a:pt x="104135" y="18530"/>
                  </a:cubicBezTo>
                  <a:cubicBezTo>
                    <a:pt x="101880" y="19838"/>
                    <a:pt x="99829" y="21478"/>
                    <a:pt x="98035" y="23400"/>
                  </a:cubicBezTo>
                  <a:cubicBezTo>
                    <a:pt x="95370" y="26194"/>
                    <a:pt x="93114" y="29321"/>
                    <a:pt x="91320" y="32729"/>
                  </a:cubicBezTo>
                  <a:cubicBezTo>
                    <a:pt x="90218" y="34806"/>
                    <a:pt x="89167" y="36907"/>
                    <a:pt x="88116" y="38958"/>
                  </a:cubicBezTo>
                  <a:cubicBezTo>
                    <a:pt x="86758" y="41674"/>
                    <a:pt x="85246" y="44314"/>
                    <a:pt x="83580" y="46852"/>
                  </a:cubicBezTo>
                  <a:cubicBezTo>
                    <a:pt x="82298" y="48748"/>
                    <a:pt x="80837" y="50491"/>
                    <a:pt x="79197" y="52080"/>
                  </a:cubicBezTo>
                  <a:cubicBezTo>
                    <a:pt x="78300" y="52926"/>
                    <a:pt x="77352" y="53695"/>
                    <a:pt x="76326" y="54387"/>
                  </a:cubicBezTo>
                  <a:cubicBezTo>
                    <a:pt x="73302" y="56335"/>
                    <a:pt x="69791" y="57437"/>
                    <a:pt x="66177" y="57539"/>
                  </a:cubicBezTo>
                  <a:cubicBezTo>
                    <a:pt x="62332" y="57693"/>
                    <a:pt x="58616" y="57104"/>
                    <a:pt x="55002" y="56104"/>
                  </a:cubicBezTo>
                  <a:cubicBezTo>
                    <a:pt x="50414" y="54797"/>
                    <a:pt x="45980" y="52952"/>
                    <a:pt x="41828" y="50619"/>
                  </a:cubicBezTo>
                  <a:cubicBezTo>
                    <a:pt x="37830" y="48441"/>
                    <a:pt x="34139" y="45955"/>
                    <a:pt x="30423" y="43443"/>
                  </a:cubicBezTo>
                  <a:cubicBezTo>
                    <a:pt x="26194" y="40572"/>
                    <a:pt x="21991" y="37625"/>
                    <a:pt x="17710" y="34806"/>
                  </a:cubicBezTo>
                  <a:cubicBezTo>
                    <a:pt x="12405" y="31269"/>
                    <a:pt x="6843" y="28065"/>
                    <a:pt x="1128" y="25040"/>
                  </a:cubicBezTo>
                  <a:cubicBezTo>
                    <a:pt x="769" y="24861"/>
                    <a:pt x="461" y="24605"/>
                    <a:pt x="0" y="24630"/>
                  </a:cubicBezTo>
                  <a:lnTo>
                    <a:pt x="0" y="19351"/>
                  </a:lnTo>
                  <a:cubicBezTo>
                    <a:pt x="179" y="19351"/>
                    <a:pt x="359" y="19376"/>
                    <a:pt x="538" y="19428"/>
                  </a:cubicBezTo>
                  <a:cubicBezTo>
                    <a:pt x="846" y="19556"/>
                    <a:pt x="1128" y="19709"/>
                    <a:pt x="1435" y="19863"/>
                  </a:cubicBezTo>
                  <a:cubicBezTo>
                    <a:pt x="11354" y="24964"/>
                    <a:pt x="20991" y="30653"/>
                    <a:pt x="30269" y="36907"/>
                  </a:cubicBezTo>
                  <a:cubicBezTo>
                    <a:pt x="33447" y="39060"/>
                    <a:pt x="36677" y="41136"/>
                    <a:pt x="39906" y="43187"/>
                  </a:cubicBezTo>
                  <a:cubicBezTo>
                    <a:pt x="42315" y="44724"/>
                    <a:pt x="44827" y="46083"/>
                    <a:pt x="47416" y="47287"/>
                  </a:cubicBezTo>
                  <a:cubicBezTo>
                    <a:pt x="50389" y="48723"/>
                    <a:pt x="53516" y="49773"/>
                    <a:pt x="56745" y="50440"/>
                  </a:cubicBezTo>
                  <a:cubicBezTo>
                    <a:pt x="58795" y="50876"/>
                    <a:pt x="60871" y="51029"/>
                    <a:pt x="62948" y="50952"/>
                  </a:cubicBezTo>
                  <a:cubicBezTo>
                    <a:pt x="66510" y="50799"/>
                    <a:pt x="69586" y="49748"/>
                    <a:pt x="72149" y="47697"/>
                  </a:cubicBezTo>
                  <a:cubicBezTo>
                    <a:pt x="73353" y="46723"/>
                    <a:pt x="74455" y="45570"/>
                    <a:pt x="75404" y="44314"/>
                  </a:cubicBezTo>
                  <a:cubicBezTo>
                    <a:pt x="76813" y="42443"/>
                    <a:pt x="78018" y="40418"/>
                    <a:pt x="79018" y="38266"/>
                  </a:cubicBezTo>
                  <a:cubicBezTo>
                    <a:pt x="80427" y="35190"/>
                    <a:pt x="81658" y="32037"/>
                    <a:pt x="82657" y="28808"/>
                  </a:cubicBezTo>
                  <a:cubicBezTo>
                    <a:pt x="83477" y="26091"/>
                    <a:pt x="84502" y="23477"/>
                    <a:pt x="85733" y="20940"/>
                  </a:cubicBezTo>
                  <a:cubicBezTo>
                    <a:pt x="87527" y="17454"/>
                    <a:pt x="89680" y="14148"/>
                    <a:pt x="92166" y="11123"/>
                  </a:cubicBezTo>
                  <a:cubicBezTo>
                    <a:pt x="94883" y="7817"/>
                    <a:pt x="97753" y="4562"/>
                    <a:pt x="100778" y="1435"/>
                  </a:cubicBezTo>
                  <a:cubicBezTo>
                    <a:pt x="101239" y="948"/>
                    <a:pt x="101752" y="461"/>
                    <a:pt x="102238" y="0"/>
                  </a:cubicBezTo>
                  <a:lnTo>
                    <a:pt x="125921" y="0"/>
                  </a:lnTo>
                  <a:cubicBezTo>
                    <a:pt x="126100" y="308"/>
                    <a:pt x="126485" y="384"/>
                    <a:pt x="126792" y="564"/>
                  </a:cubicBezTo>
                  <a:cubicBezTo>
                    <a:pt x="128663" y="1512"/>
                    <a:pt x="130457" y="2640"/>
                    <a:pt x="132123" y="3921"/>
                  </a:cubicBezTo>
                  <a:cubicBezTo>
                    <a:pt x="134968" y="6126"/>
                    <a:pt x="137224" y="8996"/>
                    <a:pt x="138684" y="12277"/>
                  </a:cubicBezTo>
                  <a:cubicBezTo>
                    <a:pt x="139735" y="14609"/>
                    <a:pt x="140555" y="17018"/>
                    <a:pt x="141196" y="19504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27" name="Google Shape;370;p15"/>
            <p:cNvSpPr/>
            <p:nvPr/>
          </p:nvSpPr>
          <p:spPr>
            <a:xfrm flipH="1">
              <a:off x="4358520" y="1168200"/>
              <a:ext cx="4783320" cy="3974400"/>
            </a:xfrm>
            <a:custGeom>
              <a:avLst/>
              <a:gdLst>
                <a:gd name="textAreaLeft" fmla="*/ -360 w 4783320"/>
                <a:gd name="textAreaRight" fmla="*/ 4783320 w 4783320"/>
                <a:gd name="textAreaTop" fmla="*/ 0 h 3974400"/>
                <a:gd name="textAreaBottom" fmla="*/ 3974760 h 3974400"/>
              </a:gdLst>
              <a:ahLst/>
              <a:cxnLst/>
              <a:rect l="textAreaLeft" t="textAreaTop" r="textAreaRight" b="textAreaBottom"/>
              <a:pathLst>
                <a:path w="148937" h="135968">
                  <a:moveTo>
                    <a:pt x="1307" y="308"/>
                  </a:moveTo>
                  <a:cubicBezTo>
                    <a:pt x="3306" y="897"/>
                    <a:pt x="5229" y="1615"/>
                    <a:pt x="7125" y="2435"/>
                  </a:cubicBezTo>
                  <a:cubicBezTo>
                    <a:pt x="10329" y="3819"/>
                    <a:pt x="13430" y="5331"/>
                    <a:pt x="16429" y="6972"/>
                  </a:cubicBezTo>
                  <a:cubicBezTo>
                    <a:pt x="21068" y="9483"/>
                    <a:pt x="25656" y="12021"/>
                    <a:pt x="30295" y="14507"/>
                  </a:cubicBezTo>
                  <a:cubicBezTo>
                    <a:pt x="35805" y="17505"/>
                    <a:pt x="41546" y="19992"/>
                    <a:pt x="47493" y="21991"/>
                  </a:cubicBezTo>
                  <a:cubicBezTo>
                    <a:pt x="51414" y="23323"/>
                    <a:pt x="55412" y="24374"/>
                    <a:pt x="59487" y="25169"/>
                  </a:cubicBezTo>
                  <a:cubicBezTo>
                    <a:pt x="62512" y="25758"/>
                    <a:pt x="65562" y="26040"/>
                    <a:pt x="68637" y="26040"/>
                  </a:cubicBezTo>
                  <a:cubicBezTo>
                    <a:pt x="74174" y="25989"/>
                    <a:pt x="79146" y="24631"/>
                    <a:pt x="83554" y="21863"/>
                  </a:cubicBezTo>
                  <a:cubicBezTo>
                    <a:pt x="85476" y="20632"/>
                    <a:pt x="87296" y="19248"/>
                    <a:pt x="88988" y="17736"/>
                  </a:cubicBezTo>
                  <a:cubicBezTo>
                    <a:pt x="90269" y="16608"/>
                    <a:pt x="91499" y="15455"/>
                    <a:pt x="92781" y="14353"/>
                  </a:cubicBezTo>
                  <a:cubicBezTo>
                    <a:pt x="94062" y="13225"/>
                    <a:pt x="95395" y="12149"/>
                    <a:pt x="96754" y="11124"/>
                  </a:cubicBezTo>
                  <a:cubicBezTo>
                    <a:pt x="97574" y="10534"/>
                    <a:pt x="98420" y="10021"/>
                    <a:pt x="99317" y="9535"/>
                  </a:cubicBezTo>
                  <a:cubicBezTo>
                    <a:pt x="100086" y="9124"/>
                    <a:pt x="100931" y="8817"/>
                    <a:pt x="101803" y="8637"/>
                  </a:cubicBezTo>
                  <a:cubicBezTo>
                    <a:pt x="103571" y="8202"/>
                    <a:pt x="105417" y="8432"/>
                    <a:pt x="107031" y="9278"/>
                  </a:cubicBezTo>
                  <a:cubicBezTo>
                    <a:pt x="107928" y="9765"/>
                    <a:pt x="108749" y="10380"/>
                    <a:pt x="109492" y="11098"/>
                  </a:cubicBezTo>
                  <a:cubicBezTo>
                    <a:pt x="110466" y="12072"/>
                    <a:pt x="111337" y="13123"/>
                    <a:pt x="112080" y="14302"/>
                  </a:cubicBezTo>
                  <a:cubicBezTo>
                    <a:pt x="113413" y="16326"/>
                    <a:pt x="114515" y="18505"/>
                    <a:pt x="115387" y="20786"/>
                  </a:cubicBezTo>
                  <a:cubicBezTo>
                    <a:pt x="116848" y="24528"/>
                    <a:pt x="117950" y="28424"/>
                    <a:pt x="118667" y="32371"/>
                  </a:cubicBezTo>
                  <a:cubicBezTo>
                    <a:pt x="119667" y="37471"/>
                    <a:pt x="120026" y="42648"/>
                    <a:pt x="119769" y="47826"/>
                  </a:cubicBezTo>
                  <a:cubicBezTo>
                    <a:pt x="119641" y="50056"/>
                    <a:pt x="119436" y="52311"/>
                    <a:pt x="119180" y="54566"/>
                  </a:cubicBezTo>
                  <a:cubicBezTo>
                    <a:pt x="118693" y="58795"/>
                    <a:pt x="118078" y="63024"/>
                    <a:pt x="117591" y="67253"/>
                  </a:cubicBezTo>
                  <a:cubicBezTo>
                    <a:pt x="117027" y="71610"/>
                    <a:pt x="116719" y="75993"/>
                    <a:pt x="116617" y="80401"/>
                  </a:cubicBezTo>
                  <a:cubicBezTo>
                    <a:pt x="116566" y="83374"/>
                    <a:pt x="116771" y="86348"/>
                    <a:pt x="117258" y="89295"/>
                  </a:cubicBezTo>
                  <a:cubicBezTo>
                    <a:pt x="118129" y="94498"/>
                    <a:pt x="120000" y="99444"/>
                    <a:pt x="123358" y="103930"/>
                  </a:cubicBezTo>
                  <a:cubicBezTo>
                    <a:pt x="125049" y="106262"/>
                    <a:pt x="126818" y="108543"/>
                    <a:pt x="128663" y="110824"/>
                  </a:cubicBezTo>
                  <a:cubicBezTo>
                    <a:pt x="131559" y="114412"/>
                    <a:pt x="134276" y="118129"/>
                    <a:pt x="137019" y="121794"/>
                  </a:cubicBezTo>
                  <a:cubicBezTo>
                    <a:pt x="140581" y="126561"/>
                    <a:pt x="144426" y="131123"/>
                    <a:pt x="148526" y="135429"/>
                  </a:cubicBezTo>
                  <a:cubicBezTo>
                    <a:pt x="148680" y="135583"/>
                    <a:pt x="148808" y="135788"/>
                    <a:pt x="148937" y="135967"/>
                  </a:cubicBezTo>
                  <a:lnTo>
                    <a:pt x="115028" y="135967"/>
                  </a:lnTo>
                  <a:cubicBezTo>
                    <a:pt x="114772" y="135608"/>
                    <a:pt x="114515" y="135275"/>
                    <a:pt x="114310" y="134916"/>
                  </a:cubicBezTo>
                  <a:cubicBezTo>
                    <a:pt x="111055" y="129227"/>
                    <a:pt x="108313" y="123255"/>
                    <a:pt x="106134" y="117104"/>
                  </a:cubicBezTo>
                  <a:cubicBezTo>
                    <a:pt x="104340" y="112157"/>
                    <a:pt x="102905" y="107082"/>
                    <a:pt x="101880" y="101931"/>
                  </a:cubicBezTo>
                  <a:cubicBezTo>
                    <a:pt x="101136" y="98086"/>
                    <a:pt x="100624" y="94242"/>
                    <a:pt x="100393" y="90346"/>
                  </a:cubicBezTo>
                  <a:cubicBezTo>
                    <a:pt x="100162" y="86860"/>
                    <a:pt x="100214" y="83374"/>
                    <a:pt x="100470" y="79914"/>
                  </a:cubicBezTo>
                  <a:cubicBezTo>
                    <a:pt x="100726" y="76813"/>
                    <a:pt x="101111" y="73738"/>
                    <a:pt x="101675" y="70688"/>
                  </a:cubicBezTo>
                  <a:cubicBezTo>
                    <a:pt x="102520" y="65997"/>
                    <a:pt x="103751" y="61384"/>
                    <a:pt x="104853" y="56745"/>
                  </a:cubicBezTo>
                  <a:cubicBezTo>
                    <a:pt x="105673" y="53541"/>
                    <a:pt x="106211" y="50286"/>
                    <a:pt x="106467" y="46980"/>
                  </a:cubicBezTo>
                  <a:cubicBezTo>
                    <a:pt x="106724" y="43135"/>
                    <a:pt x="106339" y="39342"/>
                    <a:pt x="105007" y="35651"/>
                  </a:cubicBezTo>
                  <a:cubicBezTo>
                    <a:pt x="104596" y="34524"/>
                    <a:pt x="104058" y="33447"/>
                    <a:pt x="103366" y="32448"/>
                  </a:cubicBezTo>
                  <a:cubicBezTo>
                    <a:pt x="102854" y="31653"/>
                    <a:pt x="102238" y="30936"/>
                    <a:pt x="101521" y="30320"/>
                  </a:cubicBezTo>
                  <a:cubicBezTo>
                    <a:pt x="99957" y="28962"/>
                    <a:pt x="98061" y="28321"/>
                    <a:pt x="95805" y="28398"/>
                  </a:cubicBezTo>
                  <a:cubicBezTo>
                    <a:pt x="94780" y="28398"/>
                    <a:pt x="93781" y="28526"/>
                    <a:pt x="92781" y="28783"/>
                  </a:cubicBezTo>
                  <a:cubicBezTo>
                    <a:pt x="91397" y="29141"/>
                    <a:pt x="90039" y="29500"/>
                    <a:pt x="88680" y="29885"/>
                  </a:cubicBezTo>
                  <a:cubicBezTo>
                    <a:pt x="86271" y="30577"/>
                    <a:pt x="83913" y="31346"/>
                    <a:pt x="81452" y="31884"/>
                  </a:cubicBezTo>
                  <a:cubicBezTo>
                    <a:pt x="76788" y="32909"/>
                    <a:pt x="72021" y="33319"/>
                    <a:pt x="67253" y="33063"/>
                  </a:cubicBezTo>
                  <a:cubicBezTo>
                    <a:pt x="61282" y="32730"/>
                    <a:pt x="55464" y="31807"/>
                    <a:pt x="49671" y="30654"/>
                  </a:cubicBezTo>
                  <a:cubicBezTo>
                    <a:pt x="43956" y="29500"/>
                    <a:pt x="38343" y="28014"/>
                    <a:pt x="32755" y="26502"/>
                  </a:cubicBezTo>
                  <a:cubicBezTo>
                    <a:pt x="28578" y="25399"/>
                    <a:pt x="24400" y="24246"/>
                    <a:pt x="20145" y="23298"/>
                  </a:cubicBezTo>
                  <a:cubicBezTo>
                    <a:pt x="17864" y="22785"/>
                    <a:pt x="15557" y="22401"/>
                    <a:pt x="13225" y="22170"/>
                  </a:cubicBezTo>
                  <a:cubicBezTo>
                    <a:pt x="11226" y="21965"/>
                    <a:pt x="9227" y="21965"/>
                    <a:pt x="7228" y="22196"/>
                  </a:cubicBezTo>
                  <a:cubicBezTo>
                    <a:pt x="4972" y="22426"/>
                    <a:pt x="2845" y="23272"/>
                    <a:pt x="1051" y="24605"/>
                  </a:cubicBezTo>
                  <a:cubicBezTo>
                    <a:pt x="846" y="24759"/>
                    <a:pt x="641" y="24912"/>
                    <a:pt x="436" y="25041"/>
                  </a:cubicBezTo>
                  <a:cubicBezTo>
                    <a:pt x="282" y="25066"/>
                    <a:pt x="154" y="25092"/>
                    <a:pt x="0" y="25092"/>
                  </a:cubicBezTo>
                  <a:lnTo>
                    <a:pt x="0" y="103"/>
                  </a:lnTo>
                  <a:cubicBezTo>
                    <a:pt x="487" y="0"/>
                    <a:pt x="897" y="180"/>
                    <a:pt x="1307" y="30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28" name="Google Shape;371;p15"/>
            <p:cNvSpPr/>
            <p:nvPr/>
          </p:nvSpPr>
          <p:spPr>
            <a:xfrm flipH="1">
              <a:off x="-720" y="0"/>
              <a:ext cx="4717800" cy="5142960"/>
            </a:xfrm>
            <a:custGeom>
              <a:avLst/>
              <a:gdLst>
                <a:gd name="textAreaLeft" fmla="*/ -360 w 4717800"/>
                <a:gd name="textAreaRight" fmla="*/ 4717800 w 4717800"/>
                <a:gd name="textAreaTop" fmla="*/ 0 h 5142960"/>
                <a:gd name="textAreaBottom" fmla="*/ 5143320 h 5142960"/>
              </a:gdLst>
              <a:ahLst/>
              <a:cxnLst/>
              <a:rect l="textAreaLeft" t="textAreaTop" r="textAreaRight" b="textAreaBottom"/>
              <a:pathLst>
                <a:path w="146887" h="175950">
                  <a:moveTo>
                    <a:pt x="114772" y="175924"/>
                  </a:moveTo>
                  <a:cubicBezTo>
                    <a:pt x="114644" y="175822"/>
                    <a:pt x="114516" y="175719"/>
                    <a:pt x="114362" y="175642"/>
                  </a:cubicBezTo>
                  <a:cubicBezTo>
                    <a:pt x="110364" y="174310"/>
                    <a:pt x="106289" y="173079"/>
                    <a:pt x="102060" y="172310"/>
                  </a:cubicBezTo>
                  <a:cubicBezTo>
                    <a:pt x="98472" y="171695"/>
                    <a:pt x="94832" y="171439"/>
                    <a:pt x="91193" y="171516"/>
                  </a:cubicBezTo>
                  <a:cubicBezTo>
                    <a:pt x="88989" y="171567"/>
                    <a:pt x="86810" y="171593"/>
                    <a:pt x="84606" y="171644"/>
                  </a:cubicBezTo>
                  <a:cubicBezTo>
                    <a:pt x="78531" y="171772"/>
                    <a:pt x="72457" y="170849"/>
                    <a:pt x="66690" y="168978"/>
                  </a:cubicBezTo>
                  <a:cubicBezTo>
                    <a:pt x="59591" y="166697"/>
                    <a:pt x="53311" y="163391"/>
                    <a:pt x="47929" y="158932"/>
                  </a:cubicBezTo>
                  <a:cubicBezTo>
                    <a:pt x="46263" y="157573"/>
                    <a:pt x="44751" y="156035"/>
                    <a:pt x="43444" y="154318"/>
                  </a:cubicBezTo>
                  <a:cubicBezTo>
                    <a:pt x="42290" y="152883"/>
                    <a:pt x="41419" y="151217"/>
                    <a:pt x="40932" y="149423"/>
                  </a:cubicBezTo>
                  <a:cubicBezTo>
                    <a:pt x="40573" y="148039"/>
                    <a:pt x="40471" y="146629"/>
                    <a:pt x="40650" y="145219"/>
                  </a:cubicBezTo>
                  <a:cubicBezTo>
                    <a:pt x="40958" y="143041"/>
                    <a:pt x="41496" y="140914"/>
                    <a:pt x="42265" y="138889"/>
                  </a:cubicBezTo>
                  <a:cubicBezTo>
                    <a:pt x="43136" y="136454"/>
                    <a:pt x="44033" y="134019"/>
                    <a:pt x="44956" y="131610"/>
                  </a:cubicBezTo>
                  <a:cubicBezTo>
                    <a:pt x="45853" y="129201"/>
                    <a:pt x="46340" y="126689"/>
                    <a:pt x="46417" y="124126"/>
                  </a:cubicBezTo>
                  <a:cubicBezTo>
                    <a:pt x="46494" y="122024"/>
                    <a:pt x="46545" y="119923"/>
                    <a:pt x="46417" y="117821"/>
                  </a:cubicBezTo>
                  <a:cubicBezTo>
                    <a:pt x="46109" y="112772"/>
                    <a:pt x="45212" y="107800"/>
                    <a:pt x="43264" y="102981"/>
                  </a:cubicBezTo>
                  <a:cubicBezTo>
                    <a:pt x="42752" y="101725"/>
                    <a:pt x="42162" y="100495"/>
                    <a:pt x="41522" y="99316"/>
                  </a:cubicBezTo>
                  <a:cubicBezTo>
                    <a:pt x="40138" y="96804"/>
                    <a:pt x="38241" y="94600"/>
                    <a:pt x="36011" y="92806"/>
                  </a:cubicBezTo>
                  <a:cubicBezTo>
                    <a:pt x="35242" y="92191"/>
                    <a:pt x="34499" y="91576"/>
                    <a:pt x="33730" y="90961"/>
                  </a:cubicBezTo>
                  <a:cubicBezTo>
                    <a:pt x="30731" y="88757"/>
                    <a:pt x="28527" y="85655"/>
                    <a:pt x="27374" y="82118"/>
                  </a:cubicBezTo>
                  <a:cubicBezTo>
                    <a:pt x="26759" y="80196"/>
                    <a:pt x="26374" y="78197"/>
                    <a:pt x="26195" y="76198"/>
                  </a:cubicBezTo>
                  <a:cubicBezTo>
                    <a:pt x="25964" y="73686"/>
                    <a:pt x="25887" y="71174"/>
                    <a:pt x="25938" y="68688"/>
                  </a:cubicBezTo>
                  <a:cubicBezTo>
                    <a:pt x="25938" y="67048"/>
                    <a:pt x="25990" y="65433"/>
                    <a:pt x="25938" y="63793"/>
                  </a:cubicBezTo>
                  <a:cubicBezTo>
                    <a:pt x="25938" y="62383"/>
                    <a:pt x="25759" y="60974"/>
                    <a:pt x="25426" y="59590"/>
                  </a:cubicBezTo>
                  <a:cubicBezTo>
                    <a:pt x="24990" y="57873"/>
                    <a:pt x="24298" y="56232"/>
                    <a:pt x="23350" y="54746"/>
                  </a:cubicBezTo>
                  <a:cubicBezTo>
                    <a:pt x="22453" y="53310"/>
                    <a:pt x="21530" y="51901"/>
                    <a:pt x="20607" y="50517"/>
                  </a:cubicBezTo>
                  <a:cubicBezTo>
                    <a:pt x="18506" y="47492"/>
                    <a:pt x="16635" y="44289"/>
                    <a:pt x="15071" y="40957"/>
                  </a:cubicBezTo>
                  <a:cubicBezTo>
                    <a:pt x="13405" y="37317"/>
                    <a:pt x="12124" y="33550"/>
                    <a:pt x="11201" y="29680"/>
                  </a:cubicBezTo>
                  <a:cubicBezTo>
                    <a:pt x="10278" y="25938"/>
                    <a:pt x="9586" y="22144"/>
                    <a:pt x="8894" y="18377"/>
                  </a:cubicBezTo>
                  <a:cubicBezTo>
                    <a:pt x="8305" y="15327"/>
                    <a:pt x="7690" y="12251"/>
                    <a:pt x="6613" y="9278"/>
                  </a:cubicBezTo>
                  <a:cubicBezTo>
                    <a:pt x="6152" y="7945"/>
                    <a:pt x="5537" y="6664"/>
                    <a:pt x="4845" y="5434"/>
                  </a:cubicBezTo>
                  <a:cubicBezTo>
                    <a:pt x="3820" y="3639"/>
                    <a:pt x="2461" y="2050"/>
                    <a:pt x="872" y="743"/>
                  </a:cubicBezTo>
                  <a:cubicBezTo>
                    <a:pt x="565" y="513"/>
                    <a:pt x="283" y="256"/>
                    <a:pt x="1" y="0"/>
                  </a:cubicBezTo>
                  <a:lnTo>
                    <a:pt x="16635" y="0"/>
                  </a:lnTo>
                  <a:cubicBezTo>
                    <a:pt x="16865" y="1128"/>
                    <a:pt x="17173" y="2281"/>
                    <a:pt x="17378" y="3409"/>
                  </a:cubicBezTo>
                  <a:cubicBezTo>
                    <a:pt x="17532" y="4306"/>
                    <a:pt x="17660" y="5203"/>
                    <a:pt x="17711" y="6126"/>
                  </a:cubicBezTo>
                  <a:cubicBezTo>
                    <a:pt x="17839" y="7817"/>
                    <a:pt x="17916" y="9509"/>
                    <a:pt x="18019" y="11175"/>
                  </a:cubicBezTo>
                  <a:cubicBezTo>
                    <a:pt x="18198" y="14532"/>
                    <a:pt x="18326" y="17890"/>
                    <a:pt x="18711" y="21222"/>
                  </a:cubicBezTo>
                  <a:cubicBezTo>
                    <a:pt x="19198" y="25374"/>
                    <a:pt x="20018" y="29474"/>
                    <a:pt x="21633" y="33447"/>
                  </a:cubicBezTo>
                  <a:cubicBezTo>
                    <a:pt x="22555" y="35754"/>
                    <a:pt x="23760" y="37932"/>
                    <a:pt x="25246" y="39906"/>
                  </a:cubicBezTo>
                  <a:cubicBezTo>
                    <a:pt x="28220" y="43853"/>
                    <a:pt x="32295" y="46749"/>
                    <a:pt x="37498" y="48569"/>
                  </a:cubicBezTo>
                  <a:cubicBezTo>
                    <a:pt x="39394" y="49210"/>
                    <a:pt x="41342" y="49697"/>
                    <a:pt x="43316" y="50184"/>
                  </a:cubicBezTo>
                  <a:cubicBezTo>
                    <a:pt x="44469" y="50491"/>
                    <a:pt x="45648" y="50773"/>
                    <a:pt x="46776" y="51106"/>
                  </a:cubicBezTo>
                  <a:cubicBezTo>
                    <a:pt x="47468" y="51337"/>
                    <a:pt x="48160" y="51619"/>
                    <a:pt x="48801" y="51952"/>
                  </a:cubicBezTo>
                  <a:cubicBezTo>
                    <a:pt x="50005" y="52593"/>
                    <a:pt x="50595" y="53541"/>
                    <a:pt x="50595" y="54720"/>
                  </a:cubicBezTo>
                  <a:cubicBezTo>
                    <a:pt x="50620" y="55489"/>
                    <a:pt x="50466" y="56232"/>
                    <a:pt x="50159" y="56950"/>
                  </a:cubicBezTo>
                  <a:cubicBezTo>
                    <a:pt x="49749" y="57898"/>
                    <a:pt x="49287" y="58872"/>
                    <a:pt x="48826" y="59820"/>
                  </a:cubicBezTo>
                  <a:cubicBezTo>
                    <a:pt x="48237" y="61051"/>
                    <a:pt x="47596" y="62255"/>
                    <a:pt x="47032" y="63485"/>
                  </a:cubicBezTo>
                  <a:cubicBezTo>
                    <a:pt x="46366" y="64895"/>
                    <a:pt x="45930" y="66382"/>
                    <a:pt x="45699" y="67919"/>
                  </a:cubicBezTo>
                  <a:cubicBezTo>
                    <a:pt x="45417" y="70098"/>
                    <a:pt x="45853" y="72328"/>
                    <a:pt x="46981" y="74224"/>
                  </a:cubicBezTo>
                  <a:cubicBezTo>
                    <a:pt x="47237" y="74660"/>
                    <a:pt x="47519" y="75070"/>
                    <a:pt x="47801" y="75455"/>
                  </a:cubicBezTo>
                  <a:cubicBezTo>
                    <a:pt x="48160" y="75993"/>
                    <a:pt x="48519" y="76506"/>
                    <a:pt x="48929" y="76992"/>
                  </a:cubicBezTo>
                  <a:cubicBezTo>
                    <a:pt x="51825" y="80478"/>
                    <a:pt x="53491" y="84400"/>
                    <a:pt x="54439" y="88526"/>
                  </a:cubicBezTo>
                  <a:cubicBezTo>
                    <a:pt x="55157" y="91781"/>
                    <a:pt x="55695" y="95087"/>
                    <a:pt x="56079" y="98394"/>
                  </a:cubicBezTo>
                  <a:cubicBezTo>
                    <a:pt x="56438" y="101546"/>
                    <a:pt x="56720" y="104698"/>
                    <a:pt x="56925" y="107851"/>
                  </a:cubicBezTo>
                  <a:cubicBezTo>
                    <a:pt x="57182" y="111465"/>
                    <a:pt x="57182" y="115053"/>
                    <a:pt x="57207" y="118667"/>
                  </a:cubicBezTo>
                  <a:cubicBezTo>
                    <a:pt x="57207" y="120384"/>
                    <a:pt x="57258" y="122101"/>
                    <a:pt x="57335" y="123818"/>
                  </a:cubicBezTo>
                  <a:cubicBezTo>
                    <a:pt x="57438" y="127330"/>
                    <a:pt x="57258" y="130841"/>
                    <a:pt x="56797" y="134327"/>
                  </a:cubicBezTo>
                  <a:cubicBezTo>
                    <a:pt x="56541" y="136249"/>
                    <a:pt x="56438" y="138197"/>
                    <a:pt x="56490" y="140145"/>
                  </a:cubicBezTo>
                  <a:cubicBezTo>
                    <a:pt x="56541" y="141657"/>
                    <a:pt x="56771" y="143169"/>
                    <a:pt x="57233" y="144604"/>
                  </a:cubicBezTo>
                  <a:cubicBezTo>
                    <a:pt x="58130" y="147398"/>
                    <a:pt x="59898" y="149782"/>
                    <a:pt x="62487" y="151730"/>
                  </a:cubicBezTo>
                  <a:cubicBezTo>
                    <a:pt x="65563" y="154062"/>
                    <a:pt x="69202" y="155574"/>
                    <a:pt x="73252" y="156369"/>
                  </a:cubicBezTo>
                  <a:cubicBezTo>
                    <a:pt x="75892" y="156856"/>
                    <a:pt x="78557" y="157189"/>
                    <a:pt x="81248" y="157342"/>
                  </a:cubicBezTo>
                  <a:cubicBezTo>
                    <a:pt x="84426" y="157573"/>
                    <a:pt x="87604" y="157778"/>
                    <a:pt x="90757" y="158214"/>
                  </a:cubicBezTo>
                  <a:cubicBezTo>
                    <a:pt x="95088" y="158803"/>
                    <a:pt x="99369" y="159829"/>
                    <a:pt x="103521" y="161238"/>
                  </a:cubicBezTo>
                  <a:cubicBezTo>
                    <a:pt x="106494" y="162238"/>
                    <a:pt x="109441" y="163340"/>
                    <a:pt x="112389" y="164416"/>
                  </a:cubicBezTo>
                  <a:cubicBezTo>
                    <a:pt x="115669" y="165621"/>
                    <a:pt x="118976" y="166800"/>
                    <a:pt x="122410" y="167748"/>
                  </a:cubicBezTo>
                  <a:cubicBezTo>
                    <a:pt x="125460" y="168594"/>
                    <a:pt x="128587" y="169107"/>
                    <a:pt x="131740" y="169286"/>
                  </a:cubicBezTo>
                  <a:cubicBezTo>
                    <a:pt x="134918" y="169414"/>
                    <a:pt x="138121" y="169158"/>
                    <a:pt x="141223" y="168492"/>
                  </a:cubicBezTo>
                  <a:cubicBezTo>
                    <a:pt x="142760" y="168184"/>
                    <a:pt x="144273" y="167748"/>
                    <a:pt x="145785" y="167364"/>
                  </a:cubicBezTo>
                  <a:cubicBezTo>
                    <a:pt x="146144" y="167287"/>
                    <a:pt x="146528" y="167184"/>
                    <a:pt x="146887" y="167108"/>
                  </a:cubicBezTo>
                  <a:lnTo>
                    <a:pt x="146887" y="175950"/>
                  </a:ln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29" name="Google Shape;372;p15"/>
            <p:cNvSpPr/>
            <p:nvPr/>
          </p:nvSpPr>
          <p:spPr>
            <a:xfrm flipH="1">
              <a:off x="6785280" y="3044160"/>
              <a:ext cx="2357280" cy="2098440"/>
            </a:xfrm>
            <a:custGeom>
              <a:avLst/>
              <a:gdLst>
                <a:gd name="textAreaLeft" fmla="*/ 360 w 2357280"/>
                <a:gd name="textAreaRight" fmla="*/ 2358000 w 2357280"/>
                <a:gd name="textAreaTop" fmla="*/ 0 h 2098440"/>
                <a:gd name="textAreaBottom" fmla="*/ 2098800 h 2098440"/>
              </a:gdLst>
              <a:ahLst/>
              <a:cxnLst/>
              <a:rect l="textAreaLeft" t="textAreaTop" r="textAreaRight" b="textAreaBottom"/>
              <a:pathLst>
                <a:path w="73405" h="71791">
                  <a:moveTo>
                    <a:pt x="15327" y="20582"/>
                  </a:moveTo>
                  <a:cubicBezTo>
                    <a:pt x="18941" y="17865"/>
                    <a:pt x="22580" y="15148"/>
                    <a:pt x="26220" y="12457"/>
                  </a:cubicBezTo>
                  <a:cubicBezTo>
                    <a:pt x="28629" y="10688"/>
                    <a:pt x="31141" y="8997"/>
                    <a:pt x="33755" y="7433"/>
                  </a:cubicBezTo>
                  <a:cubicBezTo>
                    <a:pt x="37907" y="4896"/>
                    <a:pt x="42392" y="2922"/>
                    <a:pt x="47057" y="1590"/>
                  </a:cubicBezTo>
                  <a:cubicBezTo>
                    <a:pt x="50645" y="539"/>
                    <a:pt x="54361" y="1"/>
                    <a:pt x="58103" y="1"/>
                  </a:cubicBezTo>
                  <a:cubicBezTo>
                    <a:pt x="59898" y="1"/>
                    <a:pt x="61640" y="257"/>
                    <a:pt x="63358" y="744"/>
                  </a:cubicBezTo>
                  <a:cubicBezTo>
                    <a:pt x="66408" y="1615"/>
                    <a:pt x="68689" y="3230"/>
                    <a:pt x="70201" y="5562"/>
                  </a:cubicBezTo>
                  <a:cubicBezTo>
                    <a:pt x="71277" y="7305"/>
                    <a:pt x="72021" y="9253"/>
                    <a:pt x="72405" y="11278"/>
                  </a:cubicBezTo>
                  <a:cubicBezTo>
                    <a:pt x="72995" y="14148"/>
                    <a:pt x="73276" y="17096"/>
                    <a:pt x="73302" y="20069"/>
                  </a:cubicBezTo>
                  <a:cubicBezTo>
                    <a:pt x="73405" y="24862"/>
                    <a:pt x="73276" y="29629"/>
                    <a:pt x="72918" y="34422"/>
                  </a:cubicBezTo>
                  <a:cubicBezTo>
                    <a:pt x="72764" y="36780"/>
                    <a:pt x="72610" y="39112"/>
                    <a:pt x="72405" y="41470"/>
                  </a:cubicBezTo>
                  <a:cubicBezTo>
                    <a:pt x="71867" y="47032"/>
                    <a:pt x="71124" y="52542"/>
                    <a:pt x="69688" y="58027"/>
                  </a:cubicBezTo>
                  <a:cubicBezTo>
                    <a:pt x="68561" y="62102"/>
                    <a:pt x="67074" y="66100"/>
                    <a:pt x="65254" y="69945"/>
                  </a:cubicBezTo>
                  <a:cubicBezTo>
                    <a:pt x="64972" y="70560"/>
                    <a:pt x="64716" y="71175"/>
                    <a:pt x="64434" y="71790"/>
                  </a:cubicBezTo>
                  <a:lnTo>
                    <a:pt x="50107" y="71790"/>
                  </a:lnTo>
                  <a:lnTo>
                    <a:pt x="52029" y="66100"/>
                  </a:lnTo>
                  <a:cubicBezTo>
                    <a:pt x="53541" y="61589"/>
                    <a:pt x="54977" y="57053"/>
                    <a:pt x="56104" y="52440"/>
                  </a:cubicBezTo>
                  <a:cubicBezTo>
                    <a:pt x="57155" y="48390"/>
                    <a:pt x="57847" y="44264"/>
                    <a:pt x="58206" y="40086"/>
                  </a:cubicBezTo>
                  <a:cubicBezTo>
                    <a:pt x="58488" y="37190"/>
                    <a:pt x="58411" y="34268"/>
                    <a:pt x="58027" y="31372"/>
                  </a:cubicBezTo>
                  <a:cubicBezTo>
                    <a:pt x="57822" y="29578"/>
                    <a:pt x="57309" y="27835"/>
                    <a:pt x="56514" y="26194"/>
                  </a:cubicBezTo>
                  <a:cubicBezTo>
                    <a:pt x="56130" y="25426"/>
                    <a:pt x="55669" y="24708"/>
                    <a:pt x="55105" y="24042"/>
                  </a:cubicBezTo>
                  <a:cubicBezTo>
                    <a:pt x="53721" y="22478"/>
                    <a:pt x="51850" y="21555"/>
                    <a:pt x="49543" y="21222"/>
                  </a:cubicBezTo>
                  <a:cubicBezTo>
                    <a:pt x="47467" y="20992"/>
                    <a:pt x="45365" y="21094"/>
                    <a:pt x="43341" y="21530"/>
                  </a:cubicBezTo>
                  <a:cubicBezTo>
                    <a:pt x="40803" y="22017"/>
                    <a:pt x="38317" y="22709"/>
                    <a:pt x="35908" y="23580"/>
                  </a:cubicBezTo>
                  <a:cubicBezTo>
                    <a:pt x="31371" y="25169"/>
                    <a:pt x="27014" y="27092"/>
                    <a:pt x="22708" y="29039"/>
                  </a:cubicBezTo>
                  <a:cubicBezTo>
                    <a:pt x="15352" y="32397"/>
                    <a:pt x="8202" y="36216"/>
                    <a:pt x="1333" y="40445"/>
                  </a:cubicBezTo>
                  <a:cubicBezTo>
                    <a:pt x="897" y="40701"/>
                    <a:pt x="436" y="40906"/>
                    <a:pt x="0" y="41137"/>
                  </a:cubicBezTo>
                  <a:lnTo>
                    <a:pt x="0" y="31013"/>
                  </a:lnTo>
                  <a:cubicBezTo>
                    <a:pt x="538" y="30987"/>
                    <a:pt x="871" y="30654"/>
                    <a:pt x="1256" y="30423"/>
                  </a:cubicBezTo>
                  <a:cubicBezTo>
                    <a:pt x="6126" y="27322"/>
                    <a:pt x="10790" y="24016"/>
                    <a:pt x="15327" y="20582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30" name="Google Shape;373;p15"/>
            <p:cNvSpPr/>
            <p:nvPr/>
          </p:nvSpPr>
          <p:spPr>
            <a:xfrm flipH="1">
              <a:off x="3612600" y="699120"/>
              <a:ext cx="5529240" cy="4444200"/>
            </a:xfrm>
            <a:custGeom>
              <a:avLst/>
              <a:gdLst>
                <a:gd name="textAreaLeft" fmla="*/ -360 w 5529240"/>
                <a:gd name="textAreaRight" fmla="*/ 5529240 w 5529240"/>
                <a:gd name="textAreaTop" fmla="*/ 0 h 4444200"/>
                <a:gd name="textAreaBottom" fmla="*/ 4444560 h 4444200"/>
              </a:gdLst>
              <a:ahLst/>
              <a:cxnLst/>
              <a:rect l="textAreaLeft" t="textAreaTop" r="textAreaRight" b="textAreaBottom"/>
              <a:pathLst>
                <a:path w="172158" h="152038">
                  <a:moveTo>
                    <a:pt x="21427" y="15661"/>
                  </a:moveTo>
                  <a:cubicBezTo>
                    <a:pt x="24938" y="18070"/>
                    <a:pt x="28424" y="20479"/>
                    <a:pt x="31961" y="22837"/>
                  </a:cubicBezTo>
                  <a:cubicBezTo>
                    <a:pt x="35959" y="25580"/>
                    <a:pt x="40162" y="27989"/>
                    <a:pt x="44545" y="30090"/>
                  </a:cubicBezTo>
                  <a:cubicBezTo>
                    <a:pt x="48928" y="32218"/>
                    <a:pt x="53593" y="33807"/>
                    <a:pt x="58360" y="34806"/>
                  </a:cubicBezTo>
                  <a:cubicBezTo>
                    <a:pt x="61564" y="35447"/>
                    <a:pt x="64767" y="35806"/>
                    <a:pt x="68074" y="35524"/>
                  </a:cubicBezTo>
                  <a:cubicBezTo>
                    <a:pt x="71072" y="35268"/>
                    <a:pt x="73994" y="34396"/>
                    <a:pt x="76660" y="32961"/>
                  </a:cubicBezTo>
                  <a:cubicBezTo>
                    <a:pt x="78274" y="32038"/>
                    <a:pt x="79761" y="30911"/>
                    <a:pt x="81119" y="29629"/>
                  </a:cubicBezTo>
                  <a:cubicBezTo>
                    <a:pt x="82606" y="28194"/>
                    <a:pt x="83964" y="26656"/>
                    <a:pt x="85143" y="24964"/>
                  </a:cubicBezTo>
                  <a:cubicBezTo>
                    <a:pt x="86399" y="23196"/>
                    <a:pt x="87629" y="21376"/>
                    <a:pt x="88757" y="19531"/>
                  </a:cubicBezTo>
                  <a:cubicBezTo>
                    <a:pt x="90090" y="17378"/>
                    <a:pt x="91320" y="15199"/>
                    <a:pt x="92627" y="13046"/>
                  </a:cubicBezTo>
                  <a:cubicBezTo>
                    <a:pt x="94062" y="10612"/>
                    <a:pt x="95728" y="8382"/>
                    <a:pt x="97651" y="6331"/>
                  </a:cubicBezTo>
                  <a:cubicBezTo>
                    <a:pt x="98983" y="4947"/>
                    <a:pt x="100444" y="3743"/>
                    <a:pt x="102033" y="2692"/>
                  </a:cubicBezTo>
                  <a:cubicBezTo>
                    <a:pt x="103366" y="1795"/>
                    <a:pt x="104827" y="1077"/>
                    <a:pt x="106365" y="616"/>
                  </a:cubicBezTo>
                  <a:cubicBezTo>
                    <a:pt x="107749" y="180"/>
                    <a:pt x="109159" y="1"/>
                    <a:pt x="110620" y="52"/>
                  </a:cubicBezTo>
                  <a:cubicBezTo>
                    <a:pt x="112619" y="129"/>
                    <a:pt x="114567" y="744"/>
                    <a:pt x="116233" y="1872"/>
                  </a:cubicBezTo>
                  <a:cubicBezTo>
                    <a:pt x="117437" y="2666"/>
                    <a:pt x="118514" y="3666"/>
                    <a:pt x="119436" y="4768"/>
                  </a:cubicBezTo>
                  <a:cubicBezTo>
                    <a:pt x="120538" y="6101"/>
                    <a:pt x="121487" y="7536"/>
                    <a:pt x="122281" y="9048"/>
                  </a:cubicBezTo>
                  <a:cubicBezTo>
                    <a:pt x="123358" y="11073"/>
                    <a:pt x="124280" y="13175"/>
                    <a:pt x="125024" y="15328"/>
                  </a:cubicBezTo>
                  <a:cubicBezTo>
                    <a:pt x="127228" y="21222"/>
                    <a:pt x="128817" y="27245"/>
                    <a:pt x="130252" y="33320"/>
                  </a:cubicBezTo>
                  <a:cubicBezTo>
                    <a:pt x="131713" y="39445"/>
                    <a:pt x="132995" y="45622"/>
                    <a:pt x="133994" y="51825"/>
                  </a:cubicBezTo>
                  <a:cubicBezTo>
                    <a:pt x="134609" y="55720"/>
                    <a:pt x="135096" y="59616"/>
                    <a:pt x="135481" y="63512"/>
                  </a:cubicBezTo>
                  <a:cubicBezTo>
                    <a:pt x="135788" y="66716"/>
                    <a:pt x="136070" y="69945"/>
                    <a:pt x="136429" y="73149"/>
                  </a:cubicBezTo>
                  <a:cubicBezTo>
                    <a:pt x="136737" y="75789"/>
                    <a:pt x="137326" y="78403"/>
                    <a:pt x="138198" y="80889"/>
                  </a:cubicBezTo>
                  <a:cubicBezTo>
                    <a:pt x="139658" y="85195"/>
                    <a:pt x="142196" y="89065"/>
                    <a:pt x="145553" y="92141"/>
                  </a:cubicBezTo>
                  <a:cubicBezTo>
                    <a:pt x="146117" y="92653"/>
                    <a:pt x="146707" y="93217"/>
                    <a:pt x="147245" y="93781"/>
                  </a:cubicBezTo>
                  <a:cubicBezTo>
                    <a:pt x="147834" y="94422"/>
                    <a:pt x="148450" y="95062"/>
                    <a:pt x="148988" y="95729"/>
                  </a:cubicBezTo>
                  <a:cubicBezTo>
                    <a:pt x="151166" y="98446"/>
                    <a:pt x="151935" y="101419"/>
                    <a:pt x="151269" y="104622"/>
                  </a:cubicBezTo>
                  <a:cubicBezTo>
                    <a:pt x="151038" y="105724"/>
                    <a:pt x="150705" y="106827"/>
                    <a:pt x="150423" y="107929"/>
                  </a:cubicBezTo>
                  <a:cubicBezTo>
                    <a:pt x="149962" y="109518"/>
                    <a:pt x="149449" y="111132"/>
                    <a:pt x="149065" y="112773"/>
                  </a:cubicBezTo>
                  <a:cubicBezTo>
                    <a:pt x="148398" y="115515"/>
                    <a:pt x="148347" y="118386"/>
                    <a:pt x="148885" y="121179"/>
                  </a:cubicBezTo>
                  <a:cubicBezTo>
                    <a:pt x="149449" y="123999"/>
                    <a:pt x="150423" y="126715"/>
                    <a:pt x="151781" y="129253"/>
                  </a:cubicBezTo>
                  <a:cubicBezTo>
                    <a:pt x="153858" y="133225"/>
                    <a:pt x="156600" y="136865"/>
                    <a:pt x="159701" y="140325"/>
                  </a:cubicBezTo>
                  <a:cubicBezTo>
                    <a:pt x="163264" y="144221"/>
                    <a:pt x="167134" y="147860"/>
                    <a:pt x="171235" y="151218"/>
                  </a:cubicBezTo>
                  <a:cubicBezTo>
                    <a:pt x="171568" y="151474"/>
                    <a:pt x="171850" y="151756"/>
                    <a:pt x="172157" y="152038"/>
                  </a:cubicBezTo>
                  <a:lnTo>
                    <a:pt x="166006" y="152038"/>
                  </a:lnTo>
                  <a:cubicBezTo>
                    <a:pt x="165724" y="151782"/>
                    <a:pt x="165494" y="151500"/>
                    <a:pt x="165212" y="151243"/>
                  </a:cubicBezTo>
                  <a:cubicBezTo>
                    <a:pt x="161111" y="147732"/>
                    <a:pt x="157292" y="143913"/>
                    <a:pt x="153781" y="139812"/>
                  </a:cubicBezTo>
                  <a:cubicBezTo>
                    <a:pt x="151038" y="136609"/>
                    <a:pt x="148706" y="133123"/>
                    <a:pt x="146784" y="129381"/>
                  </a:cubicBezTo>
                  <a:cubicBezTo>
                    <a:pt x="145092" y="126049"/>
                    <a:pt x="143990" y="122461"/>
                    <a:pt x="143529" y="118744"/>
                  </a:cubicBezTo>
                  <a:cubicBezTo>
                    <a:pt x="143195" y="115900"/>
                    <a:pt x="143324" y="113055"/>
                    <a:pt x="143580" y="110210"/>
                  </a:cubicBezTo>
                  <a:cubicBezTo>
                    <a:pt x="143708" y="108723"/>
                    <a:pt x="143836" y="107211"/>
                    <a:pt x="143862" y="105724"/>
                  </a:cubicBezTo>
                  <a:cubicBezTo>
                    <a:pt x="143939" y="102956"/>
                    <a:pt x="142939" y="100265"/>
                    <a:pt x="141119" y="98189"/>
                  </a:cubicBezTo>
                  <a:cubicBezTo>
                    <a:pt x="140786" y="97805"/>
                    <a:pt x="140479" y="97420"/>
                    <a:pt x="140145" y="97036"/>
                  </a:cubicBezTo>
                  <a:cubicBezTo>
                    <a:pt x="139530" y="96344"/>
                    <a:pt x="138941" y="95678"/>
                    <a:pt x="138351" y="94986"/>
                  </a:cubicBezTo>
                  <a:cubicBezTo>
                    <a:pt x="136660" y="93038"/>
                    <a:pt x="135327" y="90833"/>
                    <a:pt x="134327" y="88475"/>
                  </a:cubicBezTo>
                  <a:cubicBezTo>
                    <a:pt x="133123" y="85477"/>
                    <a:pt x="132277" y="82324"/>
                    <a:pt x="131867" y="79121"/>
                  </a:cubicBezTo>
                  <a:cubicBezTo>
                    <a:pt x="131508" y="76506"/>
                    <a:pt x="131303" y="73866"/>
                    <a:pt x="131252" y="71252"/>
                  </a:cubicBezTo>
                  <a:cubicBezTo>
                    <a:pt x="131098" y="67126"/>
                    <a:pt x="130919" y="63025"/>
                    <a:pt x="130483" y="58950"/>
                  </a:cubicBezTo>
                  <a:cubicBezTo>
                    <a:pt x="130278" y="56797"/>
                    <a:pt x="130047" y="54644"/>
                    <a:pt x="129714" y="52491"/>
                  </a:cubicBezTo>
                  <a:cubicBezTo>
                    <a:pt x="129201" y="49364"/>
                    <a:pt x="128637" y="46237"/>
                    <a:pt x="128022" y="43110"/>
                  </a:cubicBezTo>
                  <a:cubicBezTo>
                    <a:pt x="126843" y="37190"/>
                    <a:pt x="125306" y="31321"/>
                    <a:pt x="123435" y="25580"/>
                  </a:cubicBezTo>
                  <a:cubicBezTo>
                    <a:pt x="122409" y="22350"/>
                    <a:pt x="121102" y="19198"/>
                    <a:pt x="119590" y="16148"/>
                  </a:cubicBezTo>
                  <a:cubicBezTo>
                    <a:pt x="118744" y="14507"/>
                    <a:pt x="117745" y="12944"/>
                    <a:pt x="116591" y="11534"/>
                  </a:cubicBezTo>
                  <a:cubicBezTo>
                    <a:pt x="115720" y="10483"/>
                    <a:pt x="114746" y="9561"/>
                    <a:pt x="113618" y="8817"/>
                  </a:cubicBezTo>
                  <a:cubicBezTo>
                    <a:pt x="112516" y="8074"/>
                    <a:pt x="111312" y="7536"/>
                    <a:pt x="110004" y="7280"/>
                  </a:cubicBezTo>
                  <a:cubicBezTo>
                    <a:pt x="108108" y="6895"/>
                    <a:pt x="106134" y="7075"/>
                    <a:pt x="104340" y="7741"/>
                  </a:cubicBezTo>
                  <a:cubicBezTo>
                    <a:pt x="102905" y="8279"/>
                    <a:pt x="101572" y="8997"/>
                    <a:pt x="100342" y="9894"/>
                  </a:cubicBezTo>
                  <a:cubicBezTo>
                    <a:pt x="99060" y="10842"/>
                    <a:pt x="97881" y="11893"/>
                    <a:pt x="96831" y="13072"/>
                  </a:cubicBezTo>
                  <a:cubicBezTo>
                    <a:pt x="95472" y="14559"/>
                    <a:pt x="94242" y="16148"/>
                    <a:pt x="93114" y="17814"/>
                  </a:cubicBezTo>
                  <a:cubicBezTo>
                    <a:pt x="91781" y="19736"/>
                    <a:pt x="90449" y="21684"/>
                    <a:pt x="89116" y="23606"/>
                  </a:cubicBezTo>
                  <a:cubicBezTo>
                    <a:pt x="87578" y="25810"/>
                    <a:pt x="85861" y="27886"/>
                    <a:pt x="84015" y="29834"/>
                  </a:cubicBezTo>
                  <a:cubicBezTo>
                    <a:pt x="82657" y="31269"/>
                    <a:pt x="81145" y="32551"/>
                    <a:pt x="79505" y="33679"/>
                  </a:cubicBezTo>
                  <a:cubicBezTo>
                    <a:pt x="75916" y="36088"/>
                    <a:pt x="71764" y="37292"/>
                    <a:pt x="67125" y="37395"/>
                  </a:cubicBezTo>
                  <a:cubicBezTo>
                    <a:pt x="63665" y="37421"/>
                    <a:pt x="60179" y="36985"/>
                    <a:pt x="56822" y="36139"/>
                  </a:cubicBezTo>
                  <a:cubicBezTo>
                    <a:pt x="51260" y="34781"/>
                    <a:pt x="45878" y="32756"/>
                    <a:pt x="40803" y="30142"/>
                  </a:cubicBezTo>
                  <a:cubicBezTo>
                    <a:pt x="36907" y="28117"/>
                    <a:pt x="33140" y="25887"/>
                    <a:pt x="29500" y="23478"/>
                  </a:cubicBezTo>
                  <a:cubicBezTo>
                    <a:pt x="26015" y="21171"/>
                    <a:pt x="22554" y="18813"/>
                    <a:pt x="19043" y="16532"/>
                  </a:cubicBezTo>
                  <a:cubicBezTo>
                    <a:pt x="13302" y="12765"/>
                    <a:pt x="7381" y="9304"/>
                    <a:pt x="1307" y="6152"/>
                  </a:cubicBezTo>
                  <a:cubicBezTo>
                    <a:pt x="897" y="5947"/>
                    <a:pt x="436" y="5793"/>
                    <a:pt x="0" y="5588"/>
                  </a:cubicBezTo>
                  <a:lnTo>
                    <a:pt x="0" y="2974"/>
                  </a:lnTo>
                  <a:cubicBezTo>
                    <a:pt x="436" y="3153"/>
                    <a:pt x="897" y="3333"/>
                    <a:pt x="1307" y="3538"/>
                  </a:cubicBezTo>
                  <a:cubicBezTo>
                    <a:pt x="8227" y="7203"/>
                    <a:pt x="14942" y="11252"/>
                    <a:pt x="21427" y="15661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31" name="Google Shape;374;p15"/>
            <p:cNvSpPr/>
            <p:nvPr/>
          </p:nvSpPr>
          <p:spPr>
            <a:xfrm flipH="1">
              <a:off x="-720" y="362520"/>
              <a:ext cx="1572120" cy="3028680"/>
            </a:xfrm>
            <a:custGeom>
              <a:avLst/>
              <a:gdLst>
                <a:gd name="textAreaLeft" fmla="*/ -360 w 1572120"/>
                <a:gd name="textAreaRight" fmla="*/ 1572120 w 1572120"/>
                <a:gd name="textAreaTop" fmla="*/ 0 h 3028680"/>
                <a:gd name="textAreaBottom" fmla="*/ 3029040 h 3028680"/>
              </a:gdLst>
              <a:ahLst/>
              <a:cxnLst/>
              <a:rect l="textAreaLeft" t="textAreaTop" r="textAreaRight" b="textAreaBottom"/>
              <a:pathLst>
                <a:path w="48954" h="103623">
                  <a:moveTo>
                    <a:pt x="30962" y="101188"/>
                  </a:moveTo>
                  <a:cubicBezTo>
                    <a:pt x="28040" y="100265"/>
                    <a:pt x="25220" y="99035"/>
                    <a:pt x="22529" y="97523"/>
                  </a:cubicBezTo>
                  <a:cubicBezTo>
                    <a:pt x="18223" y="95114"/>
                    <a:pt x="14302" y="92064"/>
                    <a:pt x="10944" y="88450"/>
                  </a:cubicBezTo>
                  <a:cubicBezTo>
                    <a:pt x="6049" y="83196"/>
                    <a:pt x="2794" y="77327"/>
                    <a:pt x="1179" y="70817"/>
                  </a:cubicBezTo>
                  <a:cubicBezTo>
                    <a:pt x="0" y="66024"/>
                    <a:pt x="180" y="61205"/>
                    <a:pt x="1282" y="56438"/>
                  </a:cubicBezTo>
                  <a:cubicBezTo>
                    <a:pt x="1846" y="54055"/>
                    <a:pt x="2538" y="51671"/>
                    <a:pt x="3230" y="49287"/>
                  </a:cubicBezTo>
                  <a:cubicBezTo>
                    <a:pt x="4434" y="45135"/>
                    <a:pt x="6075" y="41137"/>
                    <a:pt x="8125" y="37318"/>
                  </a:cubicBezTo>
                  <a:cubicBezTo>
                    <a:pt x="11073" y="31833"/>
                    <a:pt x="14968" y="26861"/>
                    <a:pt x="19479" y="22196"/>
                  </a:cubicBezTo>
                  <a:cubicBezTo>
                    <a:pt x="24631" y="16917"/>
                    <a:pt x="30141" y="12021"/>
                    <a:pt x="35985" y="7562"/>
                  </a:cubicBezTo>
                  <a:cubicBezTo>
                    <a:pt x="39958" y="4486"/>
                    <a:pt x="44315" y="1949"/>
                    <a:pt x="48954" y="1"/>
                  </a:cubicBezTo>
                  <a:lnTo>
                    <a:pt x="48954" y="3948"/>
                  </a:lnTo>
                  <a:cubicBezTo>
                    <a:pt x="48749" y="4025"/>
                    <a:pt x="48544" y="4076"/>
                    <a:pt x="48339" y="4179"/>
                  </a:cubicBezTo>
                  <a:cubicBezTo>
                    <a:pt x="45853" y="5383"/>
                    <a:pt x="43495" y="6793"/>
                    <a:pt x="41239" y="8433"/>
                  </a:cubicBezTo>
                  <a:cubicBezTo>
                    <a:pt x="33986" y="13687"/>
                    <a:pt x="27348" y="19428"/>
                    <a:pt x="21581" y="25836"/>
                  </a:cubicBezTo>
                  <a:cubicBezTo>
                    <a:pt x="17275" y="30654"/>
                    <a:pt x="13841" y="35883"/>
                    <a:pt x="11534" y="41573"/>
                  </a:cubicBezTo>
                  <a:cubicBezTo>
                    <a:pt x="10355" y="44443"/>
                    <a:pt x="9458" y="47442"/>
                    <a:pt x="8920" y="50492"/>
                  </a:cubicBezTo>
                  <a:cubicBezTo>
                    <a:pt x="8535" y="52645"/>
                    <a:pt x="8151" y="54772"/>
                    <a:pt x="7920" y="56925"/>
                  </a:cubicBezTo>
                  <a:cubicBezTo>
                    <a:pt x="7074" y="64614"/>
                    <a:pt x="9612" y="71432"/>
                    <a:pt x="15763" y="77275"/>
                  </a:cubicBezTo>
                  <a:cubicBezTo>
                    <a:pt x="19838" y="81145"/>
                    <a:pt x="24708" y="84119"/>
                    <a:pt x="30039" y="85964"/>
                  </a:cubicBezTo>
                  <a:cubicBezTo>
                    <a:pt x="34165" y="87399"/>
                    <a:pt x="38522" y="88091"/>
                    <a:pt x="42905" y="87989"/>
                  </a:cubicBezTo>
                  <a:cubicBezTo>
                    <a:pt x="44930" y="87963"/>
                    <a:pt x="46980" y="87707"/>
                    <a:pt x="48954" y="87194"/>
                  </a:cubicBezTo>
                  <a:lnTo>
                    <a:pt x="48954" y="102623"/>
                  </a:lnTo>
                  <a:cubicBezTo>
                    <a:pt x="48851" y="102623"/>
                    <a:pt x="48723" y="102623"/>
                    <a:pt x="48621" y="102649"/>
                  </a:cubicBezTo>
                  <a:cubicBezTo>
                    <a:pt x="42546" y="103623"/>
                    <a:pt x="36677" y="103008"/>
                    <a:pt x="30962" y="10118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32" name="Google Shape;375;p15"/>
            <p:cNvSpPr/>
            <p:nvPr/>
          </p:nvSpPr>
          <p:spPr>
            <a:xfrm flipH="1">
              <a:off x="0" y="0"/>
              <a:ext cx="4073760" cy="4843440"/>
            </a:xfrm>
            <a:custGeom>
              <a:avLst/>
              <a:gdLst>
                <a:gd name="textAreaLeft" fmla="*/ 360 w 4073760"/>
                <a:gd name="textAreaRight" fmla="*/ 4074480 w 4073760"/>
                <a:gd name="textAreaTop" fmla="*/ 0 h 4843440"/>
                <a:gd name="textAreaBottom" fmla="*/ 4843800 h 4843440"/>
              </a:gdLst>
              <a:ahLst/>
              <a:cxnLst/>
              <a:rect l="textAreaLeft" t="textAreaTop" r="textAreaRight" b="textAreaBottom"/>
              <a:pathLst>
                <a:path w="126844" h="165698">
                  <a:moveTo>
                    <a:pt x="114055" y="165595"/>
                  </a:moveTo>
                  <a:cubicBezTo>
                    <a:pt x="110184" y="165698"/>
                    <a:pt x="106340" y="165288"/>
                    <a:pt x="102598" y="164365"/>
                  </a:cubicBezTo>
                  <a:cubicBezTo>
                    <a:pt x="99573" y="163571"/>
                    <a:pt x="96600" y="162648"/>
                    <a:pt x="93679" y="161546"/>
                  </a:cubicBezTo>
                  <a:cubicBezTo>
                    <a:pt x="90321" y="160316"/>
                    <a:pt x="86963" y="159034"/>
                    <a:pt x="83580" y="157829"/>
                  </a:cubicBezTo>
                  <a:cubicBezTo>
                    <a:pt x="78019" y="155830"/>
                    <a:pt x="72252" y="154446"/>
                    <a:pt x="66383" y="153703"/>
                  </a:cubicBezTo>
                  <a:cubicBezTo>
                    <a:pt x="63640" y="153344"/>
                    <a:pt x="60898" y="153011"/>
                    <a:pt x="58181" y="152627"/>
                  </a:cubicBezTo>
                  <a:cubicBezTo>
                    <a:pt x="56054" y="152345"/>
                    <a:pt x="53978" y="151858"/>
                    <a:pt x="51953" y="151140"/>
                  </a:cubicBezTo>
                  <a:cubicBezTo>
                    <a:pt x="46904" y="149269"/>
                    <a:pt x="43597" y="146142"/>
                    <a:pt x="42085" y="141734"/>
                  </a:cubicBezTo>
                  <a:cubicBezTo>
                    <a:pt x="41624" y="140401"/>
                    <a:pt x="41342" y="138991"/>
                    <a:pt x="41214" y="137582"/>
                  </a:cubicBezTo>
                  <a:cubicBezTo>
                    <a:pt x="40983" y="135506"/>
                    <a:pt x="41034" y="133455"/>
                    <a:pt x="41009" y="131379"/>
                  </a:cubicBezTo>
                  <a:cubicBezTo>
                    <a:pt x="40983" y="129508"/>
                    <a:pt x="40932" y="127612"/>
                    <a:pt x="40829" y="125741"/>
                  </a:cubicBezTo>
                  <a:cubicBezTo>
                    <a:pt x="40676" y="122460"/>
                    <a:pt x="40470" y="119179"/>
                    <a:pt x="40317" y="115899"/>
                  </a:cubicBezTo>
                  <a:cubicBezTo>
                    <a:pt x="40137" y="112362"/>
                    <a:pt x="40009" y="108825"/>
                    <a:pt x="39778" y="105288"/>
                  </a:cubicBezTo>
                  <a:cubicBezTo>
                    <a:pt x="39573" y="102033"/>
                    <a:pt x="39266" y="98778"/>
                    <a:pt x="38984" y="95523"/>
                  </a:cubicBezTo>
                  <a:cubicBezTo>
                    <a:pt x="38651" y="91499"/>
                    <a:pt x="38241" y="87475"/>
                    <a:pt x="37600" y="83477"/>
                  </a:cubicBezTo>
                  <a:cubicBezTo>
                    <a:pt x="37087" y="80017"/>
                    <a:pt x="36062" y="76634"/>
                    <a:pt x="34499" y="73507"/>
                  </a:cubicBezTo>
                  <a:cubicBezTo>
                    <a:pt x="34063" y="72635"/>
                    <a:pt x="33678" y="71738"/>
                    <a:pt x="33320" y="70841"/>
                  </a:cubicBezTo>
                  <a:cubicBezTo>
                    <a:pt x="32628" y="69124"/>
                    <a:pt x="32448" y="67202"/>
                    <a:pt x="32833" y="65382"/>
                  </a:cubicBezTo>
                  <a:cubicBezTo>
                    <a:pt x="33063" y="64177"/>
                    <a:pt x="33473" y="63024"/>
                    <a:pt x="34037" y="61973"/>
                  </a:cubicBezTo>
                  <a:cubicBezTo>
                    <a:pt x="34781" y="60589"/>
                    <a:pt x="35575" y="59231"/>
                    <a:pt x="36370" y="57898"/>
                  </a:cubicBezTo>
                  <a:cubicBezTo>
                    <a:pt x="37010" y="56822"/>
                    <a:pt x="37677" y="55771"/>
                    <a:pt x="38292" y="54694"/>
                  </a:cubicBezTo>
                  <a:cubicBezTo>
                    <a:pt x="38830" y="53797"/>
                    <a:pt x="39240" y="52849"/>
                    <a:pt x="39497" y="51849"/>
                  </a:cubicBezTo>
                  <a:cubicBezTo>
                    <a:pt x="39702" y="51183"/>
                    <a:pt x="39753" y="50491"/>
                    <a:pt x="39676" y="49799"/>
                  </a:cubicBezTo>
                  <a:cubicBezTo>
                    <a:pt x="39497" y="48646"/>
                    <a:pt x="38753" y="47851"/>
                    <a:pt x="37446" y="47415"/>
                  </a:cubicBezTo>
                  <a:cubicBezTo>
                    <a:pt x="36652" y="47134"/>
                    <a:pt x="35831" y="47005"/>
                    <a:pt x="34986" y="46980"/>
                  </a:cubicBezTo>
                  <a:cubicBezTo>
                    <a:pt x="33909" y="46929"/>
                    <a:pt x="32807" y="46929"/>
                    <a:pt x="31705" y="46929"/>
                  </a:cubicBezTo>
                  <a:cubicBezTo>
                    <a:pt x="30193" y="46929"/>
                    <a:pt x="28655" y="46954"/>
                    <a:pt x="27143" y="46954"/>
                  </a:cubicBezTo>
                  <a:cubicBezTo>
                    <a:pt x="25092" y="46954"/>
                    <a:pt x="23068" y="46775"/>
                    <a:pt x="21068" y="46416"/>
                  </a:cubicBezTo>
                  <a:cubicBezTo>
                    <a:pt x="15763" y="45442"/>
                    <a:pt x="11457" y="43238"/>
                    <a:pt x="8202" y="39650"/>
                  </a:cubicBezTo>
                  <a:cubicBezTo>
                    <a:pt x="7151" y="38496"/>
                    <a:pt x="6229" y="37215"/>
                    <a:pt x="5460" y="35882"/>
                  </a:cubicBezTo>
                  <a:cubicBezTo>
                    <a:pt x="4178" y="33703"/>
                    <a:pt x="3179" y="31345"/>
                    <a:pt x="2512" y="28911"/>
                  </a:cubicBezTo>
                  <a:cubicBezTo>
                    <a:pt x="1410" y="24810"/>
                    <a:pt x="795" y="20581"/>
                    <a:pt x="693" y="16352"/>
                  </a:cubicBezTo>
                  <a:cubicBezTo>
                    <a:pt x="590" y="12507"/>
                    <a:pt x="539" y="8663"/>
                    <a:pt x="462" y="4793"/>
                  </a:cubicBezTo>
                  <a:cubicBezTo>
                    <a:pt x="462" y="3178"/>
                    <a:pt x="308" y="1589"/>
                    <a:pt x="1" y="0"/>
                  </a:cubicBezTo>
                  <a:lnTo>
                    <a:pt x="2743" y="0"/>
                  </a:lnTo>
                  <a:cubicBezTo>
                    <a:pt x="2794" y="1666"/>
                    <a:pt x="2897" y="3306"/>
                    <a:pt x="2871" y="4972"/>
                  </a:cubicBezTo>
                  <a:cubicBezTo>
                    <a:pt x="2871" y="7638"/>
                    <a:pt x="2769" y="10303"/>
                    <a:pt x="2743" y="12969"/>
                  </a:cubicBezTo>
                  <a:cubicBezTo>
                    <a:pt x="2692" y="16403"/>
                    <a:pt x="2897" y="19863"/>
                    <a:pt x="3384" y="23272"/>
                  </a:cubicBezTo>
                  <a:cubicBezTo>
                    <a:pt x="3768" y="25963"/>
                    <a:pt x="4460" y="28603"/>
                    <a:pt x="5460" y="31140"/>
                  </a:cubicBezTo>
                  <a:cubicBezTo>
                    <a:pt x="6511" y="33832"/>
                    <a:pt x="8048" y="36266"/>
                    <a:pt x="10022" y="38368"/>
                  </a:cubicBezTo>
                  <a:cubicBezTo>
                    <a:pt x="12380" y="40777"/>
                    <a:pt x="15353" y="42520"/>
                    <a:pt x="18634" y="43392"/>
                  </a:cubicBezTo>
                  <a:cubicBezTo>
                    <a:pt x="21632" y="44186"/>
                    <a:pt x="24759" y="44442"/>
                    <a:pt x="27835" y="44084"/>
                  </a:cubicBezTo>
                  <a:cubicBezTo>
                    <a:pt x="29834" y="43879"/>
                    <a:pt x="31807" y="43571"/>
                    <a:pt x="33755" y="43135"/>
                  </a:cubicBezTo>
                  <a:cubicBezTo>
                    <a:pt x="36113" y="42648"/>
                    <a:pt x="38446" y="42110"/>
                    <a:pt x="40804" y="41674"/>
                  </a:cubicBezTo>
                  <a:cubicBezTo>
                    <a:pt x="41880" y="41495"/>
                    <a:pt x="42982" y="41367"/>
                    <a:pt x="44059" y="41290"/>
                  </a:cubicBezTo>
                  <a:cubicBezTo>
                    <a:pt x="44853" y="41239"/>
                    <a:pt x="45648" y="41316"/>
                    <a:pt x="46442" y="41521"/>
                  </a:cubicBezTo>
                  <a:cubicBezTo>
                    <a:pt x="47647" y="41828"/>
                    <a:pt x="48416" y="42520"/>
                    <a:pt x="48723" y="43545"/>
                  </a:cubicBezTo>
                  <a:cubicBezTo>
                    <a:pt x="48877" y="44160"/>
                    <a:pt x="48928" y="44776"/>
                    <a:pt x="48826" y="45416"/>
                  </a:cubicBezTo>
                  <a:cubicBezTo>
                    <a:pt x="48672" y="46518"/>
                    <a:pt x="48365" y="47595"/>
                    <a:pt x="47903" y="48594"/>
                  </a:cubicBezTo>
                  <a:cubicBezTo>
                    <a:pt x="47314" y="49927"/>
                    <a:pt x="46622" y="51209"/>
                    <a:pt x="45827" y="52439"/>
                  </a:cubicBezTo>
                  <a:cubicBezTo>
                    <a:pt x="44725" y="54156"/>
                    <a:pt x="43572" y="55873"/>
                    <a:pt x="42521" y="57591"/>
                  </a:cubicBezTo>
                  <a:cubicBezTo>
                    <a:pt x="41854" y="58667"/>
                    <a:pt x="41239" y="59795"/>
                    <a:pt x="40701" y="60922"/>
                  </a:cubicBezTo>
                  <a:cubicBezTo>
                    <a:pt x="39753" y="62845"/>
                    <a:pt x="39368" y="64972"/>
                    <a:pt x="39548" y="67099"/>
                  </a:cubicBezTo>
                  <a:cubicBezTo>
                    <a:pt x="39650" y="68125"/>
                    <a:pt x="39753" y="69150"/>
                    <a:pt x="39932" y="70175"/>
                  </a:cubicBezTo>
                  <a:cubicBezTo>
                    <a:pt x="40394" y="72892"/>
                    <a:pt x="40727" y="75660"/>
                    <a:pt x="40906" y="78402"/>
                  </a:cubicBezTo>
                  <a:cubicBezTo>
                    <a:pt x="41188" y="82810"/>
                    <a:pt x="41419" y="87219"/>
                    <a:pt x="41675" y="91627"/>
                  </a:cubicBezTo>
                  <a:cubicBezTo>
                    <a:pt x="41829" y="94241"/>
                    <a:pt x="41983" y="96830"/>
                    <a:pt x="42188" y="99419"/>
                  </a:cubicBezTo>
                  <a:cubicBezTo>
                    <a:pt x="42393" y="102007"/>
                    <a:pt x="42598" y="104622"/>
                    <a:pt x="42777" y="107210"/>
                  </a:cubicBezTo>
                  <a:cubicBezTo>
                    <a:pt x="42957" y="110055"/>
                    <a:pt x="43110" y="112900"/>
                    <a:pt x="43315" y="115745"/>
                  </a:cubicBezTo>
                  <a:cubicBezTo>
                    <a:pt x="43392" y="116898"/>
                    <a:pt x="43495" y="118052"/>
                    <a:pt x="43623" y="119205"/>
                  </a:cubicBezTo>
                  <a:cubicBezTo>
                    <a:pt x="43854" y="121384"/>
                    <a:pt x="44110" y="123562"/>
                    <a:pt x="44366" y="125766"/>
                  </a:cubicBezTo>
                  <a:cubicBezTo>
                    <a:pt x="44699" y="128509"/>
                    <a:pt x="44981" y="131251"/>
                    <a:pt x="45340" y="133994"/>
                  </a:cubicBezTo>
                  <a:cubicBezTo>
                    <a:pt x="45545" y="135813"/>
                    <a:pt x="46007" y="137607"/>
                    <a:pt x="46699" y="139299"/>
                  </a:cubicBezTo>
                  <a:cubicBezTo>
                    <a:pt x="48185" y="142836"/>
                    <a:pt x="50953" y="145476"/>
                    <a:pt x="55028" y="147142"/>
                  </a:cubicBezTo>
                  <a:cubicBezTo>
                    <a:pt x="55772" y="147449"/>
                    <a:pt x="56566" y="147706"/>
                    <a:pt x="57335" y="147962"/>
                  </a:cubicBezTo>
                  <a:cubicBezTo>
                    <a:pt x="59129" y="148475"/>
                    <a:pt x="60949" y="148910"/>
                    <a:pt x="62794" y="149243"/>
                  </a:cubicBezTo>
                  <a:cubicBezTo>
                    <a:pt x="65998" y="149884"/>
                    <a:pt x="69202" y="150474"/>
                    <a:pt x="72406" y="151191"/>
                  </a:cubicBezTo>
                  <a:cubicBezTo>
                    <a:pt x="77173" y="152293"/>
                    <a:pt x="81735" y="153857"/>
                    <a:pt x="86246" y="155523"/>
                  </a:cubicBezTo>
                  <a:cubicBezTo>
                    <a:pt x="89655" y="156804"/>
                    <a:pt x="93063" y="158086"/>
                    <a:pt x="96524" y="159290"/>
                  </a:cubicBezTo>
                  <a:cubicBezTo>
                    <a:pt x="100471" y="160674"/>
                    <a:pt x="104546" y="161571"/>
                    <a:pt x="108698" y="161905"/>
                  </a:cubicBezTo>
                  <a:cubicBezTo>
                    <a:pt x="111517" y="162135"/>
                    <a:pt x="114311" y="162084"/>
                    <a:pt x="117104" y="161725"/>
                  </a:cubicBezTo>
                  <a:cubicBezTo>
                    <a:pt x="120026" y="161341"/>
                    <a:pt x="122923" y="160726"/>
                    <a:pt x="125767" y="159880"/>
                  </a:cubicBezTo>
                  <a:cubicBezTo>
                    <a:pt x="126126" y="159752"/>
                    <a:pt x="126485" y="159675"/>
                    <a:pt x="126844" y="159598"/>
                  </a:cubicBezTo>
                  <a:lnTo>
                    <a:pt x="126844" y="163160"/>
                  </a:lnTo>
                  <a:cubicBezTo>
                    <a:pt x="125972" y="163442"/>
                    <a:pt x="125075" y="163750"/>
                    <a:pt x="124178" y="163981"/>
                  </a:cubicBezTo>
                  <a:cubicBezTo>
                    <a:pt x="120872" y="164903"/>
                    <a:pt x="117489" y="165442"/>
                    <a:pt x="114055" y="16559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33" name="Google Shape;376;p15"/>
            <p:cNvSpPr/>
            <p:nvPr/>
          </p:nvSpPr>
          <p:spPr>
            <a:xfrm flipH="1">
              <a:off x="7029000" y="0"/>
              <a:ext cx="2113920" cy="627480"/>
            </a:xfrm>
            <a:custGeom>
              <a:avLst/>
              <a:gdLst>
                <a:gd name="textAreaLeft" fmla="*/ 360 w 2113920"/>
                <a:gd name="textAreaRight" fmla="*/ 2114640 w 2113920"/>
                <a:gd name="textAreaTop" fmla="*/ 0 h 627480"/>
                <a:gd name="textAreaBottom" fmla="*/ 627840 h 627480"/>
              </a:gdLst>
              <a:ahLst/>
              <a:cxnLst/>
              <a:rect l="textAreaLeft" t="textAreaTop" r="textAreaRight" b="textAreaBottom"/>
              <a:pathLst>
                <a:path w="65819" h="21478">
                  <a:moveTo>
                    <a:pt x="65152" y="513"/>
                  </a:moveTo>
                  <a:cubicBezTo>
                    <a:pt x="62179" y="2230"/>
                    <a:pt x="59616" y="4537"/>
                    <a:pt x="57565" y="7305"/>
                  </a:cubicBezTo>
                  <a:cubicBezTo>
                    <a:pt x="56591" y="8637"/>
                    <a:pt x="55617" y="9970"/>
                    <a:pt x="54643" y="11328"/>
                  </a:cubicBezTo>
                  <a:cubicBezTo>
                    <a:pt x="53311" y="13148"/>
                    <a:pt x="51875" y="14865"/>
                    <a:pt x="50312" y="16506"/>
                  </a:cubicBezTo>
                  <a:cubicBezTo>
                    <a:pt x="49210" y="17659"/>
                    <a:pt x="47954" y="18684"/>
                    <a:pt x="46596" y="19530"/>
                  </a:cubicBezTo>
                  <a:cubicBezTo>
                    <a:pt x="45032" y="20504"/>
                    <a:pt x="43264" y="21119"/>
                    <a:pt x="41418" y="21350"/>
                  </a:cubicBezTo>
                  <a:cubicBezTo>
                    <a:pt x="39983" y="21478"/>
                    <a:pt x="38548" y="21401"/>
                    <a:pt x="37112" y="21145"/>
                  </a:cubicBezTo>
                  <a:cubicBezTo>
                    <a:pt x="35088" y="20786"/>
                    <a:pt x="33088" y="20299"/>
                    <a:pt x="31141" y="19658"/>
                  </a:cubicBezTo>
                  <a:cubicBezTo>
                    <a:pt x="27578" y="18556"/>
                    <a:pt x="24118" y="17275"/>
                    <a:pt x="20735" y="15891"/>
                  </a:cubicBezTo>
                  <a:cubicBezTo>
                    <a:pt x="14250" y="13251"/>
                    <a:pt x="7817" y="10585"/>
                    <a:pt x="1358" y="7945"/>
                  </a:cubicBezTo>
                  <a:cubicBezTo>
                    <a:pt x="923" y="7766"/>
                    <a:pt x="538" y="7510"/>
                    <a:pt x="0" y="7510"/>
                  </a:cubicBezTo>
                  <a:lnTo>
                    <a:pt x="0" y="0"/>
                  </a:lnTo>
                  <a:lnTo>
                    <a:pt x="14122" y="0"/>
                  </a:lnTo>
                  <a:cubicBezTo>
                    <a:pt x="14302" y="51"/>
                    <a:pt x="14481" y="103"/>
                    <a:pt x="14660" y="128"/>
                  </a:cubicBezTo>
                  <a:cubicBezTo>
                    <a:pt x="18761" y="487"/>
                    <a:pt x="22888" y="718"/>
                    <a:pt x="27040" y="359"/>
                  </a:cubicBezTo>
                  <a:cubicBezTo>
                    <a:pt x="28116" y="282"/>
                    <a:pt x="29218" y="282"/>
                    <a:pt x="30295" y="0"/>
                  </a:cubicBezTo>
                  <a:lnTo>
                    <a:pt x="65818" y="0"/>
                  </a:lnTo>
                  <a:cubicBezTo>
                    <a:pt x="65613" y="179"/>
                    <a:pt x="65382" y="359"/>
                    <a:pt x="65152" y="513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34" name="Google Shape;377;p15"/>
            <p:cNvSpPr/>
            <p:nvPr/>
          </p:nvSpPr>
          <p:spPr>
            <a:xfrm flipH="1">
              <a:off x="6055920" y="0"/>
              <a:ext cx="3086640" cy="1400040"/>
            </a:xfrm>
            <a:custGeom>
              <a:avLst/>
              <a:gdLst>
                <a:gd name="textAreaLeft" fmla="*/ 360 w 3086640"/>
                <a:gd name="textAreaRight" fmla="*/ 3087360 w 3086640"/>
                <a:gd name="textAreaTop" fmla="*/ 0 h 1400040"/>
                <a:gd name="textAreaBottom" fmla="*/ 1400400 h 1400040"/>
              </a:gdLst>
              <a:ahLst/>
              <a:cxnLst/>
              <a:rect l="textAreaLeft" t="textAreaTop" r="textAreaRight" b="textAreaBottom"/>
              <a:pathLst>
                <a:path w="96113" h="47903">
                  <a:moveTo>
                    <a:pt x="90141" y="6894"/>
                  </a:moveTo>
                  <a:cubicBezTo>
                    <a:pt x="89141" y="8073"/>
                    <a:pt x="88168" y="9252"/>
                    <a:pt x="87194" y="10457"/>
                  </a:cubicBezTo>
                  <a:cubicBezTo>
                    <a:pt x="83862" y="14532"/>
                    <a:pt x="81376" y="19248"/>
                    <a:pt x="79915" y="24323"/>
                  </a:cubicBezTo>
                  <a:cubicBezTo>
                    <a:pt x="79018" y="27552"/>
                    <a:pt x="77967" y="30705"/>
                    <a:pt x="76762" y="33832"/>
                  </a:cubicBezTo>
                  <a:cubicBezTo>
                    <a:pt x="75839" y="36138"/>
                    <a:pt x="74712" y="38368"/>
                    <a:pt x="73379" y="40470"/>
                  </a:cubicBezTo>
                  <a:cubicBezTo>
                    <a:pt x="72482" y="41828"/>
                    <a:pt x="71457" y="43084"/>
                    <a:pt x="70303" y="44186"/>
                  </a:cubicBezTo>
                  <a:cubicBezTo>
                    <a:pt x="68484" y="45878"/>
                    <a:pt x="66228" y="47005"/>
                    <a:pt x="63819" y="47492"/>
                  </a:cubicBezTo>
                  <a:cubicBezTo>
                    <a:pt x="61871" y="47851"/>
                    <a:pt x="59872" y="47902"/>
                    <a:pt x="57924" y="47646"/>
                  </a:cubicBezTo>
                  <a:cubicBezTo>
                    <a:pt x="55182" y="47313"/>
                    <a:pt x="52490" y="46621"/>
                    <a:pt x="49953" y="45570"/>
                  </a:cubicBezTo>
                  <a:cubicBezTo>
                    <a:pt x="47441" y="44571"/>
                    <a:pt x="45032" y="43392"/>
                    <a:pt x="42674" y="42059"/>
                  </a:cubicBezTo>
                  <a:cubicBezTo>
                    <a:pt x="39342" y="40188"/>
                    <a:pt x="36164" y="38189"/>
                    <a:pt x="32986" y="36138"/>
                  </a:cubicBezTo>
                  <a:cubicBezTo>
                    <a:pt x="27117" y="32422"/>
                    <a:pt x="21222" y="28731"/>
                    <a:pt x="15096" y="25297"/>
                  </a:cubicBezTo>
                  <a:cubicBezTo>
                    <a:pt x="10534" y="22734"/>
                    <a:pt x="5869" y="20248"/>
                    <a:pt x="1128" y="17890"/>
                  </a:cubicBezTo>
                  <a:cubicBezTo>
                    <a:pt x="795" y="17659"/>
                    <a:pt x="410" y="17531"/>
                    <a:pt x="0" y="17480"/>
                  </a:cubicBezTo>
                  <a:lnTo>
                    <a:pt x="0" y="13533"/>
                  </a:lnTo>
                  <a:cubicBezTo>
                    <a:pt x="513" y="13738"/>
                    <a:pt x="1025" y="13943"/>
                    <a:pt x="1512" y="14173"/>
                  </a:cubicBezTo>
                  <a:cubicBezTo>
                    <a:pt x="11790" y="19043"/>
                    <a:pt x="21837" y="24195"/>
                    <a:pt x="31679" y="29628"/>
                  </a:cubicBezTo>
                  <a:cubicBezTo>
                    <a:pt x="34908" y="31422"/>
                    <a:pt x="38214" y="33165"/>
                    <a:pt x="41521" y="34857"/>
                  </a:cubicBezTo>
                  <a:cubicBezTo>
                    <a:pt x="43802" y="36061"/>
                    <a:pt x="46160" y="37061"/>
                    <a:pt x="48595" y="37881"/>
                  </a:cubicBezTo>
                  <a:cubicBezTo>
                    <a:pt x="50594" y="38599"/>
                    <a:pt x="52721" y="39034"/>
                    <a:pt x="54848" y="39188"/>
                  </a:cubicBezTo>
                  <a:cubicBezTo>
                    <a:pt x="58001" y="39342"/>
                    <a:pt x="60666" y="38547"/>
                    <a:pt x="62819" y="36574"/>
                  </a:cubicBezTo>
                  <a:cubicBezTo>
                    <a:pt x="63998" y="35498"/>
                    <a:pt x="64998" y="34242"/>
                    <a:pt x="65844" y="32858"/>
                  </a:cubicBezTo>
                  <a:cubicBezTo>
                    <a:pt x="67125" y="30756"/>
                    <a:pt x="68176" y="28526"/>
                    <a:pt x="68996" y="26219"/>
                  </a:cubicBezTo>
                  <a:cubicBezTo>
                    <a:pt x="69945" y="23451"/>
                    <a:pt x="70816" y="20658"/>
                    <a:pt x="71739" y="17890"/>
                  </a:cubicBezTo>
                  <a:cubicBezTo>
                    <a:pt x="72097" y="16788"/>
                    <a:pt x="72456" y="15711"/>
                    <a:pt x="72866" y="14635"/>
                  </a:cubicBezTo>
                  <a:cubicBezTo>
                    <a:pt x="73866" y="12097"/>
                    <a:pt x="75353" y="9765"/>
                    <a:pt x="77223" y="7766"/>
                  </a:cubicBezTo>
                  <a:cubicBezTo>
                    <a:pt x="78633" y="6254"/>
                    <a:pt x="80120" y="4844"/>
                    <a:pt x="81709" y="3511"/>
                  </a:cubicBezTo>
                  <a:cubicBezTo>
                    <a:pt x="82836" y="2537"/>
                    <a:pt x="83964" y="1589"/>
                    <a:pt x="85092" y="589"/>
                  </a:cubicBezTo>
                  <a:cubicBezTo>
                    <a:pt x="85271" y="410"/>
                    <a:pt x="85451" y="205"/>
                    <a:pt x="85630" y="0"/>
                  </a:cubicBezTo>
                  <a:lnTo>
                    <a:pt x="96113" y="0"/>
                  </a:lnTo>
                  <a:cubicBezTo>
                    <a:pt x="95857" y="333"/>
                    <a:pt x="95626" y="641"/>
                    <a:pt x="95370" y="948"/>
                  </a:cubicBezTo>
                  <a:cubicBezTo>
                    <a:pt x="93627" y="2922"/>
                    <a:pt x="91884" y="4895"/>
                    <a:pt x="90141" y="6894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35" name="Google Shape;378;p15"/>
            <p:cNvSpPr/>
            <p:nvPr/>
          </p:nvSpPr>
          <p:spPr>
            <a:xfrm flipH="1">
              <a:off x="5668200" y="1999800"/>
              <a:ext cx="3473640" cy="3142800"/>
            </a:xfrm>
            <a:custGeom>
              <a:avLst/>
              <a:gdLst>
                <a:gd name="textAreaLeft" fmla="*/ -360 w 3473640"/>
                <a:gd name="textAreaRight" fmla="*/ 3473640 w 3473640"/>
                <a:gd name="textAreaTop" fmla="*/ 0 h 3142800"/>
                <a:gd name="textAreaBottom" fmla="*/ 3143160 h 3142800"/>
              </a:gdLst>
              <a:ahLst/>
              <a:cxnLst/>
              <a:rect l="textAreaLeft" t="textAreaTop" r="textAreaRight" b="textAreaBottom"/>
              <a:pathLst>
                <a:path w="108160" h="107519">
                  <a:moveTo>
                    <a:pt x="897" y="6280"/>
                  </a:moveTo>
                  <a:cubicBezTo>
                    <a:pt x="1717" y="5331"/>
                    <a:pt x="2614" y="4486"/>
                    <a:pt x="3588" y="3717"/>
                  </a:cubicBezTo>
                  <a:cubicBezTo>
                    <a:pt x="5869" y="1923"/>
                    <a:pt x="8586" y="769"/>
                    <a:pt x="11457" y="359"/>
                  </a:cubicBezTo>
                  <a:cubicBezTo>
                    <a:pt x="12918" y="129"/>
                    <a:pt x="14378" y="0"/>
                    <a:pt x="15865" y="0"/>
                  </a:cubicBezTo>
                  <a:cubicBezTo>
                    <a:pt x="19197" y="26"/>
                    <a:pt x="22503" y="308"/>
                    <a:pt x="25784" y="846"/>
                  </a:cubicBezTo>
                  <a:cubicBezTo>
                    <a:pt x="30423" y="1513"/>
                    <a:pt x="35011" y="2410"/>
                    <a:pt x="39573" y="3281"/>
                  </a:cubicBezTo>
                  <a:cubicBezTo>
                    <a:pt x="46954" y="4716"/>
                    <a:pt x="54387" y="5998"/>
                    <a:pt x="61948" y="6664"/>
                  </a:cubicBezTo>
                  <a:cubicBezTo>
                    <a:pt x="65306" y="6997"/>
                    <a:pt x="68689" y="7151"/>
                    <a:pt x="72097" y="7100"/>
                  </a:cubicBezTo>
                  <a:cubicBezTo>
                    <a:pt x="75968" y="6997"/>
                    <a:pt x="79863" y="6587"/>
                    <a:pt x="83682" y="5921"/>
                  </a:cubicBezTo>
                  <a:cubicBezTo>
                    <a:pt x="85605" y="5613"/>
                    <a:pt x="87552" y="5280"/>
                    <a:pt x="89500" y="4998"/>
                  </a:cubicBezTo>
                  <a:cubicBezTo>
                    <a:pt x="90910" y="4793"/>
                    <a:pt x="92371" y="4742"/>
                    <a:pt x="93806" y="4896"/>
                  </a:cubicBezTo>
                  <a:cubicBezTo>
                    <a:pt x="95985" y="5101"/>
                    <a:pt x="97779" y="5895"/>
                    <a:pt x="99086" y="7382"/>
                  </a:cubicBezTo>
                  <a:cubicBezTo>
                    <a:pt x="99573" y="7946"/>
                    <a:pt x="100009" y="8561"/>
                    <a:pt x="100419" y="9227"/>
                  </a:cubicBezTo>
                  <a:cubicBezTo>
                    <a:pt x="101034" y="10304"/>
                    <a:pt x="101495" y="11483"/>
                    <a:pt x="101777" y="12687"/>
                  </a:cubicBezTo>
                  <a:cubicBezTo>
                    <a:pt x="102623" y="15942"/>
                    <a:pt x="102572" y="19223"/>
                    <a:pt x="102162" y="22504"/>
                  </a:cubicBezTo>
                  <a:cubicBezTo>
                    <a:pt x="101752" y="25246"/>
                    <a:pt x="101239" y="27988"/>
                    <a:pt x="100547" y="30680"/>
                  </a:cubicBezTo>
                  <a:cubicBezTo>
                    <a:pt x="99394" y="35549"/>
                    <a:pt x="98317" y="40445"/>
                    <a:pt x="97625" y="45417"/>
                  </a:cubicBezTo>
                  <a:cubicBezTo>
                    <a:pt x="97164" y="48518"/>
                    <a:pt x="96882" y="51619"/>
                    <a:pt x="96779" y="54772"/>
                  </a:cubicBezTo>
                  <a:cubicBezTo>
                    <a:pt x="96677" y="58052"/>
                    <a:pt x="96728" y="61333"/>
                    <a:pt x="96959" y="64639"/>
                  </a:cubicBezTo>
                  <a:cubicBezTo>
                    <a:pt x="97241" y="68484"/>
                    <a:pt x="97728" y="72303"/>
                    <a:pt x="98445" y="76121"/>
                  </a:cubicBezTo>
                  <a:cubicBezTo>
                    <a:pt x="99188" y="80222"/>
                    <a:pt x="100188" y="84297"/>
                    <a:pt x="101341" y="88373"/>
                  </a:cubicBezTo>
                  <a:cubicBezTo>
                    <a:pt x="103059" y="94524"/>
                    <a:pt x="105160" y="100572"/>
                    <a:pt x="107646" y="106493"/>
                  </a:cubicBezTo>
                  <a:cubicBezTo>
                    <a:pt x="107800" y="106826"/>
                    <a:pt x="108005" y="107185"/>
                    <a:pt x="108159" y="107518"/>
                  </a:cubicBezTo>
                  <a:lnTo>
                    <a:pt x="102238" y="107518"/>
                  </a:lnTo>
                  <a:cubicBezTo>
                    <a:pt x="102238" y="107364"/>
                    <a:pt x="102213" y="107211"/>
                    <a:pt x="102187" y="107057"/>
                  </a:cubicBezTo>
                  <a:cubicBezTo>
                    <a:pt x="101726" y="105340"/>
                    <a:pt x="101239" y="103648"/>
                    <a:pt x="100778" y="101931"/>
                  </a:cubicBezTo>
                  <a:cubicBezTo>
                    <a:pt x="98753" y="94370"/>
                    <a:pt x="96907" y="86809"/>
                    <a:pt x="95575" y="79146"/>
                  </a:cubicBezTo>
                  <a:cubicBezTo>
                    <a:pt x="94729" y="74353"/>
                    <a:pt x="94165" y="69509"/>
                    <a:pt x="93883" y="64665"/>
                  </a:cubicBezTo>
                  <a:cubicBezTo>
                    <a:pt x="93499" y="57770"/>
                    <a:pt x="93781" y="50850"/>
                    <a:pt x="94780" y="44033"/>
                  </a:cubicBezTo>
                  <a:cubicBezTo>
                    <a:pt x="95370" y="39753"/>
                    <a:pt x="96215" y="35524"/>
                    <a:pt x="97087" y="31295"/>
                  </a:cubicBezTo>
                  <a:cubicBezTo>
                    <a:pt x="97728" y="28475"/>
                    <a:pt x="98189" y="25630"/>
                    <a:pt x="98496" y="22734"/>
                  </a:cubicBezTo>
                  <a:cubicBezTo>
                    <a:pt x="98702" y="20556"/>
                    <a:pt x="98573" y="18351"/>
                    <a:pt x="98112" y="16199"/>
                  </a:cubicBezTo>
                  <a:cubicBezTo>
                    <a:pt x="97830" y="14840"/>
                    <a:pt x="97317" y="13533"/>
                    <a:pt x="96549" y="12380"/>
                  </a:cubicBezTo>
                  <a:cubicBezTo>
                    <a:pt x="95344" y="10586"/>
                    <a:pt x="93524" y="9458"/>
                    <a:pt x="91064" y="9022"/>
                  </a:cubicBezTo>
                  <a:cubicBezTo>
                    <a:pt x="89603" y="8766"/>
                    <a:pt x="88142" y="8689"/>
                    <a:pt x="86655" y="8766"/>
                  </a:cubicBezTo>
                  <a:cubicBezTo>
                    <a:pt x="83810" y="8945"/>
                    <a:pt x="80991" y="9125"/>
                    <a:pt x="78146" y="9304"/>
                  </a:cubicBezTo>
                  <a:cubicBezTo>
                    <a:pt x="75224" y="9484"/>
                    <a:pt x="72303" y="9560"/>
                    <a:pt x="69381" y="9509"/>
                  </a:cubicBezTo>
                  <a:cubicBezTo>
                    <a:pt x="64306" y="9407"/>
                    <a:pt x="59231" y="9073"/>
                    <a:pt x="54182" y="8510"/>
                  </a:cubicBezTo>
                  <a:cubicBezTo>
                    <a:pt x="49620" y="7971"/>
                    <a:pt x="45032" y="7459"/>
                    <a:pt x="40444" y="6895"/>
                  </a:cubicBezTo>
                  <a:cubicBezTo>
                    <a:pt x="35575" y="6305"/>
                    <a:pt x="30679" y="5767"/>
                    <a:pt x="25758" y="5562"/>
                  </a:cubicBezTo>
                  <a:cubicBezTo>
                    <a:pt x="22683" y="5408"/>
                    <a:pt x="19607" y="5588"/>
                    <a:pt x="16583" y="6049"/>
                  </a:cubicBezTo>
                  <a:cubicBezTo>
                    <a:pt x="12149" y="6741"/>
                    <a:pt x="8407" y="8484"/>
                    <a:pt x="5382" y="11252"/>
                  </a:cubicBezTo>
                  <a:cubicBezTo>
                    <a:pt x="3742" y="12790"/>
                    <a:pt x="2307" y="14558"/>
                    <a:pt x="1102" y="16455"/>
                  </a:cubicBezTo>
                  <a:cubicBezTo>
                    <a:pt x="923" y="16737"/>
                    <a:pt x="743" y="17019"/>
                    <a:pt x="589" y="17275"/>
                  </a:cubicBezTo>
                  <a:cubicBezTo>
                    <a:pt x="461" y="17480"/>
                    <a:pt x="231" y="17634"/>
                    <a:pt x="0" y="17685"/>
                  </a:cubicBezTo>
                  <a:lnTo>
                    <a:pt x="0" y="6972"/>
                  </a:lnTo>
                  <a:cubicBezTo>
                    <a:pt x="359" y="6844"/>
                    <a:pt x="692" y="6587"/>
                    <a:pt x="897" y="6280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36" name="Google Shape;379;p15"/>
            <p:cNvSpPr/>
            <p:nvPr/>
          </p:nvSpPr>
          <p:spPr>
            <a:xfrm flipH="1">
              <a:off x="6542640" y="2722680"/>
              <a:ext cx="2599560" cy="2420280"/>
            </a:xfrm>
            <a:custGeom>
              <a:avLst/>
              <a:gdLst>
                <a:gd name="textAreaLeft" fmla="*/ -360 w 2599560"/>
                <a:gd name="textAreaRight" fmla="*/ 2599560 w 2599560"/>
                <a:gd name="textAreaTop" fmla="*/ 0 h 2420280"/>
                <a:gd name="textAreaBottom" fmla="*/ 2420640 h 2420280"/>
              </a:gdLst>
              <a:ahLst/>
              <a:cxnLst/>
              <a:rect l="textAreaLeft" t="textAreaTop" r="textAreaRight" b="textAreaBottom"/>
              <a:pathLst>
                <a:path w="80940" h="82811">
                  <a:moveTo>
                    <a:pt x="1333" y="34498"/>
                  </a:moveTo>
                  <a:cubicBezTo>
                    <a:pt x="3921" y="32294"/>
                    <a:pt x="6331" y="29962"/>
                    <a:pt x="8637" y="27553"/>
                  </a:cubicBezTo>
                  <a:cubicBezTo>
                    <a:pt x="12097" y="24016"/>
                    <a:pt x="15378" y="20376"/>
                    <a:pt x="18659" y="16737"/>
                  </a:cubicBezTo>
                  <a:cubicBezTo>
                    <a:pt x="20248" y="14943"/>
                    <a:pt x="21939" y="13251"/>
                    <a:pt x="23708" y="11662"/>
                  </a:cubicBezTo>
                  <a:cubicBezTo>
                    <a:pt x="27681" y="8125"/>
                    <a:pt x="32320" y="5408"/>
                    <a:pt x="37369" y="3717"/>
                  </a:cubicBezTo>
                  <a:cubicBezTo>
                    <a:pt x="39983" y="2820"/>
                    <a:pt x="42674" y="2102"/>
                    <a:pt x="45365" y="1589"/>
                  </a:cubicBezTo>
                  <a:cubicBezTo>
                    <a:pt x="49312" y="846"/>
                    <a:pt x="53311" y="385"/>
                    <a:pt x="57309" y="205"/>
                  </a:cubicBezTo>
                  <a:cubicBezTo>
                    <a:pt x="60513" y="0"/>
                    <a:pt x="63742" y="103"/>
                    <a:pt x="66946" y="462"/>
                  </a:cubicBezTo>
                  <a:cubicBezTo>
                    <a:pt x="68740" y="667"/>
                    <a:pt x="70508" y="1051"/>
                    <a:pt x="72226" y="1615"/>
                  </a:cubicBezTo>
                  <a:cubicBezTo>
                    <a:pt x="75481" y="2717"/>
                    <a:pt x="77787" y="4588"/>
                    <a:pt x="79018" y="7331"/>
                  </a:cubicBezTo>
                  <a:cubicBezTo>
                    <a:pt x="79274" y="7920"/>
                    <a:pt x="79505" y="8510"/>
                    <a:pt x="79710" y="9125"/>
                  </a:cubicBezTo>
                  <a:cubicBezTo>
                    <a:pt x="80197" y="10791"/>
                    <a:pt x="80504" y="12508"/>
                    <a:pt x="80607" y="14225"/>
                  </a:cubicBezTo>
                  <a:cubicBezTo>
                    <a:pt x="80940" y="17736"/>
                    <a:pt x="80837" y="21222"/>
                    <a:pt x="80760" y="24733"/>
                  </a:cubicBezTo>
                  <a:cubicBezTo>
                    <a:pt x="80581" y="31243"/>
                    <a:pt x="80376" y="37753"/>
                    <a:pt x="80222" y="44289"/>
                  </a:cubicBezTo>
                  <a:cubicBezTo>
                    <a:pt x="80094" y="49364"/>
                    <a:pt x="80043" y="54438"/>
                    <a:pt x="79966" y="59488"/>
                  </a:cubicBezTo>
                  <a:cubicBezTo>
                    <a:pt x="79889" y="63101"/>
                    <a:pt x="79658" y="66690"/>
                    <a:pt x="79274" y="70278"/>
                  </a:cubicBezTo>
                  <a:cubicBezTo>
                    <a:pt x="78889" y="74225"/>
                    <a:pt x="78172" y="78146"/>
                    <a:pt x="77121" y="81965"/>
                  </a:cubicBezTo>
                  <a:cubicBezTo>
                    <a:pt x="77044" y="82247"/>
                    <a:pt x="76993" y="82529"/>
                    <a:pt x="76967" y="82811"/>
                  </a:cubicBezTo>
                  <a:lnTo>
                    <a:pt x="70816" y="82811"/>
                  </a:lnTo>
                  <a:cubicBezTo>
                    <a:pt x="70918" y="82478"/>
                    <a:pt x="71021" y="82119"/>
                    <a:pt x="71149" y="81811"/>
                  </a:cubicBezTo>
                  <a:cubicBezTo>
                    <a:pt x="72379" y="78864"/>
                    <a:pt x="73328" y="75839"/>
                    <a:pt x="74020" y="72738"/>
                  </a:cubicBezTo>
                  <a:cubicBezTo>
                    <a:pt x="74994" y="68381"/>
                    <a:pt x="75660" y="63947"/>
                    <a:pt x="76019" y="59513"/>
                  </a:cubicBezTo>
                  <a:cubicBezTo>
                    <a:pt x="76403" y="55130"/>
                    <a:pt x="76634" y="50748"/>
                    <a:pt x="76762" y="46365"/>
                  </a:cubicBezTo>
                  <a:cubicBezTo>
                    <a:pt x="76865" y="43623"/>
                    <a:pt x="76993" y="40855"/>
                    <a:pt x="77095" y="38112"/>
                  </a:cubicBezTo>
                  <a:cubicBezTo>
                    <a:pt x="77275" y="32909"/>
                    <a:pt x="77403" y="27706"/>
                    <a:pt x="77198" y="22503"/>
                  </a:cubicBezTo>
                  <a:cubicBezTo>
                    <a:pt x="77121" y="20222"/>
                    <a:pt x="76813" y="17941"/>
                    <a:pt x="76301" y="15712"/>
                  </a:cubicBezTo>
                  <a:cubicBezTo>
                    <a:pt x="75942" y="14071"/>
                    <a:pt x="75301" y="12508"/>
                    <a:pt x="74455" y="11073"/>
                  </a:cubicBezTo>
                  <a:cubicBezTo>
                    <a:pt x="73123" y="8971"/>
                    <a:pt x="71149" y="7407"/>
                    <a:pt x="68535" y="6459"/>
                  </a:cubicBezTo>
                  <a:cubicBezTo>
                    <a:pt x="67715" y="6177"/>
                    <a:pt x="66895" y="5947"/>
                    <a:pt x="66074" y="5741"/>
                  </a:cubicBezTo>
                  <a:cubicBezTo>
                    <a:pt x="63511" y="5203"/>
                    <a:pt x="60897" y="4998"/>
                    <a:pt x="58283" y="5101"/>
                  </a:cubicBezTo>
                  <a:cubicBezTo>
                    <a:pt x="52619" y="5255"/>
                    <a:pt x="47031" y="6280"/>
                    <a:pt x="41675" y="8099"/>
                  </a:cubicBezTo>
                  <a:cubicBezTo>
                    <a:pt x="36856" y="9765"/>
                    <a:pt x="32345" y="12200"/>
                    <a:pt x="28296" y="15276"/>
                  </a:cubicBezTo>
                  <a:cubicBezTo>
                    <a:pt x="26040" y="16967"/>
                    <a:pt x="23939" y="18787"/>
                    <a:pt x="21888" y="20607"/>
                  </a:cubicBezTo>
                  <a:cubicBezTo>
                    <a:pt x="18172" y="23913"/>
                    <a:pt x="14455" y="27245"/>
                    <a:pt x="10739" y="30551"/>
                  </a:cubicBezTo>
                  <a:cubicBezTo>
                    <a:pt x="7715" y="33242"/>
                    <a:pt x="4537" y="35754"/>
                    <a:pt x="1230" y="38112"/>
                  </a:cubicBezTo>
                  <a:cubicBezTo>
                    <a:pt x="1000" y="38292"/>
                    <a:pt x="769" y="38445"/>
                    <a:pt x="538" y="38573"/>
                  </a:cubicBezTo>
                  <a:cubicBezTo>
                    <a:pt x="359" y="38625"/>
                    <a:pt x="179" y="38625"/>
                    <a:pt x="0" y="38625"/>
                  </a:cubicBezTo>
                  <a:lnTo>
                    <a:pt x="0" y="35242"/>
                  </a:lnTo>
                  <a:cubicBezTo>
                    <a:pt x="179" y="35242"/>
                    <a:pt x="359" y="35216"/>
                    <a:pt x="513" y="35165"/>
                  </a:cubicBezTo>
                  <a:cubicBezTo>
                    <a:pt x="820" y="34960"/>
                    <a:pt x="1076" y="34729"/>
                    <a:pt x="1333" y="3449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37" name="Google Shape;380;p15"/>
            <p:cNvSpPr/>
            <p:nvPr/>
          </p:nvSpPr>
          <p:spPr>
            <a:xfrm flipH="1">
              <a:off x="0" y="0"/>
              <a:ext cx="3917520" cy="4620960"/>
            </a:xfrm>
            <a:custGeom>
              <a:avLst/>
              <a:gdLst>
                <a:gd name="textAreaLeft" fmla="*/ 360 w 3917520"/>
                <a:gd name="textAreaRight" fmla="*/ 3918240 w 3917520"/>
                <a:gd name="textAreaTop" fmla="*/ 0 h 4620960"/>
                <a:gd name="textAreaBottom" fmla="*/ 4621320 h 4620960"/>
              </a:gdLst>
              <a:ahLst/>
              <a:cxnLst/>
              <a:rect l="textAreaLeft" t="textAreaTop" r="textAreaRight" b="textAreaBottom"/>
              <a:pathLst>
                <a:path w="121974" h="158086">
                  <a:moveTo>
                    <a:pt x="100009" y="157368"/>
                  </a:moveTo>
                  <a:cubicBezTo>
                    <a:pt x="96703" y="156856"/>
                    <a:pt x="93473" y="156061"/>
                    <a:pt x="90321" y="154959"/>
                  </a:cubicBezTo>
                  <a:cubicBezTo>
                    <a:pt x="88065" y="154190"/>
                    <a:pt x="85810" y="153370"/>
                    <a:pt x="83554" y="152498"/>
                  </a:cubicBezTo>
                  <a:cubicBezTo>
                    <a:pt x="78685" y="150679"/>
                    <a:pt x="73789" y="148885"/>
                    <a:pt x="68740" y="147424"/>
                  </a:cubicBezTo>
                  <a:cubicBezTo>
                    <a:pt x="65818" y="146578"/>
                    <a:pt x="62871" y="145758"/>
                    <a:pt x="59923" y="144938"/>
                  </a:cubicBezTo>
                  <a:cubicBezTo>
                    <a:pt x="58155" y="144425"/>
                    <a:pt x="56412" y="143810"/>
                    <a:pt x="54721" y="143041"/>
                  </a:cubicBezTo>
                  <a:cubicBezTo>
                    <a:pt x="50876" y="141298"/>
                    <a:pt x="48185" y="138709"/>
                    <a:pt x="46647" y="135326"/>
                  </a:cubicBezTo>
                  <a:cubicBezTo>
                    <a:pt x="46083" y="133994"/>
                    <a:pt x="45596" y="132635"/>
                    <a:pt x="45263" y="131251"/>
                  </a:cubicBezTo>
                  <a:cubicBezTo>
                    <a:pt x="44443" y="128124"/>
                    <a:pt x="43776" y="124997"/>
                    <a:pt x="43213" y="121819"/>
                  </a:cubicBezTo>
                  <a:cubicBezTo>
                    <a:pt x="42879" y="119871"/>
                    <a:pt x="42546" y="117924"/>
                    <a:pt x="42290" y="115950"/>
                  </a:cubicBezTo>
                  <a:cubicBezTo>
                    <a:pt x="41982" y="113515"/>
                    <a:pt x="41777" y="111080"/>
                    <a:pt x="41521" y="108646"/>
                  </a:cubicBezTo>
                  <a:cubicBezTo>
                    <a:pt x="41239" y="105698"/>
                    <a:pt x="40957" y="102725"/>
                    <a:pt x="40726" y="99752"/>
                  </a:cubicBezTo>
                  <a:cubicBezTo>
                    <a:pt x="40445" y="96010"/>
                    <a:pt x="40240" y="92242"/>
                    <a:pt x="40163" y="88500"/>
                  </a:cubicBezTo>
                  <a:cubicBezTo>
                    <a:pt x="39983" y="81247"/>
                    <a:pt x="40445" y="73994"/>
                    <a:pt x="41598" y="66843"/>
                  </a:cubicBezTo>
                  <a:cubicBezTo>
                    <a:pt x="41957" y="64357"/>
                    <a:pt x="42700" y="61922"/>
                    <a:pt x="43751" y="59641"/>
                  </a:cubicBezTo>
                  <a:cubicBezTo>
                    <a:pt x="44520" y="58052"/>
                    <a:pt x="45391" y="56488"/>
                    <a:pt x="46263" y="54925"/>
                  </a:cubicBezTo>
                  <a:cubicBezTo>
                    <a:pt x="47749" y="52362"/>
                    <a:pt x="49313" y="49799"/>
                    <a:pt x="50799" y="47236"/>
                  </a:cubicBezTo>
                  <a:cubicBezTo>
                    <a:pt x="52183" y="44852"/>
                    <a:pt x="53413" y="42392"/>
                    <a:pt x="54439" y="39855"/>
                  </a:cubicBezTo>
                  <a:cubicBezTo>
                    <a:pt x="55002" y="38573"/>
                    <a:pt x="55387" y="37215"/>
                    <a:pt x="55592" y="35831"/>
                  </a:cubicBezTo>
                  <a:cubicBezTo>
                    <a:pt x="55720" y="35113"/>
                    <a:pt x="55694" y="34395"/>
                    <a:pt x="55541" y="33678"/>
                  </a:cubicBezTo>
                  <a:cubicBezTo>
                    <a:pt x="55207" y="32473"/>
                    <a:pt x="54310" y="31756"/>
                    <a:pt x="52824" y="31627"/>
                  </a:cubicBezTo>
                  <a:cubicBezTo>
                    <a:pt x="52132" y="31551"/>
                    <a:pt x="51440" y="31576"/>
                    <a:pt x="50773" y="31679"/>
                  </a:cubicBezTo>
                  <a:cubicBezTo>
                    <a:pt x="49851" y="31807"/>
                    <a:pt x="48928" y="32012"/>
                    <a:pt x="48031" y="32268"/>
                  </a:cubicBezTo>
                  <a:cubicBezTo>
                    <a:pt x="46032" y="32832"/>
                    <a:pt x="44084" y="33524"/>
                    <a:pt x="42187" y="34344"/>
                  </a:cubicBezTo>
                  <a:cubicBezTo>
                    <a:pt x="39804" y="35318"/>
                    <a:pt x="37446" y="36343"/>
                    <a:pt x="35062" y="37317"/>
                  </a:cubicBezTo>
                  <a:cubicBezTo>
                    <a:pt x="32961" y="38163"/>
                    <a:pt x="30833" y="39009"/>
                    <a:pt x="28655" y="39752"/>
                  </a:cubicBezTo>
                  <a:cubicBezTo>
                    <a:pt x="26399" y="40572"/>
                    <a:pt x="24067" y="41136"/>
                    <a:pt x="21683" y="41418"/>
                  </a:cubicBezTo>
                  <a:cubicBezTo>
                    <a:pt x="16506" y="41956"/>
                    <a:pt x="12021" y="40752"/>
                    <a:pt x="8202" y="37804"/>
                  </a:cubicBezTo>
                  <a:cubicBezTo>
                    <a:pt x="6920" y="36779"/>
                    <a:pt x="5818" y="35574"/>
                    <a:pt x="4896" y="34242"/>
                  </a:cubicBezTo>
                  <a:cubicBezTo>
                    <a:pt x="3742" y="32576"/>
                    <a:pt x="2845" y="30782"/>
                    <a:pt x="2179" y="28885"/>
                  </a:cubicBezTo>
                  <a:cubicBezTo>
                    <a:pt x="846" y="25117"/>
                    <a:pt x="333" y="21273"/>
                    <a:pt x="154" y="17377"/>
                  </a:cubicBezTo>
                  <a:cubicBezTo>
                    <a:pt x="0" y="13148"/>
                    <a:pt x="257" y="8919"/>
                    <a:pt x="487" y="4690"/>
                  </a:cubicBezTo>
                  <a:cubicBezTo>
                    <a:pt x="564" y="3127"/>
                    <a:pt x="564" y="1563"/>
                    <a:pt x="590" y="0"/>
                  </a:cubicBezTo>
                  <a:lnTo>
                    <a:pt x="1717" y="0"/>
                  </a:lnTo>
                  <a:cubicBezTo>
                    <a:pt x="1692" y="1153"/>
                    <a:pt x="1717" y="2332"/>
                    <a:pt x="1641" y="3486"/>
                  </a:cubicBezTo>
                  <a:cubicBezTo>
                    <a:pt x="1512" y="6254"/>
                    <a:pt x="1333" y="9047"/>
                    <a:pt x="1179" y="11841"/>
                  </a:cubicBezTo>
                  <a:cubicBezTo>
                    <a:pt x="1000" y="14917"/>
                    <a:pt x="1102" y="18044"/>
                    <a:pt x="1461" y="21119"/>
                  </a:cubicBezTo>
                  <a:cubicBezTo>
                    <a:pt x="1717" y="23349"/>
                    <a:pt x="2179" y="25553"/>
                    <a:pt x="2871" y="27680"/>
                  </a:cubicBezTo>
                  <a:cubicBezTo>
                    <a:pt x="3640" y="30166"/>
                    <a:pt x="4870" y="32473"/>
                    <a:pt x="6510" y="34524"/>
                  </a:cubicBezTo>
                  <a:cubicBezTo>
                    <a:pt x="7792" y="36113"/>
                    <a:pt x="9407" y="37445"/>
                    <a:pt x="11252" y="38394"/>
                  </a:cubicBezTo>
                  <a:cubicBezTo>
                    <a:pt x="14148" y="39906"/>
                    <a:pt x="17429" y="40572"/>
                    <a:pt x="20684" y="40265"/>
                  </a:cubicBezTo>
                  <a:cubicBezTo>
                    <a:pt x="22709" y="40085"/>
                    <a:pt x="24682" y="39650"/>
                    <a:pt x="26604" y="39009"/>
                  </a:cubicBezTo>
                  <a:cubicBezTo>
                    <a:pt x="29014" y="38214"/>
                    <a:pt x="31372" y="37266"/>
                    <a:pt x="33627" y="36138"/>
                  </a:cubicBezTo>
                  <a:cubicBezTo>
                    <a:pt x="36626" y="34652"/>
                    <a:pt x="39599" y="33140"/>
                    <a:pt x="42597" y="31679"/>
                  </a:cubicBezTo>
                  <a:cubicBezTo>
                    <a:pt x="44955" y="30525"/>
                    <a:pt x="47313" y="29372"/>
                    <a:pt x="49723" y="28296"/>
                  </a:cubicBezTo>
                  <a:cubicBezTo>
                    <a:pt x="51184" y="27655"/>
                    <a:pt x="52721" y="27142"/>
                    <a:pt x="54259" y="26604"/>
                  </a:cubicBezTo>
                  <a:cubicBezTo>
                    <a:pt x="55361" y="26219"/>
                    <a:pt x="56515" y="25989"/>
                    <a:pt x="57668" y="25861"/>
                  </a:cubicBezTo>
                  <a:cubicBezTo>
                    <a:pt x="58386" y="25784"/>
                    <a:pt x="59103" y="25809"/>
                    <a:pt x="59821" y="25938"/>
                  </a:cubicBezTo>
                  <a:cubicBezTo>
                    <a:pt x="60923" y="26143"/>
                    <a:pt x="61641" y="26706"/>
                    <a:pt x="61923" y="27603"/>
                  </a:cubicBezTo>
                  <a:cubicBezTo>
                    <a:pt x="62076" y="28014"/>
                    <a:pt x="62153" y="28449"/>
                    <a:pt x="62153" y="28885"/>
                  </a:cubicBezTo>
                  <a:cubicBezTo>
                    <a:pt x="62128" y="29474"/>
                    <a:pt x="62076" y="30064"/>
                    <a:pt x="61948" y="30653"/>
                  </a:cubicBezTo>
                  <a:cubicBezTo>
                    <a:pt x="61564" y="32473"/>
                    <a:pt x="60795" y="34216"/>
                    <a:pt x="59949" y="35933"/>
                  </a:cubicBezTo>
                  <a:cubicBezTo>
                    <a:pt x="58437" y="39086"/>
                    <a:pt x="56694" y="42136"/>
                    <a:pt x="54951" y="45186"/>
                  </a:cubicBezTo>
                  <a:cubicBezTo>
                    <a:pt x="52824" y="48928"/>
                    <a:pt x="50671" y="52670"/>
                    <a:pt x="48595" y="56437"/>
                  </a:cubicBezTo>
                  <a:cubicBezTo>
                    <a:pt x="46852" y="59513"/>
                    <a:pt x="45494" y="62768"/>
                    <a:pt x="44520" y="66177"/>
                  </a:cubicBezTo>
                  <a:cubicBezTo>
                    <a:pt x="43161" y="71123"/>
                    <a:pt x="42316" y="76198"/>
                    <a:pt x="41982" y="81324"/>
                  </a:cubicBezTo>
                  <a:cubicBezTo>
                    <a:pt x="41700" y="86219"/>
                    <a:pt x="41752" y="91166"/>
                    <a:pt x="42111" y="96061"/>
                  </a:cubicBezTo>
                  <a:cubicBezTo>
                    <a:pt x="42316" y="99086"/>
                    <a:pt x="42597" y="102110"/>
                    <a:pt x="42931" y="105134"/>
                  </a:cubicBezTo>
                  <a:cubicBezTo>
                    <a:pt x="43238" y="108338"/>
                    <a:pt x="43623" y="111516"/>
                    <a:pt x="44084" y="114669"/>
                  </a:cubicBezTo>
                  <a:cubicBezTo>
                    <a:pt x="44699" y="119103"/>
                    <a:pt x="45647" y="123511"/>
                    <a:pt x="46878" y="127817"/>
                  </a:cubicBezTo>
                  <a:cubicBezTo>
                    <a:pt x="47390" y="129713"/>
                    <a:pt x="48057" y="131584"/>
                    <a:pt x="48877" y="133378"/>
                  </a:cubicBezTo>
                  <a:cubicBezTo>
                    <a:pt x="50492" y="136787"/>
                    <a:pt x="53157" y="139427"/>
                    <a:pt x="56976" y="141247"/>
                  </a:cubicBezTo>
                  <a:cubicBezTo>
                    <a:pt x="57950" y="141683"/>
                    <a:pt x="58898" y="142118"/>
                    <a:pt x="59923" y="142503"/>
                  </a:cubicBezTo>
                  <a:cubicBezTo>
                    <a:pt x="61333" y="143015"/>
                    <a:pt x="62768" y="143528"/>
                    <a:pt x="64204" y="143989"/>
                  </a:cubicBezTo>
                  <a:cubicBezTo>
                    <a:pt x="68817" y="145450"/>
                    <a:pt x="73431" y="146860"/>
                    <a:pt x="77941" y="148551"/>
                  </a:cubicBezTo>
                  <a:cubicBezTo>
                    <a:pt x="81171" y="149730"/>
                    <a:pt x="84451" y="150935"/>
                    <a:pt x="87706" y="152140"/>
                  </a:cubicBezTo>
                  <a:cubicBezTo>
                    <a:pt x="89859" y="152934"/>
                    <a:pt x="92038" y="153652"/>
                    <a:pt x="94268" y="154216"/>
                  </a:cubicBezTo>
                  <a:cubicBezTo>
                    <a:pt x="98727" y="155446"/>
                    <a:pt x="103341" y="155984"/>
                    <a:pt x="107954" y="155830"/>
                  </a:cubicBezTo>
                  <a:cubicBezTo>
                    <a:pt x="111261" y="155677"/>
                    <a:pt x="114567" y="155190"/>
                    <a:pt x="117796" y="154395"/>
                  </a:cubicBezTo>
                  <a:cubicBezTo>
                    <a:pt x="119206" y="154087"/>
                    <a:pt x="120616" y="153703"/>
                    <a:pt x="121974" y="153190"/>
                  </a:cubicBezTo>
                  <a:lnTo>
                    <a:pt x="121974" y="155266"/>
                  </a:lnTo>
                  <a:cubicBezTo>
                    <a:pt x="119308" y="156112"/>
                    <a:pt x="116566" y="156779"/>
                    <a:pt x="113824" y="157240"/>
                  </a:cubicBezTo>
                  <a:cubicBezTo>
                    <a:pt x="109236" y="158034"/>
                    <a:pt x="104571" y="158086"/>
                    <a:pt x="100009" y="15736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38" name="Google Shape;381;p15"/>
            <p:cNvSpPr/>
            <p:nvPr/>
          </p:nvSpPr>
          <p:spPr>
            <a:xfrm flipH="1">
              <a:off x="4044960" y="970920"/>
              <a:ext cx="5097240" cy="4172040"/>
            </a:xfrm>
            <a:custGeom>
              <a:avLst/>
              <a:gdLst>
                <a:gd name="textAreaLeft" fmla="*/ -360 w 5097240"/>
                <a:gd name="textAreaRight" fmla="*/ 5097240 w 5097240"/>
                <a:gd name="textAreaTop" fmla="*/ 0 h 4172040"/>
                <a:gd name="textAreaBottom" fmla="*/ 4172400 h 4172040"/>
              </a:gdLst>
              <a:ahLst/>
              <a:cxnLst/>
              <a:rect l="textAreaLeft" t="textAreaTop" r="textAreaRight" b="textAreaBottom"/>
              <a:pathLst>
                <a:path w="158702" h="142734">
                  <a:moveTo>
                    <a:pt x="1256" y="436"/>
                  </a:moveTo>
                  <a:cubicBezTo>
                    <a:pt x="5331" y="2358"/>
                    <a:pt x="9329" y="4460"/>
                    <a:pt x="13123" y="6741"/>
                  </a:cubicBezTo>
                  <a:cubicBezTo>
                    <a:pt x="17403" y="9304"/>
                    <a:pt x="21606" y="11893"/>
                    <a:pt x="25810" y="14533"/>
                  </a:cubicBezTo>
                  <a:cubicBezTo>
                    <a:pt x="29295" y="16686"/>
                    <a:pt x="32781" y="18864"/>
                    <a:pt x="36446" y="20838"/>
                  </a:cubicBezTo>
                  <a:cubicBezTo>
                    <a:pt x="41239" y="23426"/>
                    <a:pt x="46288" y="25579"/>
                    <a:pt x="51491" y="27220"/>
                  </a:cubicBezTo>
                  <a:cubicBezTo>
                    <a:pt x="56079" y="28680"/>
                    <a:pt x="60795" y="29783"/>
                    <a:pt x="65716" y="30013"/>
                  </a:cubicBezTo>
                  <a:cubicBezTo>
                    <a:pt x="68766" y="30193"/>
                    <a:pt x="71841" y="29859"/>
                    <a:pt x="74789" y="29065"/>
                  </a:cubicBezTo>
                  <a:cubicBezTo>
                    <a:pt x="77890" y="28168"/>
                    <a:pt x="80786" y="26656"/>
                    <a:pt x="83272" y="24605"/>
                  </a:cubicBezTo>
                  <a:cubicBezTo>
                    <a:pt x="84913" y="23272"/>
                    <a:pt x="86476" y="21786"/>
                    <a:pt x="87886" y="20197"/>
                  </a:cubicBezTo>
                  <a:cubicBezTo>
                    <a:pt x="89500" y="18352"/>
                    <a:pt x="91089" y="16455"/>
                    <a:pt x="92678" y="14610"/>
                  </a:cubicBezTo>
                  <a:cubicBezTo>
                    <a:pt x="93960" y="13123"/>
                    <a:pt x="95241" y="11636"/>
                    <a:pt x="96574" y="10201"/>
                  </a:cubicBezTo>
                  <a:cubicBezTo>
                    <a:pt x="97728" y="8971"/>
                    <a:pt x="99035" y="7920"/>
                    <a:pt x="100496" y="7074"/>
                  </a:cubicBezTo>
                  <a:cubicBezTo>
                    <a:pt x="101546" y="6434"/>
                    <a:pt x="102725" y="5947"/>
                    <a:pt x="103930" y="5639"/>
                  </a:cubicBezTo>
                  <a:cubicBezTo>
                    <a:pt x="106006" y="5075"/>
                    <a:pt x="108236" y="5357"/>
                    <a:pt x="110107" y="6408"/>
                  </a:cubicBezTo>
                  <a:cubicBezTo>
                    <a:pt x="110696" y="6741"/>
                    <a:pt x="111260" y="7126"/>
                    <a:pt x="111773" y="7561"/>
                  </a:cubicBezTo>
                  <a:cubicBezTo>
                    <a:pt x="112644" y="8253"/>
                    <a:pt x="113439" y="9073"/>
                    <a:pt x="114105" y="9971"/>
                  </a:cubicBezTo>
                  <a:cubicBezTo>
                    <a:pt x="115028" y="11175"/>
                    <a:pt x="115874" y="12431"/>
                    <a:pt x="116566" y="13764"/>
                  </a:cubicBezTo>
                  <a:cubicBezTo>
                    <a:pt x="118360" y="17147"/>
                    <a:pt x="119821" y="20684"/>
                    <a:pt x="120923" y="24349"/>
                  </a:cubicBezTo>
                  <a:cubicBezTo>
                    <a:pt x="122819" y="30295"/>
                    <a:pt x="124203" y="36421"/>
                    <a:pt x="125075" y="42597"/>
                  </a:cubicBezTo>
                  <a:cubicBezTo>
                    <a:pt x="125562" y="45929"/>
                    <a:pt x="125844" y="49287"/>
                    <a:pt x="125946" y="52619"/>
                  </a:cubicBezTo>
                  <a:cubicBezTo>
                    <a:pt x="126126" y="57617"/>
                    <a:pt x="125972" y="62589"/>
                    <a:pt x="125818" y="67561"/>
                  </a:cubicBezTo>
                  <a:cubicBezTo>
                    <a:pt x="125639" y="72533"/>
                    <a:pt x="125972" y="77480"/>
                    <a:pt x="126843" y="82375"/>
                  </a:cubicBezTo>
                  <a:cubicBezTo>
                    <a:pt x="127459" y="85835"/>
                    <a:pt x="128766" y="89116"/>
                    <a:pt x="130714" y="92063"/>
                  </a:cubicBezTo>
                  <a:cubicBezTo>
                    <a:pt x="131457" y="93140"/>
                    <a:pt x="132174" y="94242"/>
                    <a:pt x="132918" y="95344"/>
                  </a:cubicBezTo>
                  <a:cubicBezTo>
                    <a:pt x="134353" y="97420"/>
                    <a:pt x="135378" y="99727"/>
                    <a:pt x="135968" y="102187"/>
                  </a:cubicBezTo>
                  <a:cubicBezTo>
                    <a:pt x="136506" y="104494"/>
                    <a:pt x="137019" y="106801"/>
                    <a:pt x="137506" y="109107"/>
                  </a:cubicBezTo>
                  <a:cubicBezTo>
                    <a:pt x="139171" y="116745"/>
                    <a:pt x="142503" y="123870"/>
                    <a:pt x="147450" y="130457"/>
                  </a:cubicBezTo>
                  <a:cubicBezTo>
                    <a:pt x="150808" y="134891"/>
                    <a:pt x="154575" y="138992"/>
                    <a:pt x="158702" y="142734"/>
                  </a:cubicBezTo>
                  <a:lnTo>
                    <a:pt x="155318" y="142734"/>
                  </a:lnTo>
                  <a:lnTo>
                    <a:pt x="153114" y="140453"/>
                  </a:lnTo>
                  <a:cubicBezTo>
                    <a:pt x="145656" y="132789"/>
                    <a:pt x="139915" y="124332"/>
                    <a:pt x="136275" y="114951"/>
                  </a:cubicBezTo>
                  <a:cubicBezTo>
                    <a:pt x="135378" y="112619"/>
                    <a:pt x="134507" y="110286"/>
                    <a:pt x="133661" y="107954"/>
                  </a:cubicBezTo>
                  <a:cubicBezTo>
                    <a:pt x="132661" y="105212"/>
                    <a:pt x="131354" y="102597"/>
                    <a:pt x="129740" y="100162"/>
                  </a:cubicBezTo>
                  <a:cubicBezTo>
                    <a:pt x="128817" y="98804"/>
                    <a:pt x="127945" y="97394"/>
                    <a:pt x="127100" y="95985"/>
                  </a:cubicBezTo>
                  <a:cubicBezTo>
                    <a:pt x="125331" y="93114"/>
                    <a:pt x="124152" y="89936"/>
                    <a:pt x="123640" y="86604"/>
                  </a:cubicBezTo>
                  <a:cubicBezTo>
                    <a:pt x="123230" y="83913"/>
                    <a:pt x="123024" y="81171"/>
                    <a:pt x="122999" y="78454"/>
                  </a:cubicBezTo>
                  <a:cubicBezTo>
                    <a:pt x="122896" y="73789"/>
                    <a:pt x="123178" y="69125"/>
                    <a:pt x="123511" y="64460"/>
                  </a:cubicBezTo>
                  <a:cubicBezTo>
                    <a:pt x="123793" y="60205"/>
                    <a:pt x="123973" y="55951"/>
                    <a:pt x="123845" y="51696"/>
                  </a:cubicBezTo>
                  <a:cubicBezTo>
                    <a:pt x="123768" y="48723"/>
                    <a:pt x="123537" y="45750"/>
                    <a:pt x="123127" y="42777"/>
                  </a:cubicBezTo>
                  <a:cubicBezTo>
                    <a:pt x="122691" y="39650"/>
                    <a:pt x="122102" y="36523"/>
                    <a:pt x="121359" y="33422"/>
                  </a:cubicBezTo>
                  <a:cubicBezTo>
                    <a:pt x="120461" y="29449"/>
                    <a:pt x="119231" y="25579"/>
                    <a:pt x="117719" y="21786"/>
                  </a:cubicBezTo>
                  <a:cubicBezTo>
                    <a:pt x="116694" y="19249"/>
                    <a:pt x="115438" y="16839"/>
                    <a:pt x="113951" y="14558"/>
                  </a:cubicBezTo>
                  <a:cubicBezTo>
                    <a:pt x="113208" y="13431"/>
                    <a:pt x="112337" y="12405"/>
                    <a:pt x="111388" y="11457"/>
                  </a:cubicBezTo>
                  <a:cubicBezTo>
                    <a:pt x="110620" y="10714"/>
                    <a:pt x="109748" y="10099"/>
                    <a:pt x="108825" y="9612"/>
                  </a:cubicBezTo>
                  <a:cubicBezTo>
                    <a:pt x="107236" y="8792"/>
                    <a:pt x="105442" y="8535"/>
                    <a:pt x="103699" y="8868"/>
                  </a:cubicBezTo>
                  <a:cubicBezTo>
                    <a:pt x="102777" y="9048"/>
                    <a:pt x="101880" y="9330"/>
                    <a:pt x="101059" y="9714"/>
                  </a:cubicBezTo>
                  <a:cubicBezTo>
                    <a:pt x="99881" y="10252"/>
                    <a:pt x="98804" y="10944"/>
                    <a:pt x="97830" y="11790"/>
                  </a:cubicBezTo>
                  <a:cubicBezTo>
                    <a:pt x="96651" y="12841"/>
                    <a:pt x="95472" y="13918"/>
                    <a:pt x="94396" y="15045"/>
                  </a:cubicBezTo>
                  <a:cubicBezTo>
                    <a:pt x="92935" y="16532"/>
                    <a:pt x="91602" y="18095"/>
                    <a:pt x="90167" y="19582"/>
                  </a:cubicBezTo>
                  <a:cubicBezTo>
                    <a:pt x="88731" y="21094"/>
                    <a:pt x="87296" y="22504"/>
                    <a:pt x="85810" y="23939"/>
                  </a:cubicBezTo>
                  <a:cubicBezTo>
                    <a:pt x="84502" y="25143"/>
                    <a:pt x="83093" y="26246"/>
                    <a:pt x="81555" y="27194"/>
                  </a:cubicBezTo>
                  <a:cubicBezTo>
                    <a:pt x="77890" y="29501"/>
                    <a:pt x="73738" y="30705"/>
                    <a:pt x="69150" y="30910"/>
                  </a:cubicBezTo>
                  <a:cubicBezTo>
                    <a:pt x="65408" y="31038"/>
                    <a:pt x="61666" y="30680"/>
                    <a:pt x="58001" y="29834"/>
                  </a:cubicBezTo>
                  <a:cubicBezTo>
                    <a:pt x="51747" y="28450"/>
                    <a:pt x="45673" y="26374"/>
                    <a:pt x="39855" y="23657"/>
                  </a:cubicBezTo>
                  <a:cubicBezTo>
                    <a:pt x="35754" y="21709"/>
                    <a:pt x="31756" y="19531"/>
                    <a:pt x="27886" y="17147"/>
                  </a:cubicBezTo>
                  <a:cubicBezTo>
                    <a:pt x="23452" y="14507"/>
                    <a:pt x="19069" y="11842"/>
                    <a:pt x="14609" y="9227"/>
                  </a:cubicBezTo>
                  <a:cubicBezTo>
                    <a:pt x="10560" y="6844"/>
                    <a:pt x="6356" y="4665"/>
                    <a:pt x="2076" y="2768"/>
                  </a:cubicBezTo>
                  <a:cubicBezTo>
                    <a:pt x="1615" y="2538"/>
                    <a:pt x="1128" y="2358"/>
                    <a:pt x="641" y="2153"/>
                  </a:cubicBezTo>
                  <a:cubicBezTo>
                    <a:pt x="436" y="2128"/>
                    <a:pt x="205" y="2102"/>
                    <a:pt x="0" y="2128"/>
                  </a:cubicBezTo>
                  <a:lnTo>
                    <a:pt x="0" y="52"/>
                  </a:lnTo>
                  <a:cubicBezTo>
                    <a:pt x="513" y="0"/>
                    <a:pt x="871" y="257"/>
                    <a:pt x="1256" y="436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39" name="Google Shape;382;p15"/>
            <p:cNvSpPr/>
            <p:nvPr/>
          </p:nvSpPr>
          <p:spPr>
            <a:xfrm flipH="1">
              <a:off x="7970040" y="4377600"/>
              <a:ext cx="1171800" cy="764640"/>
            </a:xfrm>
            <a:custGeom>
              <a:avLst/>
              <a:gdLst>
                <a:gd name="textAreaLeft" fmla="*/ -360 w 1171800"/>
                <a:gd name="textAreaRight" fmla="*/ 1171800 w 1171800"/>
                <a:gd name="textAreaTop" fmla="*/ 0 h 764640"/>
                <a:gd name="textAreaBottom" fmla="*/ 765000 h 764640"/>
              </a:gdLst>
              <a:ahLst/>
              <a:cxnLst/>
              <a:rect l="textAreaLeft" t="textAreaTop" r="textAreaRight" b="textAreaBottom"/>
              <a:pathLst>
                <a:path w="36498" h="26169">
                  <a:moveTo>
                    <a:pt x="641" y="9355"/>
                  </a:moveTo>
                  <a:cubicBezTo>
                    <a:pt x="974" y="9150"/>
                    <a:pt x="1307" y="8945"/>
                    <a:pt x="1640" y="8740"/>
                  </a:cubicBezTo>
                  <a:cubicBezTo>
                    <a:pt x="4690" y="6766"/>
                    <a:pt x="7894" y="5023"/>
                    <a:pt x="11200" y="3511"/>
                  </a:cubicBezTo>
                  <a:cubicBezTo>
                    <a:pt x="13456" y="2435"/>
                    <a:pt x="15814" y="1563"/>
                    <a:pt x="18249" y="897"/>
                  </a:cubicBezTo>
                  <a:cubicBezTo>
                    <a:pt x="20478" y="282"/>
                    <a:pt x="22760" y="0"/>
                    <a:pt x="25066" y="51"/>
                  </a:cubicBezTo>
                  <a:cubicBezTo>
                    <a:pt x="26040" y="77"/>
                    <a:pt x="27014" y="179"/>
                    <a:pt x="27988" y="384"/>
                  </a:cubicBezTo>
                  <a:cubicBezTo>
                    <a:pt x="30577" y="948"/>
                    <a:pt x="32525" y="2179"/>
                    <a:pt x="33934" y="4050"/>
                  </a:cubicBezTo>
                  <a:cubicBezTo>
                    <a:pt x="34934" y="5485"/>
                    <a:pt x="35626" y="7100"/>
                    <a:pt x="35985" y="8817"/>
                  </a:cubicBezTo>
                  <a:cubicBezTo>
                    <a:pt x="36318" y="10406"/>
                    <a:pt x="36497" y="12020"/>
                    <a:pt x="36497" y="13661"/>
                  </a:cubicBezTo>
                  <a:cubicBezTo>
                    <a:pt x="36497" y="15967"/>
                    <a:pt x="36369" y="18300"/>
                    <a:pt x="36062" y="20581"/>
                  </a:cubicBezTo>
                  <a:cubicBezTo>
                    <a:pt x="35857" y="22247"/>
                    <a:pt x="35651" y="23887"/>
                    <a:pt x="35472" y="25527"/>
                  </a:cubicBezTo>
                  <a:cubicBezTo>
                    <a:pt x="35472" y="25758"/>
                    <a:pt x="35498" y="25963"/>
                    <a:pt x="35523" y="26168"/>
                  </a:cubicBezTo>
                  <a:lnTo>
                    <a:pt x="26425" y="26168"/>
                  </a:lnTo>
                  <a:cubicBezTo>
                    <a:pt x="26066" y="24400"/>
                    <a:pt x="25733" y="22606"/>
                    <a:pt x="25066" y="20863"/>
                  </a:cubicBezTo>
                  <a:cubicBezTo>
                    <a:pt x="24733" y="19991"/>
                    <a:pt x="24349" y="19146"/>
                    <a:pt x="23913" y="18325"/>
                  </a:cubicBezTo>
                  <a:cubicBezTo>
                    <a:pt x="23477" y="17582"/>
                    <a:pt x="22990" y="16916"/>
                    <a:pt x="22426" y="16301"/>
                  </a:cubicBezTo>
                  <a:cubicBezTo>
                    <a:pt x="20504" y="14250"/>
                    <a:pt x="17915" y="13456"/>
                    <a:pt x="14840" y="13661"/>
                  </a:cubicBezTo>
                  <a:cubicBezTo>
                    <a:pt x="12584" y="13840"/>
                    <a:pt x="10380" y="14353"/>
                    <a:pt x="8304" y="15199"/>
                  </a:cubicBezTo>
                  <a:cubicBezTo>
                    <a:pt x="6638" y="15839"/>
                    <a:pt x="4998" y="16583"/>
                    <a:pt x="3434" y="17403"/>
                  </a:cubicBezTo>
                  <a:cubicBezTo>
                    <a:pt x="2666" y="17813"/>
                    <a:pt x="1922" y="18223"/>
                    <a:pt x="1128" y="18607"/>
                  </a:cubicBezTo>
                  <a:cubicBezTo>
                    <a:pt x="769" y="18787"/>
                    <a:pt x="384" y="18889"/>
                    <a:pt x="0" y="19043"/>
                  </a:cubicBezTo>
                  <a:lnTo>
                    <a:pt x="0" y="9457"/>
                  </a:lnTo>
                  <a:cubicBezTo>
                    <a:pt x="205" y="9509"/>
                    <a:pt x="461" y="9483"/>
                    <a:pt x="641" y="935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0" name="Google Shape;383;p15"/>
            <p:cNvSpPr/>
            <p:nvPr/>
          </p:nvSpPr>
          <p:spPr>
            <a:xfrm flipH="1">
              <a:off x="0" y="621000"/>
              <a:ext cx="996480" cy="1850400"/>
            </a:xfrm>
            <a:custGeom>
              <a:avLst/>
              <a:gdLst>
                <a:gd name="textAreaLeft" fmla="*/ 360 w 996480"/>
                <a:gd name="textAreaRight" fmla="*/ 997200 w 996480"/>
                <a:gd name="textAreaTop" fmla="*/ 0 h 1850400"/>
                <a:gd name="textAreaBottom" fmla="*/ 1850760 h 1850400"/>
              </a:gdLst>
              <a:ahLst/>
              <a:cxnLst/>
              <a:rect l="textAreaLeft" t="textAreaTop" r="textAreaRight" b="textAreaBottom"/>
              <a:pathLst>
                <a:path w="31039" h="63307">
                  <a:moveTo>
                    <a:pt x="20172" y="62948"/>
                  </a:moveTo>
                  <a:cubicBezTo>
                    <a:pt x="16660" y="62537"/>
                    <a:pt x="13303" y="61615"/>
                    <a:pt x="10381" y="59872"/>
                  </a:cubicBezTo>
                  <a:cubicBezTo>
                    <a:pt x="6050" y="57283"/>
                    <a:pt x="3128" y="53874"/>
                    <a:pt x="1641" y="49620"/>
                  </a:cubicBezTo>
                  <a:cubicBezTo>
                    <a:pt x="513" y="46288"/>
                    <a:pt x="1" y="42802"/>
                    <a:pt x="129" y="39317"/>
                  </a:cubicBezTo>
                  <a:cubicBezTo>
                    <a:pt x="283" y="34985"/>
                    <a:pt x="1564" y="30884"/>
                    <a:pt x="3615" y="26937"/>
                  </a:cubicBezTo>
                  <a:cubicBezTo>
                    <a:pt x="5998" y="22350"/>
                    <a:pt x="9202" y="18198"/>
                    <a:pt x="12995" y="14327"/>
                  </a:cubicBezTo>
                  <a:cubicBezTo>
                    <a:pt x="17327" y="9970"/>
                    <a:pt x="22043" y="6023"/>
                    <a:pt x="27066" y="2486"/>
                  </a:cubicBezTo>
                  <a:cubicBezTo>
                    <a:pt x="28194" y="1692"/>
                    <a:pt x="29373" y="974"/>
                    <a:pt x="30552" y="205"/>
                  </a:cubicBezTo>
                  <a:cubicBezTo>
                    <a:pt x="30706" y="128"/>
                    <a:pt x="30860" y="52"/>
                    <a:pt x="31039" y="0"/>
                  </a:cubicBezTo>
                  <a:lnTo>
                    <a:pt x="31039" y="2640"/>
                  </a:lnTo>
                  <a:cubicBezTo>
                    <a:pt x="30936" y="2691"/>
                    <a:pt x="30834" y="2743"/>
                    <a:pt x="30757" y="2794"/>
                  </a:cubicBezTo>
                  <a:cubicBezTo>
                    <a:pt x="27425" y="5024"/>
                    <a:pt x="24221" y="7484"/>
                    <a:pt x="21171" y="10124"/>
                  </a:cubicBezTo>
                  <a:cubicBezTo>
                    <a:pt x="17660" y="13097"/>
                    <a:pt x="14508" y="16455"/>
                    <a:pt x="11765" y="20120"/>
                  </a:cubicBezTo>
                  <a:cubicBezTo>
                    <a:pt x="9407" y="23349"/>
                    <a:pt x="7485" y="26758"/>
                    <a:pt x="6357" y="30423"/>
                  </a:cubicBezTo>
                  <a:cubicBezTo>
                    <a:pt x="4461" y="36446"/>
                    <a:pt x="5332" y="42213"/>
                    <a:pt x="8818" y="47723"/>
                  </a:cubicBezTo>
                  <a:cubicBezTo>
                    <a:pt x="10022" y="49646"/>
                    <a:pt x="11586" y="51337"/>
                    <a:pt x="13405" y="52696"/>
                  </a:cubicBezTo>
                  <a:cubicBezTo>
                    <a:pt x="15917" y="54515"/>
                    <a:pt x="18813" y="55669"/>
                    <a:pt x="22043" y="56361"/>
                  </a:cubicBezTo>
                  <a:cubicBezTo>
                    <a:pt x="24298" y="56822"/>
                    <a:pt x="26579" y="57104"/>
                    <a:pt x="28886" y="57206"/>
                  </a:cubicBezTo>
                  <a:lnTo>
                    <a:pt x="31039" y="57335"/>
                  </a:lnTo>
                  <a:lnTo>
                    <a:pt x="31039" y="62768"/>
                  </a:lnTo>
                  <a:cubicBezTo>
                    <a:pt x="30860" y="62819"/>
                    <a:pt x="30680" y="62871"/>
                    <a:pt x="30501" y="62896"/>
                  </a:cubicBezTo>
                  <a:cubicBezTo>
                    <a:pt x="27066" y="63306"/>
                    <a:pt x="23606" y="63306"/>
                    <a:pt x="20172" y="6294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1" name="Google Shape;384;p15"/>
            <p:cNvSpPr/>
            <p:nvPr/>
          </p:nvSpPr>
          <p:spPr>
            <a:xfrm flipH="1">
              <a:off x="6048720" y="2318040"/>
              <a:ext cx="3094200" cy="2824920"/>
            </a:xfrm>
            <a:custGeom>
              <a:avLst/>
              <a:gdLst>
                <a:gd name="textAreaLeft" fmla="*/ -360 w 3094200"/>
                <a:gd name="textAreaRight" fmla="*/ 3094200 w 3094200"/>
                <a:gd name="textAreaTop" fmla="*/ 0 h 2824920"/>
                <a:gd name="textAreaBottom" fmla="*/ 2825280 h 2824920"/>
              </a:gdLst>
              <a:ahLst/>
              <a:cxnLst/>
              <a:rect l="textAreaLeft" t="textAreaTop" r="textAreaRight" b="textAreaBottom"/>
              <a:pathLst>
                <a:path w="96344" h="96651">
                  <a:moveTo>
                    <a:pt x="436" y="22093"/>
                  </a:moveTo>
                  <a:cubicBezTo>
                    <a:pt x="564" y="21837"/>
                    <a:pt x="667" y="21581"/>
                    <a:pt x="769" y="21299"/>
                  </a:cubicBezTo>
                  <a:cubicBezTo>
                    <a:pt x="1692" y="18582"/>
                    <a:pt x="2897" y="15968"/>
                    <a:pt x="4357" y="13507"/>
                  </a:cubicBezTo>
                  <a:cubicBezTo>
                    <a:pt x="5767" y="11149"/>
                    <a:pt x="7459" y="9022"/>
                    <a:pt x="9432" y="7177"/>
                  </a:cubicBezTo>
                  <a:cubicBezTo>
                    <a:pt x="12277" y="4485"/>
                    <a:pt x="15763" y="2614"/>
                    <a:pt x="19889" y="1564"/>
                  </a:cubicBezTo>
                  <a:cubicBezTo>
                    <a:pt x="21555" y="1128"/>
                    <a:pt x="23273" y="795"/>
                    <a:pt x="24990" y="564"/>
                  </a:cubicBezTo>
                  <a:cubicBezTo>
                    <a:pt x="27886" y="205"/>
                    <a:pt x="30782" y="26"/>
                    <a:pt x="33704" y="26"/>
                  </a:cubicBezTo>
                  <a:cubicBezTo>
                    <a:pt x="39035" y="0"/>
                    <a:pt x="44315" y="359"/>
                    <a:pt x="49620" y="667"/>
                  </a:cubicBezTo>
                  <a:cubicBezTo>
                    <a:pt x="53337" y="897"/>
                    <a:pt x="57027" y="1128"/>
                    <a:pt x="60744" y="1307"/>
                  </a:cubicBezTo>
                  <a:cubicBezTo>
                    <a:pt x="65024" y="1512"/>
                    <a:pt x="69304" y="1589"/>
                    <a:pt x="73610" y="1615"/>
                  </a:cubicBezTo>
                  <a:cubicBezTo>
                    <a:pt x="76481" y="1615"/>
                    <a:pt x="79377" y="1666"/>
                    <a:pt x="82247" y="1743"/>
                  </a:cubicBezTo>
                  <a:cubicBezTo>
                    <a:pt x="83913" y="1769"/>
                    <a:pt x="85579" y="1948"/>
                    <a:pt x="87194" y="2307"/>
                  </a:cubicBezTo>
                  <a:cubicBezTo>
                    <a:pt x="89962" y="2948"/>
                    <a:pt x="91910" y="4357"/>
                    <a:pt x="93012" y="6587"/>
                  </a:cubicBezTo>
                  <a:cubicBezTo>
                    <a:pt x="93576" y="7792"/>
                    <a:pt x="93960" y="9073"/>
                    <a:pt x="94088" y="10406"/>
                  </a:cubicBezTo>
                  <a:cubicBezTo>
                    <a:pt x="94319" y="12482"/>
                    <a:pt x="94294" y="14609"/>
                    <a:pt x="93986" y="16685"/>
                  </a:cubicBezTo>
                  <a:cubicBezTo>
                    <a:pt x="93602" y="19761"/>
                    <a:pt x="93115" y="22836"/>
                    <a:pt x="92628" y="25912"/>
                  </a:cubicBezTo>
                  <a:cubicBezTo>
                    <a:pt x="92038" y="29577"/>
                    <a:pt x="91525" y="33242"/>
                    <a:pt x="91167" y="36933"/>
                  </a:cubicBezTo>
                  <a:cubicBezTo>
                    <a:pt x="90757" y="40983"/>
                    <a:pt x="90577" y="45058"/>
                    <a:pt x="90577" y="49133"/>
                  </a:cubicBezTo>
                  <a:cubicBezTo>
                    <a:pt x="90577" y="51465"/>
                    <a:pt x="90654" y="53823"/>
                    <a:pt x="90782" y="56181"/>
                  </a:cubicBezTo>
                  <a:cubicBezTo>
                    <a:pt x="90910" y="58513"/>
                    <a:pt x="91090" y="60923"/>
                    <a:pt x="91346" y="63306"/>
                  </a:cubicBezTo>
                  <a:cubicBezTo>
                    <a:pt x="91551" y="65510"/>
                    <a:pt x="91807" y="67715"/>
                    <a:pt x="92141" y="69919"/>
                  </a:cubicBezTo>
                  <a:cubicBezTo>
                    <a:pt x="92525" y="72661"/>
                    <a:pt x="92935" y="75404"/>
                    <a:pt x="93371" y="78120"/>
                  </a:cubicBezTo>
                  <a:cubicBezTo>
                    <a:pt x="93858" y="81170"/>
                    <a:pt x="94396" y="84220"/>
                    <a:pt x="94883" y="87245"/>
                  </a:cubicBezTo>
                  <a:cubicBezTo>
                    <a:pt x="95396" y="90372"/>
                    <a:pt x="95857" y="93524"/>
                    <a:pt x="96344" y="96651"/>
                  </a:cubicBezTo>
                  <a:lnTo>
                    <a:pt x="93627" y="96651"/>
                  </a:lnTo>
                  <a:cubicBezTo>
                    <a:pt x="93627" y="96446"/>
                    <a:pt x="93627" y="96215"/>
                    <a:pt x="93602" y="96010"/>
                  </a:cubicBezTo>
                  <a:cubicBezTo>
                    <a:pt x="93191" y="91269"/>
                    <a:pt x="92551" y="86527"/>
                    <a:pt x="91936" y="81811"/>
                  </a:cubicBezTo>
                  <a:cubicBezTo>
                    <a:pt x="91525" y="78659"/>
                    <a:pt x="91064" y="75532"/>
                    <a:pt x="90705" y="72379"/>
                  </a:cubicBezTo>
                  <a:cubicBezTo>
                    <a:pt x="90321" y="69124"/>
                    <a:pt x="90013" y="65895"/>
                    <a:pt x="89680" y="62640"/>
                  </a:cubicBezTo>
                  <a:cubicBezTo>
                    <a:pt x="89321" y="58924"/>
                    <a:pt x="89193" y="55207"/>
                    <a:pt x="89116" y="51465"/>
                  </a:cubicBezTo>
                  <a:cubicBezTo>
                    <a:pt x="89065" y="47749"/>
                    <a:pt x="89219" y="43956"/>
                    <a:pt x="89475" y="40214"/>
                  </a:cubicBezTo>
                  <a:cubicBezTo>
                    <a:pt x="89706" y="36805"/>
                    <a:pt x="90065" y="33396"/>
                    <a:pt x="90500" y="30013"/>
                  </a:cubicBezTo>
                  <a:cubicBezTo>
                    <a:pt x="90936" y="26399"/>
                    <a:pt x="91449" y="22785"/>
                    <a:pt x="91910" y="19171"/>
                  </a:cubicBezTo>
                  <a:cubicBezTo>
                    <a:pt x="92217" y="16890"/>
                    <a:pt x="92269" y="14558"/>
                    <a:pt x="92038" y="12226"/>
                  </a:cubicBezTo>
                  <a:cubicBezTo>
                    <a:pt x="91910" y="11047"/>
                    <a:pt x="91602" y="9868"/>
                    <a:pt x="91141" y="8766"/>
                  </a:cubicBezTo>
                  <a:cubicBezTo>
                    <a:pt x="90167" y="6613"/>
                    <a:pt x="88399" y="5101"/>
                    <a:pt x="85759" y="4357"/>
                  </a:cubicBezTo>
                  <a:cubicBezTo>
                    <a:pt x="84964" y="4101"/>
                    <a:pt x="84144" y="3922"/>
                    <a:pt x="83324" y="3768"/>
                  </a:cubicBezTo>
                  <a:cubicBezTo>
                    <a:pt x="80889" y="3435"/>
                    <a:pt x="78428" y="3230"/>
                    <a:pt x="75968" y="3204"/>
                  </a:cubicBezTo>
                  <a:cubicBezTo>
                    <a:pt x="71406" y="3101"/>
                    <a:pt x="66844" y="2999"/>
                    <a:pt x="62307" y="2871"/>
                  </a:cubicBezTo>
                  <a:cubicBezTo>
                    <a:pt x="57335" y="2717"/>
                    <a:pt x="52363" y="2538"/>
                    <a:pt x="47416" y="2358"/>
                  </a:cubicBezTo>
                  <a:cubicBezTo>
                    <a:pt x="42598" y="2204"/>
                    <a:pt x="37779" y="2153"/>
                    <a:pt x="32961" y="2486"/>
                  </a:cubicBezTo>
                  <a:cubicBezTo>
                    <a:pt x="29654" y="2666"/>
                    <a:pt x="26348" y="3153"/>
                    <a:pt x="23144" y="3973"/>
                  </a:cubicBezTo>
                  <a:cubicBezTo>
                    <a:pt x="18915" y="5049"/>
                    <a:pt x="15225" y="6843"/>
                    <a:pt x="12175" y="9483"/>
                  </a:cubicBezTo>
                  <a:cubicBezTo>
                    <a:pt x="10201" y="11226"/>
                    <a:pt x="8484" y="13225"/>
                    <a:pt x="7049" y="15455"/>
                  </a:cubicBezTo>
                  <a:cubicBezTo>
                    <a:pt x="5716" y="17531"/>
                    <a:pt x="4563" y="19761"/>
                    <a:pt x="3640" y="22093"/>
                  </a:cubicBezTo>
                  <a:cubicBezTo>
                    <a:pt x="2717" y="24451"/>
                    <a:pt x="1820" y="26809"/>
                    <a:pt x="897" y="29167"/>
                  </a:cubicBezTo>
                  <a:cubicBezTo>
                    <a:pt x="769" y="29526"/>
                    <a:pt x="615" y="29885"/>
                    <a:pt x="436" y="30218"/>
                  </a:cubicBezTo>
                  <a:cubicBezTo>
                    <a:pt x="359" y="30320"/>
                    <a:pt x="154" y="30397"/>
                    <a:pt x="0" y="30474"/>
                  </a:cubicBezTo>
                  <a:lnTo>
                    <a:pt x="0" y="22375"/>
                  </a:lnTo>
                  <a:cubicBezTo>
                    <a:pt x="180" y="22298"/>
                    <a:pt x="359" y="22221"/>
                    <a:pt x="436" y="22093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2" name="Google Shape;385;p15"/>
            <p:cNvSpPr/>
            <p:nvPr/>
          </p:nvSpPr>
          <p:spPr>
            <a:xfrm flipH="1">
              <a:off x="6346440" y="2531520"/>
              <a:ext cx="2795400" cy="2610720"/>
            </a:xfrm>
            <a:custGeom>
              <a:avLst/>
              <a:gdLst>
                <a:gd name="textAreaLeft" fmla="*/ -360 w 2795400"/>
                <a:gd name="textAreaRight" fmla="*/ 2795400 w 2795400"/>
                <a:gd name="textAreaTop" fmla="*/ 0 h 2610720"/>
                <a:gd name="textAreaBottom" fmla="*/ 2611080 h 2610720"/>
              </a:gdLst>
              <a:ahLst/>
              <a:cxnLst/>
              <a:rect l="textAreaLeft" t="textAreaTop" r="textAreaRight" b="textAreaBottom"/>
              <a:pathLst>
                <a:path w="87040" h="89322">
                  <a:moveTo>
                    <a:pt x="948" y="33499"/>
                  </a:moveTo>
                  <a:cubicBezTo>
                    <a:pt x="3511" y="30244"/>
                    <a:pt x="5869" y="26784"/>
                    <a:pt x="7997" y="23196"/>
                  </a:cubicBezTo>
                  <a:cubicBezTo>
                    <a:pt x="9047" y="21351"/>
                    <a:pt x="10098" y="19531"/>
                    <a:pt x="11200" y="17711"/>
                  </a:cubicBezTo>
                  <a:cubicBezTo>
                    <a:pt x="12456" y="15558"/>
                    <a:pt x="13943" y="13533"/>
                    <a:pt x="15583" y="11662"/>
                  </a:cubicBezTo>
                  <a:cubicBezTo>
                    <a:pt x="19069" y="7818"/>
                    <a:pt x="23528" y="4999"/>
                    <a:pt x="28962" y="3204"/>
                  </a:cubicBezTo>
                  <a:cubicBezTo>
                    <a:pt x="31858" y="2282"/>
                    <a:pt x="34806" y="1615"/>
                    <a:pt x="37830" y="1180"/>
                  </a:cubicBezTo>
                  <a:cubicBezTo>
                    <a:pt x="42520" y="513"/>
                    <a:pt x="47236" y="154"/>
                    <a:pt x="51978" y="103"/>
                  </a:cubicBezTo>
                  <a:cubicBezTo>
                    <a:pt x="56335" y="1"/>
                    <a:pt x="60692" y="26"/>
                    <a:pt x="65075" y="52"/>
                  </a:cubicBezTo>
                  <a:cubicBezTo>
                    <a:pt x="68125" y="78"/>
                    <a:pt x="71200" y="257"/>
                    <a:pt x="74250" y="616"/>
                  </a:cubicBezTo>
                  <a:cubicBezTo>
                    <a:pt x="76173" y="795"/>
                    <a:pt x="78044" y="1180"/>
                    <a:pt x="79863" y="1769"/>
                  </a:cubicBezTo>
                  <a:cubicBezTo>
                    <a:pt x="82862" y="2769"/>
                    <a:pt x="84887" y="4537"/>
                    <a:pt x="85861" y="7075"/>
                  </a:cubicBezTo>
                  <a:cubicBezTo>
                    <a:pt x="86373" y="8407"/>
                    <a:pt x="86681" y="9817"/>
                    <a:pt x="86758" y="11252"/>
                  </a:cubicBezTo>
                  <a:cubicBezTo>
                    <a:pt x="87040" y="14943"/>
                    <a:pt x="86707" y="18634"/>
                    <a:pt x="86450" y="22324"/>
                  </a:cubicBezTo>
                  <a:cubicBezTo>
                    <a:pt x="86194" y="25656"/>
                    <a:pt x="85886" y="29014"/>
                    <a:pt x="85681" y="32346"/>
                  </a:cubicBezTo>
                  <a:cubicBezTo>
                    <a:pt x="85323" y="37882"/>
                    <a:pt x="85169" y="43444"/>
                    <a:pt x="85297" y="48980"/>
                  </a:cubicBezTo>
                  <a:cubicBezTo>
                    <a:pt x="85374" y="53875"/>
                    <a:pt x="85630" y="58745"/>
                    <a:pt x="85886" y="63640"/>
                  </a:cubicBezTo>
                  <a:cubicBezTo>
                    <a:pt x="86092" y="67484"/>
                    <a:pt x="86348" y="71329"/>
                    <a:pt x="86527" y="75173"/>
                  </a:cubicBezTo>
                  <a:cubicBezTo>
                    <a:pt x="86784" y="79710"/>
                    <a:pt x="86732" y="84246"/>
                    <a:pt x="86425" y="88783"/>
                  </a:cubicBezTo>
                  <a:cubicBezTo>
                    <a:pt x="86450" y="88962"/>
                    <a:pt x="86476" y="89142"/>
                    <a:pt x="86527" y="89321"/>
                  </a:cubicBezTo>
                  <a:lnTo>
                    <a:pt x="83580" y="89321"/>
                  </a:lnTo>
                  <a:cubicBezTo>
                    <a:pt x="83605" y="88886"/>
                    <a:pt x="83605" y="88450"/>
                    <a:pt x="83657" y="88014"/>
                  </a:cubicBezTo>
                  <a:cubicBezTo>
                    <a:pt x="83836" y="85810"/>
                    <a:pt x="84118" y="83580"/>
                    <a:pt x="84221" y="81376"/>
                  </a:cubicBezTo>
                  <a:cubicBezTo>
                    <a:pt x="84502" y="75814"/>
                    <a:pt x="84323" y="70278"/>
                    <a:pt x="84144" y="64742"/>
                  </a:cubicBezTo>
                  <a:cubicBezTo>
                    <a:pt x="84041" y="61385"/>
                    <a:pt x="83913" y="58053"/>
                    <a:pt x="83836" y="54695"/>
                  </a:cubicBezTo>
                  <a:cubicBezTo>
                    <a:pt x="83657" y="47083"/>
                    <a:pt x="83708" y="39471"/>
                    <a:pt x="84195" y="31859"/>
                  </a:cubicBezTo>
                  <a:cubicBezTo>
                    <a:pt x="84451" y="28296"/>
                    <a:pt x="84605" y="24734"/>
                    <a:pt x="84810" y="21171"/>
                  </a:cubicBezTo>
                  <a:cubicBezTo>
                    <a:pt x="84989" y="18557"/>
                    <a:pt x="84938" y="15968"/>
                    <a:pt x="84707" y="13380"/>
                  </a:cubicBezTo>
                  <a:cubicBezTo>
                    <a:pt x="84554" y="11842"/>
                    <a:pt x="84195" y="10355"/>
                    <a:pt x="83631" y="8946"/>
                  </a:cubicBezTo>
                  <a:cubicBezTo>
                    <a:pt x="82580" y="6562"/>
                    <a:pt x="80658" y="4845"/>
                    <a:pt x="77839" y="3820"/>
                  </a:cubicBezTo>
                  <a:cubicBezTo>
                    <a:pt x="76660" y="3410"/>
                    <a:pt x="75481" y="3076"/>
                    <a:pt x="74276" y="2846"/>
                  </a:cubicBezTo>
                  <a:cubicBezTo>
                    <a:pt x="71124" y="2282"/>
                    <a:pt x="67971" y="2000"/>
                    <a:pt x="64793" y="1974"/>
                  </a:cubicBezTo>
                  <a:cubicBezTo>
                    <a:pt x="57770" y="1769"/>
                    <a:pt x="50748" y="2051"/>
                    <a:pt x="43776" y="2871"/>
                  </a:cubicBezTo>
                  <a:cubicBezTo>
                    <a:pt x="40444" y="3230"/>
                    <a:pt x="37164" y="3871"/>
                    <a:pt x="33934" y="4768"/>
                  </a:cubicBezTo>
                  <a:cubicBezTo>
                    <a:pt x="28731" y="6229"/>
                    <a:pt x="24144" y="8484"/>
                    <a:pt x="20350" y="11765"/>
                  </a:cubicBezTo>
                  <a:cubicBezTo>
                    <a:pt x="18223" y="13636"/>
                    <a:pt x="16301" y="15763"/>
                    <a:pt x="14660" y="18095"/>
                  </a:cubicBezTo>
                  <a:cubicBezTo>
                    <a:pt x="13379" y="19864"/>
                    <a:pt x="12174" y="21684"/>
                    <a:pt x="10944" y="23478"/>
                  </a:cubicBezTo>
                  <a:cubicBezTo>
                    <a:pt x="7971" y="27912"/>
                    <a:pt x="4716" y="32141"/>
                    <a:pt x="1205" y="36165"/>
                  </a:cubicBezTo>
                  <a:cubicBezTo>
                    <a:pt x="974" y="36421"/>
                    <a:pt x="743" y="36677"/>
                    <a:pt x="513" y="36908"/>
                  </a:cubicBezTo>
                  <a:cubicBezTo>
                    <a:pt x="333" y="36985"/>
                    <a:pt x="179" y="37036"/>
                    <a:pt x="0" y="37062"/>
                  </a:cubicBezTo>
                  <a:lnTo>
                    <a:pt x="0" y="34242"/>
                  </a:lnTo>
                  <a:cubicBezTo>
                    <a:pt x="564" y="34217"/>
                    <a:pt x="692" y="33807"/>
                    <a:pt x="948" y="3349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3" name="Google Shape;386;p15"/>
            <p:cNvSpPr/>
            <p:nvPr/>
          </p:nvSpPr>
          <p:spPr>
            <a:xfrm flipH="1">
              <a:off x="7662240" y="4084200"/>
              <a:ext cx="1479960" cy="1058400"/>
            </a:xfrm>
            <a:custGeom>
              <a:avLst/>
              <a:gdLst>
                <a:gd name="textAreaLeft" fmla="*/ -360 w 1479960"/>
                <a:gd name="textAreaRight" fmla="*/ 1479960 w 1479960"/>
                <a:gd name="textAreaTop" fmla="*/ 0 h 1058400"/>
                <a:gd name="textAreaBottom" fmla="*/ 1058760 h 1058400"/>
              </a:gdLst>
              <a:ahLst/>
              <a:cxnLst/>
              <a:rect l="textAreaLeft" t="textAreaTop" r="textAreaRight" b="textAreaBottom"/>
              <a:pathLst>
                <a:path w="46083" h="36216">
                  <a:moveTo>
                    <a:pt x="11149" y="6818"/>
                  </a:moveTo>
                  <a:cubicBezTo>
                    <a:pt x="13994" y="5357"/>
                    <a:pt x="16916" y="4101"/>
                    <a:pt x="19940" y="3050"/>
                  </a:cubicBezTo>
                  <a:cubicBezTo>
                    <a:pt x="23785" y="1717"/>
                    <a:pt x="27757" y="641"/>
                    <a:pt x="31935" y="231"/>
                  </a:cubicBezTo>
                  <a:cubicBezTo>
                    <a:pt x="33806" y="0"/>
                    <a:pt x="35703" y="26"/>
                    <a:pt x="37599" y="308"/>
                  </a:cubicBezTo>
                  <a:cubicBezTo>
                    <a:pt x="40265" y="769"/>
                    <a:pt x="42315" y="1948"/>
                    <a:pt x="43725" y="3896"/>
                  </a:cubicBezTo>
                  <a:cubicBezTo>
                    <a:pt x="44314" y="4742"/>
                    <a:pt x="44776" y="5664"/>
                    <a:pt x="45109" y="6664"/>
                  </a:cubicBezTo>
                  <a:cubicBezTo>
                    <a:pt x="45622" y="8330"/>
                    <a:pt x="45929" y="10098"/>
                    <a:pt x="45980" y="11867"/>
                  </a:cubicBezTo>
                  <a:cubicBezTo>
                    <a:pt x="46083" y="14635"/>
                    <a:pt x="45929" y="17454"/>
                    <a:pt x="45468" y="20196"/>
                  </a:cubicBezTo>
                  <a:cubicBezTo>
                    <a:pt x="44904" y="23887"/>
                    <a:pt x="44109" y="27501"/>
                    <a:pt x="43110" y="31089"/>
                  </a:cubicBezTo>
                  <a:cubicBezTo>
                    <a:pt x="42725" y="32473"/>
                    <a:pt x="42341" y="33832"/>
                    <a:pt x="41982" y="35216"/>
                  </a:cubicBezTo>
                  <a:cubicBezTo>
                    <a:pt x="41905" y="35523"/>
                    <a:pt x="41649" y="35856"/>
                    <a:pt x="41905" y="36215"/>
                  </a:cubicBezTo>
                  <a:lnTo>
                    <a:pt x="38701" y="36215"/>
                  </a:lnTo>
                  <a:cubicBezTo>
                    <a:pt x="38804" y="35600"/>
                    <a:pt x="38881" y="34959"/>
                    <a:pt x="39009" y="34370"/>
                  </a:cubicBezTo>
                  <a:cubicBezTo>
                    <a:pt x="39752" y="31140"/>
                    <a:pt x="40444" y="27885"/>
                    <a:pt x="40880" y="24630"/>
                  </a:cubicBezTo>
                  <a:cubicBezTo>
                    <a:pt x="41264" y="21683"/>
                    <a:pt x="41495" y="18710"/>
                    <a:pt x="41188" y="15737"/>
                  </a:cubicBezTo>
                  <a:cubicBezTo>
                    <a:pt x="41085" y="14276"/>
                    <a:pt x="40777" y="12866"/>
                    <a:pt x="40291" y="11508"/>
                  </a:cubicBezTo>
                  <a:cubicBezTo>
                    <a:pt x="40009" y="10790"/>
                    <a:pt x="39650" y="10098"/>
                    <a:pt x="39240" y="9432"/>
                  </a:cubicBezTo>
                  <a:cubicBezTo>
                    <a:pt x="37779" y="7074"/>
                    <a:pt x="35395" y="5690"/>
                    <a:pt x="32268" y="5203"/>
                  </a:cubicBezTo>
                  <a:cubicBezTo>
                    <a:pt x="30423" y="4947"/>
                    <a:pt x="28552" y="4921"/>
                    <a:pt x="26707" y="5126"/>
                  </a:cubicBezTo>
                  <a:cubicBezTo>
                    <a:pt x="22554" y="5562"/>
                    <a:pt x="18505" y="6664"/>
                    <a:pt x="14660" y="8330"/>
                  </a:cubicBezTo>
                  <a:cubicBezTo>
                    <a:pt x="10944" y="9919"/>
                    <a:pt x="7356" y="11790"/>
                    <a:pt x="3896" y="13917"/>
                  </a:cubicBezTo>
                  <a:cubicBezTo>
                    <a:pt x="2896" y="14532"/>
                    <a:pt x="1922" y="15173"/>
                    <a:pt x="923" y="15788"/>
                  </a:cubicBezTo>
                  <a:cubicBezTo>
                    <a:pt x="666" y="16019"/>
                    <a:pt x="333" y="16121"/>
                    <a:pt x="0" y="16121"/>
                  </a:cubicBezTo>
                  <a:lnTo>
                    <a:pt x="0" y="13123"/>
                  </a:lnTo>
                  <a:cubicBezTo>
                    <a:pt x="513" y="13123"/>
                    <a:pt x="820" y="12815"/>
                    <a:pt x="1179" y="12584"/>
                  </a:cubicBezTo>
                  <a:cubicBezTo>
                    <a:pt x="4383" y="10508"/>
                    <a:pt x="7689" y="8586"/>
                    <a:pt x="11149" y="681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4" name="Google Shape;387;p15"/>
            <p:cNvSpPr/>
            <p:nvPr/>
          </p:nvSpPr>
          <p:spPr>
            <a:xfrm flipH="1">
              <a:off x="6502320" y="0"/>
              <a:ext cx="2639880" cy="1050840"/>
            </a:xfrm>
            <a:custGeom>
              <a:avLst/>
              <a:gdLst>
                <a:gd name="textAreaLeft" fmla="*/ -360 w 2639880"/>
                <a:gd name="textAreaRight" fmla="*/ 2639880 w 2639880"/>
                <a:gd name="textAreaTop" fmla="*/ 0 h 1050840"/>
                <a:gd name="textAreaBottom" fmla="*/ 1051200 h 1050840"/>
              </a:gdLst>
              <a:ahLst/>
              <a:cxnLst/>
              <a:rect l="textAreaLeft" t="textAreaTop" r="textAreaRight" b="textAreaBottom"/>
              <a:pathLst>
                <a:path w="82196" h="35959">
                  <a:moveTo>
                    <a:pt x="74737" y="6049"/>
                  </a:moveTo>
                  <a:cubicBezTo>
                    <a:pt x="72918" y="7766"/>
                    <a:pt x="71431" y="9791"/>
                    <a:pt x="70355" y="12046"/>
                  </a:cubicBezTo>
                  <a:cubicBezTo>
                    <a:pt x="69663" y="13558"/>
                    <a:pt x="69047" y="15096"/>
                    <a:pt x="68535" y="16685"/>
                  </a:cubicBezTo>
                  <a:cubicBezTo>
                    <a:pt x="67612" y="19402"/>
                    <a:pt x="66715" y="22144"/>
                    <a:pt x="65587" y="24784"/>
                  </a:cubicBezTo>
                  <a:cubicBezTo>
                    <a:pt x="64742" y="26809"/>
                    <a:pt x="63716" y="28782"/>
                    <a:pt x="62486" y="30628"/>
                  </a:cubicBezTo>
                  <a:cubicBezTo>
                    <a:pt x="61692" y="31832"/>
                    <a:pt x="60718" y="32935"/>
                    <a:pt x="59616" y="33857"/>
                  </a:cubicBezTo>
                  <a:cubicBezTo>
                    <a:pt x="57924" y="35216"/>
                    <a:pt x="55848" y="35959"/>
                    <a:pt x="53695" y="35933"/>
                  </a:cubicBezTo>
                  <a:cubicBezTo>
                    <a:pt x="51773" y="35933"/>
                    <a:pt x="49851" y="35626"/>
                    <a:pt x="48005" y="35087"/>
                  </a:cubicBezTo>
                  <a:cubicBezTo>
                    <a:pt x="45750" y="34395"/>
                    <a:pt x="43546" y="33575"/>
                    <a:pt x="41393" y="32576"/>
                  </a:cubicBezTo>
                  <a:cubicBezTo>
                    <a:pt x="37933" y="31012"/>
                    <a:pt x="34575" y="29295"/>
                    <a:pt x="31243" y="27552"/>
                  </a:cubicBezTo>
                  <a:cubicBezTo>
                    <a:pt x="24682" y="24169"/>
                    <a:pt x="18095" y="20786"/>
                    <a:pt x="11405" y="17582"/>
                  </a:cubicBezTo>
                  <a:cubicBezTo>
                    <a:pt x="8022" y="15993"/>
                    <a:pt x="4639" y="14378"/>
                    <a:pt x="1256" y="12789"/>
                  </a:cubicBezTo>
                  <a:cubicBezTo>
                    <a:pt x="871" y="12610"/>
                    <a:pt x="513" y="12354"/>
                    <a:pt x="0" y="12405"/>
                  </a:cubicBezTo>
                  <a:lnTo>
                    <a:pt x="0" y="11277"/>
                  </a:lnTo>
                  <a:cubicBezTo>
                    <a:pt x="179" y="11252"/>
                    <a:pt x="359" y="11252"/>
                    <a:pt x="538" y="11277"/>
                  </a:cubicBezTo>
                  <a:cubicBezTo>
                    <a:pt x="897" y="11405"/>
                    <a:pt x="1205" y="11559"/>
                    <a:pt x="1538" y="11713"/>
                  </a:cubicBezTo>
                  <a:cubicBezTo>
                    <a:pt x="11072" y="16044"/>
                    <a:pt x="20504" y="20504"/>
                    <a:pt x="29885" y="25092"/>
                  </a:cubicBezTo>
                  <a:cubicBezTo>
                    <a:pt x="33370" y="26809"/>
                    <a:pt x="36882" y="28475"/>
                    <a:pt x="40521" y="29961"/>
                  </a:cubicBezTo>
                  <a:cubicBezTo>
                    <a:pt x="42315" y="30705"/>
                    <a:pt x="44186" y="31345"/>
                    <a:pt x="46083" y="31884"/>
                  </a:cubicBezTo>
                  <a:cubicBezTo>
                    <a:pt x="47749" y="32345"/>
                    <a:pt x="49466" y="32576"/>
                    <a:pt x="51209" y="32550"/>
                  </a:cubicBezTo>
                  <a:cubicBezTo>
                    <a:pt x="53131" y="32550"/>
                    <a:pt x="55002" y="31909"/>
                    <a:pt x="56514" y="30730"/>
                  </a:cubicBezTo>
                  <a:cubicBezTo>
                    <a:pt x="57437" y="29987"/>
                    <a:pt x="58232" y="29167"/>
                    <a:pt x="58949" y="28244"/>
                  </a:cubicBezTo>
                  <a:cubicBezTo>
                    <a:pt x="59821" y="27117"/>
                    <a:pt x="60590" y="25938"/>
                    <a:pt x="61256" y="24682"/>
                  </a:cubicBezTo>
                  <a:cubicBezTo>
                    <a:pt x="62384" y="22580"/>
                    <a:pt x="63358" y="20401"/>
                    <a:pt x="64229" y="18197"/>
                  </a:cubicBezTo>
                  <a:cubicBezTo>
                    <a:pt x="65049" y="16147"/>
                    <a:pt x="65844" y="14096"/>
                    <a:pt x="66715" y="12046"/>
                  </a:cubicBezTo>
                  <a:cubicBezTo>
                    <a:pt x="67792" y="9560"/>
                    <a:pt x="69355" y="7279"/>
                    <a:pt x="71329" y="5408"/>
                  </a:cubicBezTo>
                  <a:cubicBezTo>
                    <a:pt x="72764" y="4075"/>
                    <a:pt x="74302" y="2871"/>
                    <a:pt x="75942" y="1794"/>
                  </a:cubicBezTo>
                  <a:cubicBezTo>
                    <a:pt x="76813" y="1205"/>
                    <a:pt x="77685" y="589"/>
                    <a:pt x="78556" y="0"/>
                  </a:cubicBezTo>
                  <a:lnTo>
                    <a:pt x="82196" y="0"/>
                  </a:lnTo>
                  <a:cubicBezTo>
                    <a:pt x="81273" y="692"/>
                    <a:pt x="80376" y="1410"/>
                    <a:pt x="79453" y="2102"/>
                  </a:cubicBezTo>
                  <a:cubicBezTo>
                    <a:pt x="77813" y="3332"/>
                    <a:pt x="76224" y="4639"/>
                    <a:pt x="74737" y="604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5" name="Google Shape;388;p15"/>
            <p:cNvSpPr/>
            <p:nvPr/>
          </p:nvSpPr>
          <p:spPr>
            <a:xfrm flipH="1">
              <a:off x="2026080" y="0"/>
              <a:ext cx="1460880" cy="649080"/>
            </a:xfrm>
            <a:custGeom>
              <a:avLst/>
              <a:gdLst>
                <a:gd name="textAreaLeft" fmla="*/ 360 w 1460880"/>
                <a:gd name="textAreaRight" fmla="*/ 1461600 w 1460880"/>
                <a:gd name="textAreaTop" fmla="*/ 0 h 649080"/>
                <a:gd name="textAreaBottom" fmla="*/ 649440 h 649080"/>
              </a:gdLst>
              <a:ahLst/>
              <a:cxnLst/>
              <a:rect l="textAreaLeft" t="textAreaTop" r="textAreaRight" b="textAreaBottom"/>
              <a:pathLst>
                <a:path w="45495" h="22222">
                  <a:moveTo>
                    <a:pt x="39240" y="3024"/>
                  </a:moveTo>
                  <a:cubicBezTo>
                    <a:pt x="32192" y="6356"/>
                    <a:pt x="25528" y="10406"/>
                    <a:pt x="19377" y="15173"/>
                  </a:cubicBezTo>
                  <a:cubicBezTo>
                    <a:pt x="18173" y="16096"/>
                    <a:pt x="16968" y="17018"/>
                    <a:pt x="15738" y="17890"/>
                  </a:cubicBezTo>
                  <a:cubicBezTo>
                    <a:pt x="14482" y="18761"/>
                    <a:pt x="13277" y="19556"/>
                    <a:pt x="11996" y="20325"/>
                  </a:cubicBezTo>
                  <a:cubicBezTo>
                    <a:pt x="11150" y="20837"/>
                    <a:pt x="10253" y="21247"/>
                    <a:pt x="9305" y="21555"/>
                  </a:cubicBezTo>
                  <a:cubicBezTo>
                    <a:pt x="7228" y="22221"/>
                    <a:pt x="5357" y="21914"/>
                    <a:pt x="3743" y="20658"/>
                  </a:cubicBezTo>
                  <a:cubicBezTo>
                    <a:pt x="2923" y="19991"/>
                    <a:pt x="2231" y="19197"/>
                    <a:pt x="1744" y="18274"/>
                  </a:cubicBezTo>
                  <a:cubicBezTo>
                    <a:pt x="1077" y="16993"/>
                    <a:pt x="616" y="15634"/>
                    <a:pt x="411" y="14199"/>
                  </a:cubicBezTo>
                  <a:cubicBezTo>
                    <a:pt x="26" y="11508"/>
                    <a:pt x="1" y="8765"/>
                    <a:pt x="334" y="6049"/>
                  </a:cubicBezTo>
                  <a:cubicBezTo>
                    <a:pt x="539" y="4050"/>
                    <a:pt x="821" y="2025"/>
                    <a:pt x="1103" y="0"/>
                  </a:cubicBezTo>
                  <a:lnTo>
                    <a:pt x="3589" y="0"/>
                  </a:lnTo>
                  <a:cubicBezTo>
                    <a:pt x="3486" y="897"/>
                    <a:pt x="3384" y="1820"/>
                    <a:pt x="3307" y="2717"/>
                  </a:cubicBezTo>
                  <a:cubicBezTo>
                    <a:pt x="3025" y="5075"/>
                    <a:pt x="2846" y="7458"/>
                    <a:pt x="3128" y="9842"/>
                  </a:cubicBezTo>
                  <a:cubicBezTo>
                    <a:pt x="3256" y="11021"/>
                    <a:pt x="3563" y="12200"/>
                    <a:pt x="4025" y="13302"/>
                  </a:cubicBezTo>
                  <a:cubicBezTo>
                    <a:pt x="4332" y="14045"/>
                    <a:pt x="4742" y="14712"/>
                    <a:pt x="5281" y="15301"/>
                  </a:cubicBezTo>
                  <a:cubicBezTo>
                    <a:pt x="5768" y="15839"/>
                    <a:pt x="6383" y="16275"/>
                    <a:pt x="7075" y="16557"/>
                  </a:cubicBezTo>
                  <a:cubicBezTo>
                    <a:pt x="8074" y="16941"/>
                    <a:pt x="9176" y="16967"/>
                    <a:pt x="10176" y="16634"/>
                  </a:cubicBezTo>
                  <a:cubicBezTo>
                    <a:pt x="10996" y="16378"/>
                    <a:pt x="11765" y="16070"/>
                    <a:pt x="12508" y="15686"/>
                  </a:cubicBezTo>
                  <a:cubicBezTo>
                    <a:pt x="13636" y="15070"/>
                    <a:pt x="14764" y="14404"/>
                    <a:pt x="15815" y="13686"/>
                  </a:cubicBezTo>
                  <a:cubicBezTo>
                    <a:pt x="17737" y="12405"/>
                    <a:pt x="19582" y="11072"/>
                    <a:pt x="21453" y="9739"/>
                  </a:cubicBezTo>
                  <a:cubicBezTo>
                    <a:pt x="26630" y="6049"/>
                    <a:pt x="32167" y="2896"/>
                    <a:pt x="37985" y="359"/>
                  </a:cubicBezTo>
                  <a:cubicBezTo>
                    <a:pt x="38241" y="256"/>
                    <a:pt x="38446" y="128"/>
                    <a:pt x="38651" y="0"/>
                  </a:cubicBezTo>
                  <a:lnTo>
                    <a:pt x="45494" y="0"/>
                  </a:lnTo>
                  <a:cubicBezTo>
                    <a:pt x="45264" y="154"/>
                    <a:pt x="45007" y="308"/>
                    <a:pt x="44777" y="436"/>
                  </a:cubicBezTo>
                  <a:cubicBezTo>
                    <a:pt x="42931" y="1307"/>
                    <a:pt x="41060" y="2153"/>
                    <a:pt x="39240" y="3024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6" name="Google Shape;389;p15"/>
            <p:cNvSpPr/>
            <p:nvPr/>
          </p:nvSpPr>
          <p:spPr>
            <a:xfrm flipH="1">
              <a:off x="7418160" y="3830040"/>
              <a:ext cx="1724400" cy="1312200"/>
            </a:xfrm>
            <a:custGeom>
              <a:avLst/>
              <a:gdLst>
                <a:gd name="textAreaLeft" fmla="*/ 360 w 1724400"/>
                <a:gd name="textAreaRight" fmla="*/ 1725120 w 1724400"/>
                <a:gd name="textAreaTop" fmla="*/ 0 h 1312200"/>
                <a:gd name="textAreaBottom" fmla="*/ 1312560 h 1312200"/>
              </a:gdLst>
              <a:ahLst/>
              <a:cxnLst/>
              <a:rect l="textAreaLeft" t="textAreaTop" r="textAreaRight" b="textAreaBottom"/>
              <a:pathLst>
                <a:path w="53696" h="44905">
                  <a:moveTo>
                    <a:pt x="5024" y="14199"/>
                  </a:moveTo>
                  <a:cubicBezTo>
                    <a:pt x="12456" y="9766"/>
                    <a:pt x="20350" y="6100"/>
                    <a:pt x="28552" y="3281"/>
                  </a:cubicBezTo>
                  <a:cubicBezTo>
                    <a:pt x="31602" y="2179"/>
                    <a:pt x="34729" y="1308"/>
                    <a:pt x="37907" y="667"/>
                  </a:cubicBezTo>
                  <a:cubicBezTo>
                    <a:pt x="40085" y="180"/>
                    <a:pt x="42315" y="0"/>
                    <a:pt x="44545" y="129"/>
                  </a:cubicBezTo>
                  <a:cubicBezTo>
                    <a:pt x="47621" y="359"/>
                    <a:pt x="49902" y="1590"/>
                    <a:pt x="51363" y="3845"/>
                  </a:cubicBezTo>
                  <a:cubicBezTo>
                    <a:pt x="52003" y="4819"/>
                    <a:pt x="52516" y="5921"/>
                    <a:pt x="52824" y="7074"/>
                  </a:cubicBezTo>
                  <a:cubicBezTo>
                    <a:pt x="53413" y="9150"/>
                    <a:pt x="53695" y="11329"/>
                    <a:pt x="53669" y="13482"/>
                  </a:cubicBezTo>
                  <a:cubicBezTo>
                    <a:pt x="53695" y="16250"/>
                    <a:pt x="53464" y="18992"/>
                    <a:pt x="53003" y="21735"/>
                  </a:cubicBezTo>
                  <a:cubicBezTo>
                    <a:pt x="52414" y="25297"/>
                    <a:pt x="51619" y="28834"/>
                    <a:pt x="50645" y="32346"/>
                  </a:cubicBezTo>
                  <a:cubicBezTo>
                    <a:pt x="49620" y="36216"/>
                    <a:pt x="48390" y="40060"/>
                    <a:pt x="47134" y="43879"/>
                  </a:cubicBezTo>
                  <a:cubicBezTo>
                    <a:pt x="47031" y="44212"/>
                    <a:pt x="46980" y="44545"/>
                    <a:pt x="46929" y="44904"/>
                  </a:cubicBezTo>
                  <a:lnTo>
                    <a:pt x="45314" y="44904"/>
                  </a:lnTo>
                  <a:cubicBezTo>
                    <a:pt x="45314" y="44648"/>
                    <a:pt x="45340" y="44392"/>
                    <a:pt x="45391" y="44161"/>
                  </a:cubicBezTo>
                  <a:cubicBezTo>
                    <a:pt x="45545" y="43648"/>
                    <a:pt x="45724" y="43136"/>
                    <a:pt x="45904" y="42623"/>
                  </a:cubicBezTo>
                  <a:cubicBezTo>
                    <a:pt x="48082" y="35780"/>
                    <a:pt x="50004" y="28885"/>
                    <a:pt x="50901" y="21837"/>
                  </a:cubicBezTo>
                  <a:cubicBezTo>
                    <a:pt x="51260" y="19223"/>
                    <a:pt x="51337" y="16583"/>
                    <a:pt x="51183" y="13969"/>
                  </a:cubicBezTo>
                  <a:cubicBezTo>
                    <a:pt x="51106" y="12636"/>
                    <a:pt x="50876" y="11329"/>
                    <a:pt x="50543" y="10047"/>
                  </a:cubicBezTo>
                  <a:cubicBezTo>
                    <a:pt x="50184" y="8715"/>
                    <a:pt x="49594" y="7433"/>
                    <a:pt x="48774" y="6305"/>
                  </a:cubicBezTo>
                  <a:cubicBezTo>
                    <a:pt x="47493" y="4588"/>
                    <a:pt x="45673" y="3512"/>
                    <a:pt x="43264" y="3102"/>
                  </a:cubicBezTo>
                  <a:cubicBezTo>
                    <a:pt x="41470" y="2845"/>
                    <a:pt x="39624" y="2820"/>
                    <a:pt x="37830" y="3076"/>
                  </a:cubicBezTo>
                  <a:cubicBezTo>
                    <a:pt x="35805" y="3307"/>
                    <a:pt x="33806" y="3691"/>
                    <a:pt x="31858" y="4204"/>
                  </a:cubicBezTo>
                  <a:cubicBezTo>
                    <a:pt x="25989" y="5742"/>
                    <a:pt x="20299" y="7818"/>
                    <a:pt x="14814" y="10406"/>
                  </a:cubicBezTo>
                  <a:cubicBezTo>
                    <a:pt x="10175" y="12636"/>
                    <a:pt x="5664" y="15122"/>
                    <a:pt x="1333" y="17890"/>
                  </a:cubicBezTo>
                  <a:cubicBezTo>
                    <a:pt x="923" y="18147"/>
                    <a:pt x="436" y="18352"/>
                    <a:pt x="0" y="18608"/>
                  </a:cubicBezTo>
                  <a:lnTo>
                    <a:pt x="0" y="17096"/>
                  </a:lnTo>
                  <a:cubicBezTo>
                    <a:pt x="384" y="17019"/>
                    <a:pt x="769" y="16839"/>
                    <a:pt x="1076" y="16609"/>
                  </a:cubicBezTo>
                  <a:cubicBezTo>
                    <a:pt x="2384" y="15814"/>
                    <a:pt x="3691" y="14994"/>
                    <a:pt x="5024" y="1419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7" name="Google Shape;390;p15"/>
            <p:cNvSpPr/>
            <p:nvPr/>
          </p:nvSpPr>
          <p:spPr>
            <a:xfrm flipH="1">
              <a:off x="0" y="983880"/>
              <a:ext cx="301680" cy="823680"/>
            </a:xfrm>
            <a:custGeom>
              <a:avLst/>
              <a:gdLst>
                <a:gd name="textAreaLeft" fmla="*/ 360 w 301680"/>
                <a:gd name="textAreaRight" fmla="*/ 302400 w 301680"/>
                <a:gd name="textAreaTop" fmla="*/ 0 h 823680"/>
                <a:gd name="textAreaBottom" fmla="*/ 824040 h 823680"/>
              </a:gdLst>
              <a:ahLst/>
              <a:cxnLst/>
              <a:rect l="textAreaLeft" t="textAreaTop" r="textAreaRight" b="textAreaBottom"/>
              <a:pathLst>
                <a:path w="9407" h="28194">
                  <a:moveTo>
                    <a:pt x="4050" y="24579"/>
                  </a:moveTo>
                  <a:cubicBezTo>
                    <a:pt x="1462" y="22273"/>
                    <a:pt x="129" y="19556"/>
                    <a:pt x="26" y="16429"/>
                  </a:cubicBezTo>
                  <a:cubicBezTo>
                    <a:pt x="1" y="14481"/>
                    <a:pt x="359" y="12533"/>
                    <a:pt x="1103" y="10714"/>
                  </a:cubicBezTo>
                  <a:cubicBezTo>
                    <a:pt x="2743" y="6536"/>
                    <a:pt x="5639" y="3025"/>
                    <a:pt x="9407" y="0"/>
                  </a:cubicBezTo>
                  <a:lnTo>
                    <a:pt x="9407" y="7125"/>
                  </a:lnTo>
                  <a:cubicBezTo>
                    <a:pt x="9356" y="7177"/>
                    <a:pt x="9279" y="7202"/>
                    <a:pt x="9228" y="7253"/>
                  </a:cubicBezTo>
                  <a:cubicBezTo>
                    <a:pt x="7741" y="9842"/>
                    <a:pt x="7126" y="12559"/>
                    <a:pt x="7792" y="15429"/>
                  </a:cubicBezTo>
                  <a:cubicBezTo>
                    <a:pt x="8074" y="16660"/>
                    <a:pt x="8612" y="17813"/>
                    <a:pt x="9407" y="18787"/>
                  </a:cubicBezTo>
                  <a:lnTo>
                    <a:pt x="9407" y="28193"/>
                  </a:lnTo>
                  <a:lnTo>
                    <a:pt x="8100" y="27424"/>
                  </a:lnTo>
                  <a:cubicBezTo>
                    <a:pt x="6639" y="26630"/>
                    <a:pt x="5280" y="25681"/>
                    <a:pt x="4050" y="2457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8" name="Google Shape;391;p15"/>
            <p:cNvSpPr/>
            <p:nvPr/>
          </p:nvSpPr>
          <p:spPr>
            <a:xfrm flipH="1">
              <a:off x="6772320" y="0"/>
              <a:ext cx="2369880" cy="829800"/>
            </a:xfrm>
            <a:custGeom>
              <a:avLst/>
              <a:gdLst>
                <a:gd name="textAreaLeft" fmla="*/ -360 w 2369880"/>
                <a:gd name="textAreaRight" fmla="*/ 2369880 w 2369880"/>
                <a:gd name="textAreaTop" fmla="*/ 0 h 829800"/>
                <a:gd name="textAreaBottom" fmla="*/ 830160 h 829800"/>
              </a:gdLst>
              <a:ahLst/>
              <a:cxnLst/>
              <a:rect l="textAreaLeft" t="textAreaTop" r="textAreaRight" b="textAreaBottom"/>
              <a:pathLst>
                <a:path w="73790" h="28399">
                  <a:moveTo>
                    <a:pt x="63076" y="10355"/>
                  </a:moveTo>
                  <a:cubicBezTo>
                    <a:pt x="62537" y="11405"/>
                    <a:pt x="61999" y="12482"/>
                    <a:pt x="61461" y="13558"/>
                  </a:cubicBezTo>
                  <a:cubicBezTo>
                    <a:pt x="60308" y="16044"/>
                    <a:pt x="59000" y="18479"/>
                    <a:pt x="57591" y="20863"/>
                  </a:cubicBezTo>
                  <a:cubicBezTo>
                    <a:pt x="56745" y="22247"/>
                    <a:pt x="55771" y="23554"/>
                    <a:pt x="54669" y="24784"/>
                  </a:cubicBezTo>
                  <a:cubicBezTo>
                    <a:pt x="53900" y="25630"/>
                    <a:pt x="53029" y="26373"/>
                    <a:pt x="52080" y="26988"/>
                  </a:cubicBezTo>
                  <a:cubicBezTo>
                    <a:pt x="51004" y="27680"/>
                    <a:pt x="49799" y="28090"/>
                    <a:pt x="48543" y="28244"/>
                  </a:cubicBezTo>
                  <a:cubicBezTo>
                    <a:pt x="47211" y="28398"/>
                    <a:pt x="45878" y="28347"/>
                    <a:pt x="44596" y="28090"/>
                  </a:cubicBezTo>
                  <a:cubicBezTo>
                    <a:pt x="42674" y="27757"/>
                    <a:pt x="40803" y="27245"/>
                    <a:pt x="38983" y="26604"/>
                  </a:cubicBezTo>
                  <a:cubicBezTo>
                    <a:pt x="35780" y="25502"/>
                    <a:pt x="32730" y="24195"/>
                    <a:pt x="29705" y="22836"/>
                  </a:cubicBezTo>
                  <a:cubicBezTo>
                    <a:pt x="24169" y="20401"/>
                    <a:pt x="18684" y="17941"/>
                    <a:pt x="13174" y="15481"/>
                  </a:cubicBezTo>
                  <a:cubicBezTo>
                    <a:pt x="9201" y="13686"/>
                    <a:pt x="5229" y="11944"/>
                    <a:pt x="1256" y="10175"/>
                  </a:cubicBezTo>
                  <a:cubicBezTo>
                    <a:pt x="871" y="9996"/>
                    <a:pt x="487" y="9739"/>
                    <a:pt x="0" y="9765"/>
                  </a:cubicBezTo>
                  <a:lnTo>
                    <a:pt x="0" y="9022"/>
                  </a:lnTo>
                  <a:cubicBezTo>
                    <a:pt x="461" y="9176"/>
                    <a:pt x="923" y="9329"/>
                    <a:pt x="1358" y="9509"/>
                  </a:cubicBezTo>
                  <a:cubicBezTo>
                    <a:pt x="9252" y="12943"/>
                    <a:pt x="17172" y="16378"/>
                    <a:pt x="25066" y="19838"/>
                  </a:cubicBezTo>
                  <a:cubicBezTo>
                    <a:pt x="28475" y="21299"/>
                    <a:pt x="31884" y="22708"/>
                    <a:pt x="35395" y="23990"/>
                  </a:cubicBezTo>
                  <a:cubicBezTo>
                    <a:pt x="37215" y="24656"/>
                    <a:pt x="39060" y="25194"/>
                    <a:pt x="40931" y="25656"/>
                  </a:cubicBezTo>
                  <a:cubicBezTo>
                    <a:pt x="42443" y="26014"/>
                    <a:pt x="43981" y="26194"/>
                    <a:pt x="45545" y="26168"/>
                  </a:cubicBezTo>
                  <a:cubicBezTo>
                    <a:pt x="47082" y="26168"/>
                    <a:pt x="48569" y="25758"/>
                    <a:pt x="49902" y="24989"/>
                  </a:cubicBezTo>
                  <a:cubicBezTo>
                    <a:pt x="50927" y="24374"/>
                    <a:pt x="51850" y="23656"/>
                    <a:pt x="52695" y="22811"/>
                  </a:cubicBezTo>
                  <a:cubicBezTo>
                    <a:pt x="53746" y="21734"/>
                    <a:pt x="54695" y="20555"/>
                    <a:pt x="55540" y="19299"/>
                  </a:cubicBezTo>
                  <a:cubicBezTo>
                    <a:pt x="56950" y="17198"/>
                    <a:pt x="58257" y="15045"/>
                    <a:pt x="59436" y="12815"/>
                  </a:cubicBezTo>
                  <a:cubicBezTo>
                    <a:pt x="60103" y="11585"/>
                    <a:pt x="60769" y="10355"/>
                    <a:pt x="61461" y="9150"/>
                  </a:cubicBezTo>
                  <a:cubicBezTo>
                    <a:pt x="62409" y="7510"/>
                    <a:pt x="63588" y="5997"/>
                    <a:pt x="64947" y="4665"/>
                  </a:cubicBezTo>
                  <a:cubicBezTo>
                    <a:pt x="66587" y="3076"/>
                    <a:pt x="68432" y="1717"/>
                    <a:pt x="70432" y="589"/>
                  </a:cubicBezTo>
                  <a:cubicBezTo>
                    <a:pt x="70739" y="410"/>
                    <a:pt x="70995" y="205"/>
                    <a:pt x="71277" y="0"/>
                  </a:cubicBezTo>
                  <a:lnTo>
                    <a:pt x="73789" y="0"/>
                  </a:lnTo>
                  <a:cubicBezTo>
                    <a:pt x="73123" y="410"/>
                    <a:pt x="72482" y="846"/>
                    <a:pt x="71790" y="1256"/>
                  </a:cubicBezTo>
                  <a:cubicBezTo>
                    <a:pt x="67869" y="3614"/>
                    <a:pt x="64947" y="6638"/>
                    <a:pt x="63076" y="1035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49" name="Google Shape;392;p15"/>
            <p:cNvSpPr/>
            <p:nvPr/>
          </p:nvSpPr>
          <p:spPr>
            <a:xfrm flipH="1">
              <a:off x="2507760" y="0"/>
              <a:ext cx="762840" cy="307440"/>
            </a:xfrm>
            <a:custGeom>
              <a:avLst/>
              <a:gdLst>
                <a:gd name="textAreaLeft" fmla="*/ -360 w 762840"/>
                <a:gd name="textAreaRight" fmla="*/ 762840 w 762840"/>
                <a:gd name="textAreaTop" fmla="*/ 0 h 307440"/>
                <a:gd name="textAreaBottom" fmla="*/ 307800 h 307440"/>
              </a:gdLst>
              <a:ahLst/>
              <a:cxnLst/>
              <a:rect l="textAreaLeft" t="textAreaTop" r="textAreaRight" b="textAreaBottom"/>
              <a:pathLst>
                <a:path w="23760" h="10534">
                  <a:moveTo>
                    <a:pt x="13944" y="5895"/>
                  </a:moveTo>
                  <a:cubicBezTo>
                    <a:pt x="12534" y="6792"/>
                    <a:pt x="11099" y="7663"/>
                    <a:pt x="9663" y="8509"/>
                  </a:cubicBezTo>
                  <a:cubicBezTo>
                    <a:pt x="8895" y="8945"/>
                    <a:pt x="8126" y="9329"/>
                    <a:pt x="7331" y="9688"/>
                  </a:cubicBezTo>
                  <a:cubicBezTo>
                    <a:pt x="6742" y="9919"/>
                    <a:pt x="6152" y="10124"/>
                    <a:pt x="5537" y="10252"/>
                  </a:cubicBezTo>
                  <a:cubicBezTo>
                    <a:pt x="4153" y="10534"/>
                    <a:pt x="2974" y="10226"/>
                    <a:pt x="2077" y="9329"/>
                  </a:cubicBezTo>
                  <a:cubicBezTo>
                    <a:pt x="1692" y="8919"/>
                    <a:pt x="1359" y="8458"/>
                    <a:pt x="1077" y="7971"/>
                  </a:cubicBezTo>
                  <a:cubicBezTo>
                    <a:pt x="667" y="7176"/>
                    <a:pt x="411" y="6305"/>
                    <a:pt x="283" y="5434"/>
                  </a:cubicBezTo>
                  <a:cubicBezTo>
                    <a:pt x="78" y="3947"/>
                    <a:pt x="1" y="2435"/>
                    <a:pt x="129" y="948"/>
                  </a:cubicBezTo>
                  <a:cubicBezTo>
                    <a:pt x="129" y="615"/>
                    <a:pt x="78" y="333"/>
                    <a:pt x="78" y="26"/>
                  </a:cubicBezTo>
                  <a:lnTo>
                    <a:pt x="2128" y="26"/>
                  </a:lnTo>
                  <a:cubicBezTo>
                    <a:pt x="2077" y="1025"/>
                    <a:pt x="2179" y="1999"/>
                    <a:pt x="2384" y="2973"/>
                  </a:cubicBezTo>
                  <a:cubicBezTo>
                    <a:pt x="2538" y="3870"/>
                    <a:pt x="2871" y="4716"/>
                    <a:pt x="3384" y="5459"/>
                  </a:cubicBezTo>
                  <a:cubicBezTo>
                    <a:pt x="4358" y="6792"/>
                    <a:pt x="5742" y="7279"/>
                    <a:pt x="7536" y="6818"/>
                  </a:cubicBezTo>
                  <a:cubicBezTo>
                    <a:pt x="8356" y="6613"/>
                    <a:pt x="9151" y="6305"/>
                    <a:pt x="9894" y="5946"/>
                  </a:cubicBezTo>
                  <a:cubicBezTo>
                    <a:pt x="11047" y="5408"/>
                    <a:pt x="12150" y="4793"/>
                    <a:pt x="13252" y="4178"/>
                  </a:cubicBezTo>
                  <a:cubicBezTo>
                    <a:pt x="15533" y="2896"/>
                    <a:pt x="17763" y="1563"/>
                    <a:pt x="20018" y="256"/>
                  </a:cubicBezTo>
                  <a:cubicBezTo>
                    <a:pt x="20146" y="179"/>
                    <a:pt x="20249" y="103"/>
                    <a:pt x="20351" y="0"/>
                  </a:cubicBezTo>
                  <a:lnTo>
                    <a:pt x="23760" y="0"/>
                  </a:lnTo>
                  <a:cubicBezTo>
                    <a:pt x="23581" y="154"/>
                    <a:pt x="23376" y="308"/>
                    <a:pt x="23171" y="436"/>
                  </a:cubicBezTo>
                  <a:cubicBezTo>
                    <a:pt x="19967" y="2127"/>
                    <a:pt x="16968" y="3998"/>
                    <a:pt x="13944" y="589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50" name="Google Shape;393;p15"/>
          <p:cNvSpPr/>
          <p:nvPr/>
        </p:nvSpPr>
        <p:spPr>
          <a:xfrm>
            <a:off x="222480" y="245880"/>
            <a:ext cx="8698320" cy="4651560"/>
          </a:xfrm>
          <a:prstGeom prst="roundRect">
            <a:avLst>
              <a:gd name="adj" fmla="val 10431"/>
            </a:avLst>
          </a:prstGeom>
          <a:solidFill>
            <a:schemeClr val="accent6"/>
          </a:solidFill>
          <a:ln w="0">
            <a:noFill/>
          </a:ln>
          <a:effectLst>
            <a:outerShdw blurRad="585720" algn="bl" rotWithShape="0">
              <a:schemeClr val="dk2">
                <a:alpha val="81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  <a:endParaRPr lang="fr-FR" sz="35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  <a:endParaRPr lang="fr-FR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/>
    <p:bodyStyle/>
    <p:otherStyle/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7477FB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397;p16"/>
          <p:cNvGrpSpPr/>
          <p:nvPr/>
        </p:nvGrpSpPr>
        <p:grpSpPr>
          <a:xfrm>
            <a:off x="360" y="360"/>
            <a:ext cx="9143280" cy="5142960"/>
            <a:chOff x="360" y="360"/>
            <a:chExt cx="9143280" cy="5142960"/>
          </a:xfrm>
        </p:grpSpPr>
        <p:sp>
          <p:nvSpPr>
            <p:cNvPr id="154" name="Google Shape;398;p16"/>
            <p:cNvSpPr/>
            <p:nvPr/>
          </p:nvSpPr>
          <p:spPr>
            <a:xfrm rot="10800000">
              <a:off x="360" y="715680"/>
              <a:ext cx="3819600" cy="4427640"/>
            </a:xfrm>
            <a:custGeom>
              <a:avLst/>
              <a:gdLst>
                <a:gd name="textAreaLeft" fmla="*/ 0 w 3819600"/>
                <a:gd name="textAreaRight" fmla="*/ 3819960 w 3819600"/>
                <a:gd name="textAreaTop" fmla="*/ 0 h 4427640"/>
                <a:gd name="textAreaBottom" fmla="*/ 4428000 h 4427640"/>
              </a:gdLst>
              <a:ahLst/>
              <a:cxnLst/>
              <a:rect l="textAreaLeft" t="textAreaTop" r="textAreaRight" b="textAreaBottom"/>
              <a:pathLst>
                <a:path w="118924" h="151474">
                  <a:moveTo>
                    <a:pt x="103008" y="151473"/>
                  </a:moveTo>
                  <a:cubicBezTo>
                    <a:pt x="98522" y="151448"/>
                    <a:pt x="94063" y="150781"/>
                    <a:pt x="89731" y="149525"/>
                  </a:cubicBezTo>
                  <a:cubicBezTo>
                    <a:pt x="87425" y="148833"/>
                    <a:pt x="85118" y="148090"/>
                    <a:pt x="82862" y="147270"/>
                  </a:cubicBezTo>
                  <a:cubicBezTo>
                    <a:pt x="77531" y="145348"/>
                    <a:pt x="72200" y="143374"/>
                    <a:pt x="66869" y="141375"/>
                  </a:cubicBezTo>
                  <a:cubicBezTo>
                    <a:pt x="65024" y="140657"/>
                    <a:pt x="63178" y="139888"/>
                    <a:pt x="61384" y="139094"/>
                  </a:cubicBezTo>
                  <a:cubicBezTo>
                    <a:pt x="56130" y="136787"/>
                    <a:pt x="52414" y="133302"/>
                    <a:pt x="50158" y="128739"/>
                  </a:cubicBezTo>
                  <a:cubicBezTo>
                    <a:pt x="48979" y="126407"/>
                    <a:pt x="48031" y="123947"/>
                    <a:pt x="47288" y="121435"/>
                  </a:cubicBezTo>
                  <a:cubicBezTo>
                    <a:pt x="46493" y="118616"/>
                    <a:pt x="45724" y="115822"/>
                    <a:pt x="45084" y="112977"/>
                  </a:cubicBezTo>
                  <a:cubicBezTo>
                    <a:pt x="44545" y="110465"/>
                    <a:pt x="44161" y="107902"/>
                    <a:pt x="43776" y="105365"/>
                  </a:cubicBezTo>
                  <a:cubicBezTo>
                    <a:pt x="43469" y="103084"/>
                    <a:pt x="43187" y="100803"/>
                    <a:pt x="42982" y="98522"/>
                  </a:cubicBezTo>
                  <a:cubicBezTo>
                    <a:pt x="42444" y="93114"/>
                    <a:pt x="42187" y="87706"/>
                    <a:pt x="42674" y="82298"/>
                  </a:cubicBezTo>
                  <a:cubicBezTo>
                    <a:pt x="43161" y="77351"/>
                    <a:pt x="44340" y="72507"/>
                    <a:pt x="46160" y="67868"/>
                  </a:cubicBezTo>
                  <a:cubicBezTo>
                    <a:pt x="47518" y="64357"/>
                    <a:pt x="49236" y="60948"/>
                    <a:pt x="50902" y="57514"/>
                  </a:cubicBezTo>
                  <a:cubicBezTo>
                    <a:pt x="55028" y="49081"/>
                    <a:pt x="59975" y="40982"/>
                    <a:pt x="65460" y="33088"/>
                  </a:cubicBezTo>
                  <a:cubicBezTo>
                    <a:pt x="67664" y="29961"/>
                    <a:pt x="69765" y="26758"/>
                    <a:pt x="71867" y="23554"/>
                  </a:cubicBezTo>
                  <a:cubicBezTo>
                    <a:pt x="72585" y="22503"/>
                    <a:pt x="73200" y="21375"/>
                    <a:pt x="73789" y="20273"/>
                  </a:cubicBezTo>
                  <a:cubicBezTo>
                    <a:pt x="74456" y="19094"/>
                    <a:pt x="74917" y="17813"/>
                    <a:pt x="75148" y="16480"/>
                  </a:cubicBezTo>
                  <a:cubicBezTo>
                    <a:pt x="75225" y="15967"/>
                    <a:pt x="75225" y="15429"/>
                    <a:pt x="75148" y="14891"/>
                  </a:cubicBezTo>
                  <a:cubicBezTo>
                    <a:pt x="75020" y="13866"/>
                    <a:pt x="74251" y="13276"/>
                    <a:pt x="73097" y="12994"/>
                  </a:cubicBezTo>
                  <a:cubicBezTo>
                    <a:pt x="72303" y="12815"/>
                    <a:pt x="71508" y="12764"/>
                    <a:pt x="70714" y="12841"/>
                  </a:cubicBezTo>
                  <a:cubicBezTo>
                    <a:pt x="69560" y="12943"/>
                    <a:pt x="68407" y="13123"/>
                    <a:pt x="67254" y="13404"/>
                  </a:cubicBezTo>
                  <a:cubicBezTo>
                    <a:pt x="65460" y="13866"/>
                    <a:pt x="63691" y="14430"/>
                    <a:pt x="61974" y="15122"/>
                  </a:cubicBezTo>
                  <a:cubicBezTo>
                    <a:pt x="58693" y="16378"/>
                    <a:pt x="55489" y="17838"/>
                    <a:pt x="52414" y="19479"/>
                  </a:cubicBezTo>
                  <a:cubicBezTo>
                    <a:pt x="48339" y="21606"/>
                    <a:pt x="44468" y="23964"/>
                    <a:pt x="40624" y="26373"/>
                  </a:cubicBezTo>
                  <a:cubicBezTo>
                    <a:pt x="37830" y="28142"/>
                    <a:pt x="35011" y="29910"/>
                    <a:pt x="32192" y="31653"/>
                  </a:cubicBezTo>
                  <a:cubicBezTo>
                    <a:pt x="30193" y="32883"/>
                    <a:pt x="28142" y="34037"/>
                    <a:pt x="26040" y="35062"/>
                  </a:cubicBezTo>
                  <a:cubicBezTo>
                    <a:pt x="24169" y="36010"/>
                    <a:pt x="22196" y="36753"/>
                    <a:pt x="20171" y="37292"/>
                  </a:cubicBezTo>
                  <a:cubicBezTo>
                    <a:pt x="14686" y="38650"/>
                    <a:pt x="10073" y="37445"/>
                    <a:pt x="6228" y="34037"/>
                  </a:cubicBezTo>
                  <a:cubicBezTo>
                    <a:pt x="5229" y="33114"/>
                    <a:pt x="4383" y="32089"/>
                    <a:pt x="3717" y="30935"/>
                  </a:cubicBezTo>
                  <a:cubicBezTo>
                    <a:pt x="2563" y="29039"/>
                    <a:pt x="1717" y="27014"/>
                    <a:pt x="1205" y="24912"/>
                  </a:cubicBezTo>
                  <a:cubicBezTo>
                    <a:pt x="564" y="22452"/>
                    <a:pt x="205" y="19966"/>
                    <a:pt x="103" y="17454"/>
                  </a:cubicBezTo>
                  <a:cubicBezTo>
                    <a:pt x="0" y="15173"/>
                    <a:pt x="26" y="12866"/>
                    <a:pt x="205" y="10585"/>
                  </a:cubicBezTo>
                  <a:cubicBezTo>
                    <a:pt x="436" y="7612"/>
                    <a:pt x="667" y="4665"/>
                    <a:pt x="897" y="1692"/>
                  </a:cubicBezTo>
                  <a:cubicBezTo>
                    <a:pt x="949" y="1128"/>
                    <a:pt x="949" y="564"/>
                    <a:pt x="949" y="0"/>
                  </a:cubicBezTo>
                  <a:lnTo>
                    <a:pt x="8689" y="0"/>
                  </a:lnTo>
                  <a:cubicBezTo>
                    <a:pt x="8766" y="179"/>
                    <a:pt x="8791" y="359"/>
                    <a:pt x="8791" y="538"/>
                  </a:cubicBezTo>
                  <a:cubicBezTo>
                    <a:pt x="8586" y="2153"/>
                    <a:pt x="8356" y="3768"/>
                    <a:pt x="8151" y="5382"/>
                  </a:cubicBezTo>
                  <a:cubicBezTo>
                    <a:pt x="7715" y="8637"/>
                    <a:pt x="7587" y="11944"/>
                    <a:pt x="7817" y="15224"/>
                  </a:cubicBezTo>
                  <a:cubicBezTo>
                    <a:pt x="7946" y="16993"/>
                    <a:pt x="8330" y="18736"/>
                    <a:pt x="8945" y="20401"/>
                  </a:cubicBezTo>
                  <a:cubicBezTo>
                    <a:pt x="9355" y="21606"/>
                    <a:pt x="9996" y="22708"/>
                    <a:pt x="10816" y="23682"/>
                  </a:cubicBezTo>
                  <a:cubicBezTo>
                    <a:pt x="11559" y="24579"/>
                    <a:pt x="12482" y="25297"/>
                    <a:pt x="13507" y="25809"/>
                  </a:cubicBezTo>
                  <a:cubicBezTo>
                    <a:pt x="15071" y="26604"/>
                    <a:pt x="16865" y="26809"/>
                    <a:pt x="18531" y="26348"/>
                  </a:cubicBezTo>
                  <a:cubicBezTo>
                    <a:pt x="19530" y="26091"/>
                    <a:pt x="20504" y="25707"/>
                    <a:pt x="21427" y="25220"/>
                  </a:cubicBezTo>
                  <a:cubicBezTo>
                    <a:pt x="22785" y="24528"/>
                    <a:pt x="24093" y="23733"/>
                    <a:pt x="25323" y="22811"/>
                  </a:cubicBezTo>
                  <a:cubicBezTo>
                    <a:pt x="26630" y="21862"/>
                    <a:pt x="27963" y="20914"/>
                    <a:pt x="29193" y="19914"/>
                  </a:cubicBezTo>
                  <a:cubicBezTo>
                    <a:pt x="36190" y="14302"/>
                    <a:pt x="43930" y="9483"/>
                    <a:pt x="52183" y="5229"/>
                  </a:cubicBezTo>
                  <a:cubicBezTo>
                    <a:pt x="55464" y="3537"/>
                    <a:pt x="58796" y="1820"/>
                    <a:pt x="62204" y="256"/>
                  </a:cubicBezTo>
                  <a:cubicBezTo>
                    <a:pt x="62384" y="179"/>
                    <a:pt x="62538" y="77"/>
                    <a:pt x="62691" y="0"/>
                  </a:cubicBezTo>
                  <a:lnTo>
                    <a:pt x="118924" y="0"/>
                  </a:lnTo>
                  <a:lnTo>
                    <a:pt x="118924" y="8278"/>
                  </a:lnTo>
                  <a:cubicBezTo>
                    <a:pt x="118616" y="8407"/>
                    <a:pt x="118334" y="8535"/>
                    <a:pt x="118027" y="8663"/>
                  </a:cubicBezTo>
                  <a:cubicBezTo>
                    <a:pt x="112029" y="10995"/>
                    <a:pt x="106416" y="14225"/>
                    <a:pt x="101393" y="18274"/>
                  </a:cubicBezTo>
                  <a:cubicBezTo>
                    <a:pt x="94729" y="23554"/>
                    <a:pt x="88527" y="29372"/>
                    <a:pt x="82811" y="35651"/>
                  </a:cubicBezTo>
                  <a:cubicBezTo>
                    <a:pt x="76532" y="42571"/>
                    <a:pt x="71893" y="50158"/>
                    <a:pt x="68843" y="58411"/>
                  </a:cubicBezTo>
                  <a:cubicBezTo>
                    <a:pt x="67510" y="62025"/>
                    <a:pt x="66126" y="65587"/>
                    <a:pt x="65101" y="69252"/>
                  </a:cubicBezTo>
                  <a:cubicBezTo>
                    <a:pt x="63691" y="74096"/>
                    <a:pt x="62897" y="78992"/>
                    <a:pt x="63102" y="83964"/>
                  </a:cubicBezTo>
                  <a:cubicBezTo>
                    <a:pt x="63281" y="88654"/>
                    <a:pt x="64383" y="93216"/>
                    <a:pt x="66075" y="97702"/>
                  </a:cubicBezTo>
                  <a:cubicBezTo>
                    <a:pt x="68202" y="103238"/>
                    <a:pt x="71278" y="108389"/>
                    <a:pt x="75199" y="112849"/>
                  </a:cubicBezTo>
                  <a:cubicBezTo>
                    <a:pt x="78505" y="116668"/>
                    <a:pt x="82427" y="119923"/>
                    <a:pt x="86758" y="122486"/>
                  </a:cubicBezTo>
                  <a:cubicBezTo>
                    <a:pt x="94447" y="127073"/>
                    <a:pt x="103059" y="129201"/>
                    <a:pt x="112568" y="128739"/>
                  </a:cubicBezTo>
                  <a:cubicBezTo>
                    <a:pt x="114362" y="128663"/>
                    <a:pt x="116182" y="128432"/>
                    <a:pt x="117950" y="128073"/>
                  </a:cubicBezTo>
                  <a:cubicBezTo>
                    <a:pt x="118283" y="128022"/>
                    <a:pt x="118591" y="127894"/>
                    <a:pt x="118924" y="127817"/>
                  </a:cubicBezTo>
                  <a:lnTo>
                    <a:pt x="118924" y="149064"/>
                  </a:lnTo>
                  <a:cubicBezTo>
                    <a:pt x="118514" y="149141"/>
                    <a:pt x="118129" y="149218"/>
                    <a:pt x="117719" y="149346"/>
                  </a:cubicBezTo>
                  <a:cubicBezTo>
                    <a:pt x="112952" y="150730"/>
                    <a:pt x="108005" y="151448"/>
                    <a:pt x="103008" y="151473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5" name="Google Shape;399;p16"/>
            <p:cNvSpPr/>
            <p:nvPr/>
          </p:nvSpPr>
          <p:spPr>
            <a:xfrm rot="10800000">
              <a:off x="2516040" y="720"/>
              <a:ext cx="6626880" cy="5142240"/>
            </a:xfrm>
            <a:custGeom>
              <a:avLst/>
              <a:gdLst>
                <a:gd name="textAreaLeft" fmla="*/ 0 w 6626880"/>
                <a:gd name="textAreaRight" fmla="*/ 6627240 w 6626880"/>
                <a:gd name="textAreaTop" fmla="*/ 0 h 5142240"/>
                <a:gd name="textAreaBottom" fmla="*/ 5142600 h 5142240"/>
              </a:gdLst>
              <a:ahLst/>
              <a:cxnLst/>
              <a:rect l="textAreaLeft" t="textAreaTop" r="textAreaRight" b="textAreaBottom"/>
              <a:pathLst>
                <a:path w="206323" h="175925">
                  <a:moveTo>
                    <a:pt x="141196" y="19504"/>
                  </a:moveTo>
                  <a:cubicBezTo>
                    <a:pt x="142093" y="23041"/>
                    <a:pt x="142965" y="26604"/>
                    <a:pt x="143836" y="30166"/>
                  </a:cubicBezTo>
                  <a:cubicBezTo>
                    <a:pt x="145400" y="36318"/>
                    <a:pt x="147424" y="42315"/>
                    <a:pt x="149936" y="48133"/>
                  </a:cubicBezTo>
                  <a:cubicBezTo>
                    <a:pt x="151089" y="50824"/>
                    <a:pt x="152217" y="53515"/>
                    <a:pt x="153089" y="56283"/>
                  </a:cubicBezTo>
                  <a:cubicBezTo>
                    <a:pt x="153858" y="58770"/>
                    <a:pt x="154447" y="61333"/>
                    <a:pt x="154831" y="63921"/>
                  </a:cubicBezTo>
                  <a:cubicBezTo>
                    <a:pt x="155421" y="67612"/>
                    <a:pt x="155703" y="71277"/>
                    <a:pt x="156036" y="74968"/>
                  </a:cubicBezTo>
                  <a:cubicBezTo>
                    <a:pt x="156241" y="77813"/>
                    <a:pt x="156600" y="80658"/>
                    <a:pt x="157138" y="83477"/>
                  </a:cubicBezTo>
                  <a:cubicBezTo>
                    <a:pt x="157574" y="85912"/>
                    <a:pt x="158343" y="88270"/>
                    <a:pt x="159394" y="90525"/>
                  </a:cubicBezTo>
                  <a:cubicBezTo>
                    <a:pt x="160675" y="93191"/>
                    <a:pt x="162520" y="95549"/>
                    <a:pt x="164802" y="97420"/>
                  </a:cubicBezTo>
                  <a:cubicBezTo>
                    <a:pt x="165776" y="98214"/>
                    <a:pt x="166724" y="99034"/>
                    <a:pt x="167723" y="99803"/>
                  </a:cubicBezTo>
                  <a:cubicBezTo>
                    <a:pt x="171645" y="102751"/>
                    <a:pt x="174618" y="106826"/>
                    <a:pt x="176207" y="111490"/>
                  </a:cubicBezTo>
                  <a:cubicBezTo>
                    <a:pt x="177027" y="113797"/>
                    <a:pt x="177565" y="116155"/>
                    <a:pt x="177873" y="118590"/>
                  </a:cubicBezTo>
                  <a:cubicBezTo>
                    <a:pt x="178155" y="120820"/>
                    <a:pt x="178257" y="123075"/>
                    <a:pt x="178129" y="125331"/>
                  </a:cubicBezTo>
                  <a:cubicBezTo>
                    <a:pt x="178027" y="127330"/>
                    <a:pt x="177565" y="129278"/>
                    <a:pt x="176796" y="131123"/>
                  </a:cubicBezTo>
                  <a:cubicBezTo>
                    <a:pt x="175694" y="133686"/>
                    <a:pt x="174567" y="136249"/>
                    <a:pt x="173439" y="138812"/>
                  </a:cubicBezTo>
                  <a:cubicBezTo>
                    <a:pt x="172824" y="140222"/>
                    <a:pt x="172209" y="141631"/>
                    <a:pt x="171645" y="143067"/>
                  </a:cubicBezTo>
                  <a:cubicBezTo>
                    <a:pt x="170491" y="146040"/>
                    <a:pt x="170696" y="148987"/>
                    <a:pt x="172055" y="151909"/>
                  </a:cubicBezTo>
                  <a:cubicBezTo>
                    <a:pt x="172798" y="153447"/>
                    <a:pt x="173721" y="154882"/>
                    <a:pt x="174797" y="156215"/>
                  </a:cubicBezTo>
                  <a:cubicBezTo>
                    <a:pt x="176925" y="158829"/>
                    <a:pt x="179488" y="161136"/>
                    <a:pt x="182281" y="163263"/>
                  </a:cubicBezTo>
                  <a:cubicBezTo>
                    <a:pt x="188971" y="168415"/>
                    <a:pt x="196609" y="172387"/>
                    <a:pt x="205015" y="175386"/>
                  </a:cubicBezTo>
                  <a:cubicBezTo>
                    <a:pt x="205451" y="175540"/>
                    <a:pt x="205887" y="175745"/>
                    <a:pt x="206322" y="175924"/>
                  </a:cubicBezTo>
                  <a:lnTo>
                    <a:pt x="178539" y="175924"/>
                  </a:lnTo>
                  <a:cubicBezTo>
                    <a:pt x="178257" y="175668"/>
                    <a:pt x="178001" y="175412"/>
                    <a:pt x="177694" y="175181"/>
                  </a:cubicBezTo>
                  <a:cubicBezTo>
                    <a:pt x="174054" y="172439"/>
                    <a:pt x="170594" y="169491"/>
                    <a:pt x="167313" y="166364"/>
                  </a:cubicBezTo>
                  <a:cubicBezTo>
                    <a:pt x="164597" y="163801"/>
                    <a:pt x="162136" y="161008"/>
                    <a:pt x="159932" y="158009"/>
                  </a:cubicBezTo>
                  <a:cubicBezTo>
                    <a:pt x="157753" y="154985"/>
                    <a:pt x="156010" y="151806"/>
                    <a:pt x="154960" y="148372"/>
                  </a:cubicBezTo>
                  <a:cubicBezTo>
                    <a:pt x="154550" y="146988"/>
                    <a:pt x="154268" y="145553"/>
                    <a:pt x="154139" y="144117"/>
                  </a:cubicBezTo>
                  <a:cubicBezTo>
                    <a:pt x="153909" y="141401"/>
                    <a:pt x="154344" y="138658"/>
                    <a:pt x="155421" y="136146"/>
                  </a:cubicBezTo>
                  <a:cubicBezTo>
                    <a:pt x="156036" y="134686"/>
                    <a:pt x="156754" y="133225"/>
                    <a:pt x="157394" y="131764"/>
                  </a:cubicBezTo>
                  <a:cubicBezTo>
                    <a:pt x="157856" y="130739"/>
                    <a:pt x="158266" y="129688"/>
                    <a:pt x="158625" y="128637"/>
                  </a:cubicBezTo>
                  <a:cubicBezTo>
                    <a:pt x="159650" y="125356"/>
                    <a:pt x="159163" y="122178"/>
                    <a:pt x="157471" y="119103"/>
                  </a:cubicBezTo>
                  <a:cubicBezTo>
                    <a:pt x="156779" y="117898"/>
                    <a:pt x="155959" y="116745"/>
                    <a:pt x="154985" y="115745"/>
                  </a:cubicBezTo>
                  <a:cubicBezTo>
                    <a:pt x="154344" y="115079"/>
                    <a:pt x="153678" y="114438"/>
                    <a:pt x="152986" y="113823"/>
                  </a:cubicBezTo>
                  <a:cubicBezTo>
                    <a:pt x="152422" y="113285"/>
                    <a:pt x="151833" y="112746"/>
                    <a:pt x="151218" y="112234"/>
                  </a:cubicBezTo>
                  <a:cubicBezTo>
                    <a:pt x="147040" y="108748"/>
                    <a:pt x="144016" y="104083"/>
                    <a:pt x="142580" y="98829"/>
                  </a:cubicBezTo>
                  <a:cubicBezTo>
                    <a:pt x="141837" y="96164"/>
                    <a:pt x="141299" y="93473"/>
                    <a:pt x="140966" y="90756"/>
                  </a:cubicBezTo>
                  <a:cubicBezTo>
                    <a:pt x="140402" y="86476"/>
                    <a:pt x="139915" y="82170"/>
                    <a:pt x="139325" y="77864"/>
                  </a:cubicBezTo>
                  <a:cubicBezTo>
                    <a:pt x="138813" y="74173"/>
                    <a:pt x="138172" y="70482"/>
                    <a:pt x="137403" y="66817"/>
                  </a:cubicBezTo>
                  <a:cubicBezTo>
                    <a:pt x="136685" y="63409"/>
                    <a:pt x="136045" y="60025"/>
                    <a:pt x="135250" y="56642"/>
                  </a:cubicBezTo>
                  <a:cubicBezTo>
                    <a:pt x="133533" y="49107"/>
                    <a:pt x="131636" y="41572"/>
                    <a:pt x="129124" y="34216"/>
                  </a:cubicBezTo>
                  <a:cubicBezTo>
                    <a:pt x="128279" y="31576"/>
                    <a:pt x="127202" y="29039"/>
                    <a:pt x="125946" y="26578"/>
                  </a:cubicBezTo>
                  <a:cubicBezTo>
                    <a:pt x="125152" y="25015"/>
                    <a:pt x="124203" y="23554"/>
                    <a:pt x="123127" y="22170"/>
                  </a:cubicBezTo>
                  <a:cubicBezTo>
                    <a:pt x="122025" y="20786"/>
                    <a:pt x="120718" y="19530"/>
                    <a:pt x="119231" y="18530"/>
                  </a:cubicBezTo>
                  <a:cubicBezTo>
                    <a:pt x="118360" y="17941"/>
                    <a:pt x="117437" y="17454"/>
                    <a:pt x="116463" y="17070"/>
                  </a:cubicBezTo>
                  <a:cubicBezTo>
                    <a:pt x="113951" y="16096"/>
                    <a:pt x="111183" y="15942"/>
                    <a:pt x="108595" y="16659"/>
                  </a:cubicBezTo>
                  <a:cubicBezTo>
                    <a:pt x="107031" y="17095"/>
                    <a:pt x="105519" y="17710"/>
                    <a:pt x="104135" y="18530"/>
                  </a:cubicBezTo>
                  <a:cubicBezTo>
                    <a:pt x="101880" y="19838"/>
                    <a:pt x="99829" y="21478"/>
                    <a:pt x="98035" y="23400"/>
                  </a:cubicBezTo>
                  <a:cubicBezTo>
                    <a:pt x="95370" y="26194"/>
                    <a:pt x="93114" y="29321"/>
                    <a:pt x="91320" y="32729"/>
                  </a:cubicBezTo>
                  <a:cubicBezTo>
                    <a:pt x="90218" y="34806"/>
                    <a:pt x="89167" y="36907"/>
                    <a:pt x="88116" y="38958"/>
                  </a:cubicBezTo>
                  <a:cubicBezTo>
                    <a:pt x="86758" y="41674"/>
                    <a:pt x="85246" y="44314"/>
                    <a:pt x="83580" y="46852"/>
                  </a:cubicBezTo>
                  <a:cubicBezTo>
                    <a:pt x="82298" y="48748"/>
                    <a:pt x="80837" y="50491"/>
                    <a:pt x="79197" y="52080"/>
                  </a:cubicBezTo>
                  <a:cubicBezTo>
                    <a:pt x="78300" y="52926"/>
                    <a:pt x="77352" y="53695"/>
                    <a:pt x="76326" y="54387"/>
                  </a:cubicBezTo>
                  <a:cubicBezTo>
                    <a:pt x="73302" y="56335"/>
                    <a:pt x="69791" y="57437"/>
                    <a:pt x="66177" y="57539"/>
                  </a:cubicBezTo>
                  <a:cubicBezTo>
                    <a:pt x="62332" y="57693"/>
                    <a:pt x="58616" y="57104"/>
                    <a:pt x="55002" y="56104"/>
                  </a:cubicBezTo>
                  <a:cubicBezTo>
                    <a:pt x="50414" y="54797"/>
                    <a:pt x="45980" y="52952"/>
                    <a:pt x="41828" y="50619"/>
                  </a:cubicBezTo>
                  <a:cubicBezTo>
                    <a:pt x="37830" y="48441"/>
                    <a:pt x="34139" y="45955"/>
                    <a:pt x="30423" y="43443"/>
                  </a:cubicBezTo>
                  <a:cubicBezTo>
                    <a:pt x="26194" y="40572"/>
                    <a:pt x="21991" y="37625"/>
                    <a:pt x="17710" y="34806"/>
                  </a:cubicBezTo>
                  <a:cubicBezTo>
                    <a:pt x="12405" y="31269"/>
                    <a:pt x="6843" y="28065"/>
                    <a:pt x="1128" y="25040"/>
                  </a:cubicBezTo>
                  <a:cubicBezTo>
                    <a:pt x="769" y="24861"/>
                    <a:pt x="461" y="24605"/>
                    <a:pt x="0" y="24630"/>
                  </a:cubicBezTo>
                  <a:lnTo>
                    <a:pt x="0" y="19351"/>
                  </a:lnTo>
                  <a:cubicBezTo>
                    <a:pt x="179" y="19351"/>
                    <a:pt x="359" y="19376"/>
                    <a:pt x="538" y="19428"/>
                  </a:cubicBezTo>
                  <a:cubicBezTo>
                    <a:pt x="846" y="19556"/>
                    <a:pt x="1128" y="19709"/>
                    <a:pt x="1435" y="19863"/>
                  </a:cubicBezTo>
                  <a:cubicBezTo>
                    <a:pt x="11354" y="24964"/>
                    <a:pt x="20991" y="30653"/>
                    <a:pt x="30269" y="36907"/>
                  </a:cubicBezTo>
                  <a:cubicBezTo>
                    <a:pt x="33447" y="39060"/>
                    <a:pt x="36677" y="41136"/>
                    <a:pt x="39906" y="43187"/>
                  </a:cubicBezTo>
                  <a:cubicBezTo>
                    <a:pt x="42315" y="44724"/>
                    <a:pt x="44827" y="46083"/>
                    <a:pt x="47416" y="47287"/>
                  </a:cubicBezTo>
                  <a:cubicBezTo>
                    <a:pt x="50389" y="48723"/>
                    <a:pt x="53516" y="49773"/>
                    <a:pt x="56745" y="50440"/>
                  </a:cubicBezTo>
                  <a:cubicBezTo>
                    <a:pt x="58795" y="50876"/>
                    <a:pt x="60871" y="51029"/>
                    <a:pt x="62948" y="50952"/>
                  </a:cubicBezTo>
                  <a:cubicBezTo>
                    <a:pt x="66510" y="50799"/>
                    <a:pt x="69586" y="49748"/>
                    <a:pt x="72149" y="47697"/>
                  </a:cubicBezTo>
                  <a:cubicBezTo>
                    <a:pt x="73353" y="46723"/>
                    <a:pt x="74455" y="45570"/>
                    <a:pt x="75404" y="44314"/>
                  </a:cubicBezTo>
                  <a:cubicBezTo>
                    <a:pt x="76813" y="42443"/>
                    <a:pt x="78018" y="40418"/>
                    <a:pt x="79018" y="38266"/>
                  </a:cubicBezTo>
                  <a:cubicBezTo>
                    <a:pt x="80427" y="35190"/>
                    <a:pt x="81658" y="32037"/>
                    <a:pt x="82657" y="28808"/>
                  </a:cubicBezTo>
                  <a:cubicBezTo>
                    <a:pt x="83477" y="26091"/>
                    <a:pt x="84502" y="23477"/>
                    <a:pt x="85733" y="20940"/>
                  </a:cubicBezTo>
                  <a:cubicBezTo>
                    <a:pt x="87527" y="17454"/>
                    <a:pt x="89680" y="14148"/>
                    <a:pt x="92166" y="11123"/>
                  </a:cubicBezTo>
                  <a:cubicBezTo>
                    <a:pt x="94883" y="7817"/>
                    <a:pt x="97753" y="4562"/>
                    <a:pt x="100778" y="1435"/>
                  </a:cubicBezTo>
                  <a:cubicBezTo>
                    <a:pt x="101239" y="948"/>
                    <a:pt x="101752" y="461"/>
                    <a:pt x="102238" y="0"/>
                  </a:cubicBezTo>
                  <a:lnTo>
                    <a:pt x="125921" y="0"/>
                  </a:lnTo>
                  <a:cubicBezTo>
                    <a:pt x="126100" y="308"/>
                    <a:pt x="126485" y="384"/>
                    <a:pt x="126792" y="564"/>
                  </a:cubicBezTo>
                  <a:cubicBezTo>
                    <a:pt x="128663" y="1512"/>
                    <a:pt x="130457" y="2640"/>
                    <a:pt x="132123" y="3921"/>
                  </a:cubicBezTo>
                  <a:cubicBezTo>
                    <a:pt x="134968" y="6126"/>
                    <a:pt x="137224" y="8996"/>
                    <a:pt x="138684" y="12277"/>
                  </a:cubicBezTo>
                  <a:cubicBezTo>
                    <a:pt x="139735" y="14609"/>
                    <a:pt x="140555" y="17018"/>
                    <a:pt x="141196" y="19504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6" name="Google Shape;400;p16"/>
            <p:cNvSpPr/>
            <p:nvPr/>
          </p:nvSpPr>
          <p:spPr>
            <a:xfrm rot="10800000">
              <a:off x="4359600" y="1080"/>
              <a:ext cx="4783320" cy="3974400"/>
            </a:xfrm>
            <a:custGeom>
              <a:avLst/>
              <a:gdLst>
                <a:gd name="textAreaLeft" fmla="*/ 0 w 4783320"/>
                <a:gd name="textAreaRight" fmla="*/ 4783680 w 4783320"/>
                <a:gd name="textAreaTop" fmla="*/ 0 h 3974400"/>
                <a:gd name="textAreaBottom" fmla="*/ 3974760 h 3974400"/>
              </a:gdLst>
              <a:ahLst/>
              <a:cxnLst/>
              <a:rect l="textAreaLeft" t="textAreaTop" r="textAreaRight" b="textAreaBottom"/>
              <a:pathLst>
                <a:path w="148937" h="135968">
                  <a:moveTo>
                    <a:pt x="1307" y="308"/>
                  </a:moveTo>
                  <a:cubicBezTo>
                    <a:pt x="3306" y="897"/>
                    <a:pt x="5229" y="1615"/>
                    <a:pt x="7125" y="2435"/>
                  </a:cubicBezTo>
                  <a:cubicBezTo>
                    <a:pt x="10329" y="3819"/>
                    <a:pt x="13430" y="5331"/>
                    <a:pt x="16429" y="6972"/>
                  </a:cubicBezTo>
                  <a:cubicBezTo>
                    <a:pt x="21068" y="9483"/>
                    <a:pt x="25656" y="12021"/>
                    <a:pt x="30295" y="14507"/>
                  </a:cubicBezTo>
                  <a:cubicBezTo>
                    <a:pt x="35805" y="17505"/>
                    <a:pt x="41546" y="19992"/>
                    <a:pt x="47493" y="21991"/>
                  </a:cubicBezTo>
                  <a:cubicBezTo>
                    <a:pt x="51414" y="23323"/>
                    <a:pt x="55412" y="24374"/>
                    <a:pt x="59487" y="25169"/>
                  </a:cubicBezTo>
                  <a:cubicBezTo>
                    <a:pt x="62512" y="25758"/>
                    <a:pt x="65562" y="26040"/>
                    <a:pt x="68637" y="26040"/>
                  </a:cubicBezTo>
                  <a:cubicBezTo>
                    <a:pt x="74174" y="25989"/>
                    <a:pt x="79146" y="24631"/>
                    <a:pt x="83554" y="21863"/>
                  </a:cubicBezTo>
                  <a:cubicBezTo>
                    <a:pt x="85476" y="20632"/>
                    <a:pt x="87296" y="19248"/>
                    <a:pt x="88988" y="17736"/>
                  </a:cubicBezTo>
                  <a:cubicBezTo>
                    <a:pt x="90269" y="16608"/>
                    <a:pt x="91499" y="15455"/>
                    <a:pt x="92781" y="14353"/>
                  </a:cubicBezTo>
                  <a:cubicBezTo>
                    <a:pt x="94062" y="13225"/>
                    <a:pt x="95395" y="12149"/>
                    <a:pt x="96754" y="11124"/>
                  </a:cubicBezTo>
                  <a:cubicBezTo>
                    <a:pt x="97574" y="10534"/>
                    <a:pt x="98420" y="10021"/>
                    <a:pt x="99317" y="9535"/>
                  </a:cubicBezTo>
                  <a:cubicBezTo>
                    <a:pt x="100086" y="9124"/>
                    <a:pt x="100931" y="8817"/>
                    <a:pt x="101803" y="8637"/>
                  </a:cubicBezTo>
                  <a:cubicBezTo>
                    <a:pt x="103571" y="8202"/>
                    <a:pt x="105417" y="8432"/>
                    <a:pt x="107031" y="9278"/>
                  </a:cubicBezTo>
                  <a:cubicBezTo>
                    <a:pt x="107928" y="9765"/>
                    <a:pt x="108749" y="10380"/>
                    <a:pt x="109492" y="11098"/>
                  </a:cubicBezTo>
                  <a:cubicBezTo>
                    <a:pt x="110466" y="12072"/>
                    <a:pt x="111337" y="13123"/>
                    <a:pt x="112080" y="14302"/>
                  </a:cubicBezTo>
                  <a:cubicBezTo>
                    <a:pt x="113413" y="16326"/>
                    <a:pt x="114515" y="18505"/>
                    <a:pt x="115387" y="20786"/>
                  </a:cubicBezTo>
                  <a:cubicBezTo>
                    <a:pt x="116848" y="24528"/>
                    <a:pt x="117950" y="28424"/>
                    <a:pt x="118667" y="32371"/>
                  </a:cubicBezTo>
                  <a:cubicBezTo>
                    <a:pt x="119667" y="37471"/>
                    <a:pt x="120026" y="42648"/>
                    <a:pt x="119769" y="47826"/>
                  </a:cubicBezTo>
                  <a:cubicBezTo>
                    <a:pt x="119641" y="50056"/>
                    <a:pt x="119436" y="52311"/>
                    <a:pt x="119180" y="54566"/>
                  </a:cubicBezTo>
                  <a:cubicBezTo>
                    <a:pt x="118693" y="58795"/>
                    <a:pt x="118078" y="63024"/>
                    <a:pt x="117591" y="67253"/>
                  </a:cubicBezTo>
                  <a:cubicBezTo>
                    <a:pt x="117027" y="71610"/>
                    <a:pt x="116719" y="75993"/>
                    <a:pt x="116617" y="80401"/>
                  </a:cubicBezTo>
                  <a:cubicBezTo>
                    <a:pt x="116566" y="83374"/>
                    <a:pt x="116771" y="86348"/>
                    <a:pt x="117258" y="89295"/>
                  </a:cubicBezTo>
                  <a:cubicBezTo>
                    <a:pt x="118129" y="94498"/>
                    <a:pt x="120000" y="99444"/>
                    <a:pt x="123358" y="103930"/>
                  </a:cubicBezTo>
                  <a:cubicBezTo>
                    <a:pt x="125049" y="106262"/>
                    <a:pt x="126818" y="108543"/>
                    <a:pt x="128663" y="110824"/>
                  </a:cubicBezTo>
                  <a:cubicBezTo>
                    <a:pt x="131559" y="114412"/>
                    <a:pt x="134276" y="118129"/>
                    <a:pt x="137019" y="121794"/>
                  </a:cubicBezTo>
                  <a:cubicBezTo>
                    <a:pt x="140581" y="126561"/>
                    <a:pt x="144426" y="131123"/>
                    <a:pt x="148526" y="135429"/>
                  </a:cubicBezTo>
                  <a:cubicBezTo>
                    <a:pt x="148680" y="135583"/>
                    <a:pt x="148808" y="135788"/>
                    <a:pt x="148937" y="135967"/>
                  </a:cubicBezTo>
                  <a:lnTo>
                    <a:pt x="115028" y="135967"/>
                  </a:lnTo>
                  <a:cubicBezTo>
                    <a:pt x="114772" y="135608"/>
                    <a:pt x="114515" y="135275"/>
                    <a:pt x="114310" y="134916"/>
                  </a:cubicBezTo>
                  <a:cubicBezTo>
                    <a:pt x="111055" y="129227"/>
                    <a:pt x="108313" y="123255"/>
                    <a:pt x="106134" y="117104"/>
                  </a:cubicBezTo>
                  <a:cubicBezTo>
                    <a:pt x="104340" y="112157"/>
                    <a:pt x="102905" y="107082"/>
                    <a:pt x="101880" y="101931"/>
                  </a:cubicBezTo>
                  <a:cubicBezTo>
                    <a:pt x="101136" y="98086"/>
                    <a:pt x="100624" y="94242"/>
                    <a:pt x="100393" y="90346"/>
                  </a:cubicBezTo>
                  <a:cubicBezTo>
                    <a:pt x="100162" y="86860"/>
                    <a:pt x="100214" y="83374"/>
                    <a:pt x="100470" y="79914"/>
                  </a:cubicBezTo>
                  <a:cubicBezTo>
                    <a:pt x="100726" y="76813"/>
                    <a:pt x="101111" y="73738"/>
                    <a:pt x="101675" y="70688"/>
                  </a:cubicBezTo>
                  <a:cubicBezTo>
                    <a:pt x="102520" y="65997"/>
                    <a:pt x="103751" y="61384"/>
                    <a:pt x="104853" y="56745"/>
                  </a:cubicBezTo>
                  <a:cubicBezTo>
                    <a:pt x="105673" y="53541"/>
                    <a:pt x="106211" y="50286"/>
                    <a:pt x="106467" y="46980"/>
                  </a:cubicBezTo>
                  <a:cubicBezTo>
                    <a:pt x="106724" y="43135"/>
                    <a:pt x="106339" y="39342"/>
                    <a:pt x="105007" y="35651"/>
                  </a:cubicBezTo>
                  <a:cubicBezTo>
                    <a:pt x="104596" y="34524"/>
                    <a:pt x="104058" y="33447"/>
                    <a:pt x="103366" y="32448"/>
                  </a:cubicBezTo>
                  <a:cubicBezTo>
                    <a:pt x="102854" y="31653"/>
                    <a:pt x="102238" y="30936"/>
                    <a:pt x="101521" y="30320"/>
                  </a:cubicBezTo>
                  <a:cubicBezTo>
                    <a:pt x="99957" y="28962"/>
                    <a:pt x="98061" y="28321"/>
                    <a:pt x="95805" y="28398"/>
                  </a:cubicBezTo>
                  <a:cubicBezTo>
                    <a:pt x="94780" y="28398"/>
                    <a:pt x="93781" y="28526"/>
                    <a:pt x="92781" y="28783"/>
                  </a:cubicBezTo>
                  <a:cubicBezTo>
                    <a:pt x="91397" y="29141"/>
                    <a:pt x="90039" y="29500"/>
                    <a:pt x="88680" y="29885"/>
                  </a:cubicBezTo>
                  <a:cubicBezTo>
                    <a:pt x="86271" y="30577"/>
                    <a:pt x="83913" y="31346"/>
                    <a:pt x="81452" y="31884"/>
                  </a:cubicBezTo>
                  <a:cubicBezTo>
                    <a:pt x="76788" y="32909"/>
                    <a:pt x="72021" y="33319"/>
                    <a:pt x="67253" y="33063"/>
                  </a:cubicBezTo>
                  <a:cubicBezTo>
                    <a:pt x="61282" y="32730"/>
                    <a:pt x="55464" y="31807"/>
                    <a:pt x="49671" y="30654"/>
                  </a:cubicBezTo>
                  <a:cubicBezTo>
                    <a:pt x="43956" y="29500"/>
                    <a:pt x="38343" y="28014"/>
                    <a:pt x="32755" y="26502"/>
                  </a:cubicBezTo>
                  <a:cubicBezTo>
                    <a:pt x="28578" y="25399"/>
                    <a:pt x="24400" y="24246"/>
                    <a:pt x="20145" y="23298"/>
                  </a:cubicBezTo>
                  <a:cubicBezTo>
                    <a:pt x="17864" y="22785"/>
                    <a:pt x="15557" y="22401"/>
                    <a:pt x="13225" y="22170"/>
                  </a:cubicBezTo>
                  <a:cubicBezTo>
                    <a:pt x="11226" y="21965"/>
                    <a:pt x="9227" y="21965"/>
                    <a:pt x="7228" y="22196"/>
                  </a:cubicBezTo>
                  <a:cubicBezTo>
                    <a:pt x="4972" y="22426"/>
                    <a:pt x="2845" y="23272"/>
                    <a:pt x="1051" y="24605"/>
                  </a:cubicBezTo>
                  <a:cubicBezTo>
                    <a:pt x="846" y="24759"/>
                    <a:pt x="641" y="24912"/>
                    <a:pt x="436" y="25041"/>
                  </a:cubicBezTo>
                  <a:cubicBezTo>
                    <a:pt x="282" y="25066"/>
                    <a:pt x="154" y="25092"/>
                    <a:pt x="0" y="25092"/>
                  </a:cubicBezTo>
                  <a:lnTo>
                    <a:pt x="0" y="103"/>
                  </a:lnTo>
                  <a:cubicBezTo>
                    <a:pt x="487" y="0"/>
                    <a:pt x="897" y="180"/>
                    <a:pt x="1307" y="30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7" name="Google Shape;401;p16"/>
            <p:cNvSpPr/>
            <p:nvPr/>
          </p:nvSpPr>
          <p:spPr>
            <a:xfrm rot="10800000">
              <a:off x="360" y="360"/>
              <a:ext cx="4717800" cy="5142960"/>
            </a:xfrm>
            <a:custGeom>
              <a:avLst/>
              <a:gdLst>
                <a:gd name="textAreaLeft" fmla="*/ 0 w 4717800"/>
                <a:gd name="textAreaRight" fmla="*/ 4718160 w 4717800"/>
                <a:gd name="textAreaTop" fmla="*/ 0 h 5142960"/>
                <a:gd name="textAreaBottom" fmla="*/ 5143320 h 5142960"/>
              </a:gdLst>
              <a:ahLst/>
              <a:cxnLst/>
              <a:rect l="textAreaLeft" t="textAreaTop" r="textAreaRight" b="textAreaBottom"/>
              <a:pathLst>
                <a:path w="146887" h="175950">
                  <a:moveTo>
                    <a:pt x="114772" y="175924"/>
                  </a:moveTo>
                  <a:cubicBezTo>
                    <a:pt x="114644" y="175822"/>
                    <a:pt x="114516" y="175719"/>
                    <a:pt x="114362" y="175642"/>
                  </a:cubicBezTo>
                  <a:cubicBezTo>
                    <a:pt x="110364" y="174310"/>
                    <a:pt x="106289" y="173079"/>
                    <a:pt x="102060" y="172310"/>
                  </a:cubicBezTo>
                  <a:cubicBezTo>
                    <a:pt x="98472" y="171695"/>
                    <a:pt x="94832" y="171439"/>
                    <a:pt x="91193" y="171516"/>
                  </a:cubicBezTo>
                  <a:cubicBezTo>
                    <a:pt x="88989" y="171567"/>
                    <a:pt x="86810" y="171593"/>
                    <a:pt x="84606" y="171644"/>
                  </a:cubicBezTo>
                  <a:cubicBezTo>
                    <a:pt x="78531" y="171772"/>
                    <a:pt x="72457" y="170849"/>
                    <a:pt x="66690" y="168978"/>
                  </a:cubicBezTo>
                  <a:cubicBezTo>
                    <a:pt x="59591" y="166697"/>
                    <a:pt x="53311" y="163391"/>
                    <a:pt x="47929" y="158932"/>
                  </a:cubicBezTo>
                  <a:cubicBezTo>
                    <a:pt x="46263" y="157573"/>
                    <a:pt x="44751" y="156035"/>
                    <a:pt x="43444" y="154318"/>
                  </a:cubicBezTo>
                  <a:cubicBezTo>
                    <a:pt x="42290" y="152883"/>
                    <a:pt x="41419" y="151217"/>
                    <a:pt x="40932" y="149423"/>
                  </a:cubicBezTo>
                  <a:cubicBezTo>
                    <a:pt x="40573" y="148039"/>
                    <a:pt x="40471" y="146629"/>
                    <a:pt x="40650" y="145219"/>
                  </a:cubicBezTo>
                  <a:cubicBezTo>
                    <a:pt x="40958" y="143041"/>
                    <a:pt x="41496" y="140914"/>
                    <a:pt x="42265" y="138889"/>
                  </a:cubicBezTo>
                  <a:cubicBezTo>
                    <a:pt x="43136" y="136454"/>
                    <a:pt x="44033" y="134019"/>
                    <a:pt x="44956" y="131610"/>
                  </a:cubicBezTo>
                  <a:cubicBezTo>
                    <a:pt x="45853" y="129201"/>
                    <a:pt x="46340" y="126689"/>
                    <a:pt x="46417" y="124126"/>
                  </a:cubicBezTo>
                  <a:cubicBezTo>
                    <a:pt x="46494" y="122024"/>
                    <a:pt x="46545" y="119923"/>
                    <a:pt x="46417" y="117821"/>
                  </a:cubicBezTo>
                  <a:cubicBezTo>
                    <a:pt x="46109" y="112772"/>
                    <a:pt x="45212" y="107800"/>
                    <a:pt x="43264" y="102981"/>
                  </a:cubicBezTo>
                  <a:cubicBezTo>
                    <a:pt x="42752" y="101725"/>
                    <a:pt x="42162" y="100495"/>
                    <a:pt x="41522" y="99316"/>
                  </a:cubicBezTo>
                  <a:cubicBezTo>
                    <a:pt x="40138" y="96804"/>
                    <a:pt x="38241" y="94600"/>
                    <a:pt x="36011" y="92806"/>
                  </a:cubicBezTo>
                  <a:cubicBezTo>
                    <a:pt x="35242" y="92191"/>
                    <a:pt x="34499" y="91576"/>
                    <a:pt x="33730" y="90961"/>
                  </a:cubicBezTo>
                  <a:cubicBezTo>
                    <a:pt x="30731" y="88757"/>
                    <a:pt x="28527" y="85655"/>
                    <a:pt x="27374" y="82118"/>
                  </a:cubicBezTo>
                  <a:cubicBezTo>
                    <a:pt x="26759" y="80196"/>
                    <a:pt x="26374" y="78197"/>
                    <a:pt x="26195" y="76198"/>
                  </a:cubicBezTo>
                  <a:cubicBezTo>
                    <a:pt x="25964" y="73686"/>
                    <a:pt x="25887" y="71174"/>
                    <a:pt x="25938" y="68688"/>
                  </a:cubicBezTo>
                  <a:cubicBezTo>
                    <a:pt x="25938" y="67048"/>
                    <a:pt x="25990" y="65433"/>
                    <a:pt x="25938" y="63793"/>
                  </a:cubicBezTo>
                  <a:cubicBezTo>
                    <a:pt x="25938" y="62383"/>
                    <a:pt x="25759" y="60974"/>
                    <a:pt x="25426" y="59590"/>
                  </a:cubicBezTo>
                  <a:cubicBezTo>
                    <a:pt x="24990" y="57873"/>
                    <a:pt x="24298" y="56232"/>
                    <a:pt x="23350" y="54746"/>
                  </a:cubicBezTo>
                  <a:cubicBezTo>
                    <a:pt x="22453" y="53310"/>
                    <a:pt x="21530" y="51901"/>
                    <a:pt x="20607" y="50517"/>
                  </a:cubicBezTo>
                  <a:cubicBezTo>
                    <a:pt x="18506" y="47492"/>
                    <a:pt x="16635" y="44289"/>
                    <a:pt x="15071" y="40957"/>
                  </a:cubicBezTo>
                  <a:cubicBezTo>
                    <a:pt x="13405" y="37317"/>
                    <a:pt x="12124" y="33550"/>
                    <a:pt x="11201" y="29680"/>
                  </a:cubicBezTo>
                  <a:cubicBezTo>
                    <a:pt x="10278" y="25938"/>
                    <a:pt x="9586" y="22144"/>
                    <a:pt x="8894" y="18377"/>
                  </a:cubicBezTo>
                  <a:cubicBezTo>
                    <a:pt x="8305" y="15327"/>
                    <a:pt x="7690" y="12251"/>
                    <a:pt x="6613" y="9278"/>
                  </a:cubicBezTo>
                  <a:cubicBezTo>
                    <a:pt x="6152" y="7945"/>
                    <a:pt x="5537" y="6664"/>
                    <a:pt x="4845" y="5434"/>
                  </a:cubicBezTo>
                  <a:cubicBezTo>
                    <a:pt x="3820" y="3639"/>
                    <a:pt x="2461" y="2050"/>
                    <a:pt x="872" y="743"/>
                  </a:cubicBezTo>
                  <a:cubicBezTo>
                    <a:pt x="565" y="513"/>
                    <a:pt x="283" y="256"/>
                    <a:pt x="1" y="0"/>
                  </a:cubicBezTo>
                  <a:lnTo>
                    <a:pt x="16635" y="0"/>
                  </a:lnTo>
                  <a:cubicBezTo>
                    <a:pt x="16865" y="1128"/>
                    <a:pt x="17173" y="2281"/>
                    <a:pt x="17378" y="3409"/>
                  </a:cubicBezTo>
                  <a:cubicBezTo>
                    <a:pt x="17532" y="4306"/>
                    <a:pt x="17660" y="5203"/>
                    <a:pt x="17711" y="6126"/>
                  </a:cubicBezTo>
                  <a:cubicBezTo>
                    <a:pt x="17839" y="7817"/>
                    <a:pt x="17916" y="9509"/>
                    <a:pt x="18019" y="11175"/>
                  </a:cubicBezTo>
                  <a:cubicBezTo>
                    <a:pt x="18198" y="14532"/>
                    <a:pt x="18326" y="17890"/>
                    <a:pt x="18711" y="21222"/>
                  </a:cubicBezTo>
                  <a:cubicBezTo>
                    <a:pt x="19198" y="25374"/>
                    <a:pt x="20018" y="29474"/>
                    <a:pt x="21633" y="33447"/>
                  </a:cubicBezTo>
                  <a:cubicBezTo>
                    <a:pt x="22555" y="35754"/>
                    <a:pt x="23760" y="37932"/>
                    <a:pt x="25246" y="39906"/>
                  </a:cubicBezTo>
                  <a:cubicBezTo>
                    <a:pt x="28220" y="43853"/>
                    <a:pt x="32295" y="46749"/>
                    <a:pt x="37498" y="48569"/>
                  </a:cubicBezTo>
                  <a:cubicBezTo>
                    <a:pt x="39394" y="49210"/>
                    <a:pt x="41342" y="49697"/>
                    <a:pt x="43316" y="50184"/>
                  </a:cubicBezTo>
                  <a:cubicBezTo>
                    <a:pt x="44469" y="50491"/>
                    <a:pt x="45648" y="50773"/>
                    <a:pt x="46776" y="51106"/>
                  </a:cubicBezTo>
                  <a:cubicBezTo>
                    <a:pt x="47468" y="51337"/>
                    <a:pt x="48160" y="51619"/>
                    <a:pt x="48801" y="51952"/>
                  </a:cubicBezTo>
                  <a:cubicBezTo>
                    <a:pt x="50005" y="52593"/>
                    <a:pt x="50595" y="53541"/>
                    <a:pt x="50595" y="54720"/>
                  </a:cubicBezTo>
                  <a:cubicBezTo>
                    <a:pt x="50620" y="55489"/>
                    <a:pt x="50466" y="56232"/>
                    <a:pt x="50159" y="56950"/>
                  </a:cubicBezTo>
                  <a:cubicBezTo>
                    <a:pt x="49749" y="57898"/>
                    <a:pt x="49287" y="58872"/>
                    <a:pt x="48826" y="59820"/>
                  </a:cubicBezTo>
                  <a:cubicBezTo>
                    <a:pt x="48237" y="61051"/>
                    <a:pt x="47596" y="62255"/>
                    <a:pt x="47032" y="63485"/>
                  </a:cubicBezTo>
                  <a:cubicBezTo>
                    <a:pt x="46366" y="64895"/>
                    <a:pt x="45930" y="66382"/>
                    <a:pt x="45699" y="67919"/>
                  </a:cubicBezTo>
                  <a:cubicBezTo>
                    <a:pt x="45417" y="70098"/>
                    <a:pt x="45853" y="72328"/>
                    <a:pt x="46981" y="74224"/>
                  </a:cubicBezTo>
                  <a:cubicBezTo>
                    <a:pt x="47237" y="74660"/>
                    <a:pt x="47519" y="75070"/>
                    <a:pt x="47801" y="75455"/>
                  </a:cubicBezTo>
                  <a:cubicBezTo>
                    <a:pt x="48160" y="75993"/>
                    <a:pt x="48519" y="76506"/>
                    <a:pt x="48929" y="76992"/>
                  </a:cubicBezTo>
                  <a:cubicBezTo>
                    <a:pt x="51825" y="80478"/>
                    <a:pt x="53491" y="84400"/>
                    <a:pt x="54439" y="88526"/>
                  </a:cubicBezTo>
                  <a:cubicBezTo>
                    <a:pt x="55157" y="91781"/>
                    <a:pt x="55695" y="95087"/>
                    <a:pt x="56079" y="98394"/>
                  </a:cubicBezTo>
                  <a:cubicBezTo>
                    <a:pt x="56438" y="101546"/>
                    <a:pt x="56720" y="104698"/>
                    <a:pt x="56925" y="107851"/>
                  </a:cubicBezTo>
                  <a:cubicBezTo>
                    <a:pt x="57182" y="111465"/>
                    <a:pt x="57182" y="115053"/>
                    <a:pt x="57207" y="118667"/>
                  </a:cubicBezTo>
                  <a:cubicBezTo>
                    <a:pt x="57207" y="120384"/>
                    <a:pt x="57258" y="122101"/>
                    <a:pt x="57335" y="123818"/>
                  </a:cubicBezTo>
                  <a:cubicBezTo>
                    <a:pt x="57438" y="127330"/>
                    <a:pt x="57258" y="130841"/>
                    <a:pt x="56797" y="134327"/>
                  </a:cubicBezTo>
                  <a:cubicBezTo>
                    <a:pt x="56541" y="136249"/>
                    <a:pt x="56438" y="138197"/>
                    <a:pt x="56490" y="140145"/>
                  </a:cubicBezTo>
                  <a:cubicBezTo>
                    <a:pt x="56541" y="141657"/>
                    <a:pt x="56771" y="143169"/>
                    <a:pt x="57233" y="144604"/>
                  </a:cubicBezTo>
                  <a:cubicBezTo>
                    <a:pt x="58130" y="147398"/>
                    <a:pt x="59898" y="149782"/>
                    <a:pt x="62487" y="151730"/>
                  </a:cubicBezTo>
                  <a:cubicBezTo>
                    <a:pt x="65563" y="154062"/>
                    <a:pt x="69202" y="155574"/>
                    <a:pt x="73252" y="156369"/>
                  </a:cubicBezTo>
                  <a:cubicBezTo>
                    <a:pt x="75892" y="156856"/>
                    <a:pt x="78557" y="157189"/>
                    <a:pt x="81248" y="157342"/>
                  </a:cubicBezTo>
                  <a:cubicBezTo>
                    <a:pt x="84426" y="157573"/>
                    <a:pt x="87604" y="157778"/>
                    <a:pt x="90757" y="158214"/>
                  </a:cubicBezTo>
                  <a:cubicBezTo>
                    <a:pt x="95088" y="158803"/>
                    <a:pt x="99369" y="159829"/>
                    <a:pt x="103521" y="161238"/>
                  </a:cubicBezTo>
                  <a:cubicBezTo>
                    <a:pt x="106494" y="162238"/>
                    <a:pt x="109441" y="163340"/>
                    <a:pt x="112389" y="164416"/>
                  </a:cubicBezTo>
                  <a:cubicBezTo>
                    <a:pt x="115669" y="165621"/>
                    <a:pt x="118976" y="166800"/>
                    <a:pt x="122410" y="167748"/>
                  </a:cubicBezTo>
                  <a:cubicBezTo>
                    <a:pt x="125460" y="168594"/>
                    <a:pt x="128587" y="169107"/>
                    <a:pt x="131740" y="169286"/>
                  </a:cubicBezTo>
                  <a:cubicBezTo>
                    <a:pt x="134918" y="169414"/>
                    <a:pt x="138121" y="169158"/>
                    <a:pt x="141223" y="168492"/>
                  </a:cubicBezTo>
                  <a:cubicBezTo>
                    <a:pt x="142760" y="168184"/>
                    <a:pt x="144273" y="167748"/>
                    <a:pt x="145785" y="167364"/>
                  </a:cubicBezTo>
                  <a:cubicBezTo>
                    <a:pt x="146144" y="167287"/>
                    <a:pt x="146528" y="167184"/>
                    <a:pt x="146887" y="167108"/>
                  </a:cubicBezTo>
                  <a:lnTo>
                    <a:pt x="146887" y="175950"/>
                  </a:ln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8" name="Google Shape;402;p16"/>
            <p:cNvSpPr/>
            <p:nvPr/>
          </p:nvSpPr>
          <p:spPr>
            <a:xfrm rot="10800000">
              <a:off x="6785640" y="1080"/>
              <a:ext cx="2357280" cy="2098440"/>
            </a:xfrm>
            <a:custGeom>
              <a:avLst/>
              <a:gdLst>
                <a:gd name="textAreaLeft" fmla="*/ 0 w 2357280"/>
                <a:gd name="textAreaRight" fmla="*/ 2357640 w 2357280"/>
                <a:gd name="textAreaTop" fmla="*/ 0 h 2098440"/>
                <a:gd name="textAreaBottom" fmla="*/ 2098800 h 2098440"/>
              </a:gdLst>
              <a:ahLst/>
              <a:cxnLst/>
              <a:rect l="textAreaLeft" t="textAreaTop" r="textAreaRight" b="textAreaBottom"/>
              <a:pathLst>
                <a:path w="73405" h="71791">
                  <a:moveTo>
                    <a:pt x="15327" y="20582"/>
                  </a:moveTo>
                  <a:cubicBezTo>
                    <a:pt x="18941" y="17865"/>
                    <a:pt x="22580" y="15148"/>
                    <a:pt x="26220" y="12457"/>
                  </a:cubicBezTo>
                  <a:cubicBezTo>
                    <a:pt x="28629" y="10688"/>
                    <a:pt x="31141" y="8997"/>
                    <a:pt x="33755" y="7433"/>
                  </a:cubicBezTo>
                  <a:cubicBezTo>
                    <a:pt x="37907" y="4896"/>
                    <a:pt x="42392" y="2922"/>
                    <a:pt x="47057" y="1590"/>
                  </a:cubicBezTo>
                  <a:cubicBezTo>
                    <a:pt x="50645" y="539"/>
                    <a:pt x="54361" y="1"/>
                    <a:pt x="58103" y="1"/>
                  </a:cubicBezTo>
                  <a:cubicBezTo>
                    <a:pt x="59898" y="1"/>
                    <a:pt x="61640" y="257"/>
                    <a:pt x="63358" y="744"/>
                  </a:cubicBezTo>
                  <a:cubicBezTo>
                    <a:pt x="66408" y="1615"/>
                    <a:pt x="68689" y="3230"/>
                    <a:pt x="70201" y="5562"/>
                  </a:cubicBezTo>
                  <a:cubicBezTo>
                    <a:pt x="71277" y="7305"/>
                    <a:pt x="72021" y="9253"/>
                    <a:pt x="72405" y="11278"/>
                  </a:cubicBezTo>
                  <a:cubicBezTo>
                    <a:pt x="72995" y="14148"/>
                    <a:pt x="73276" y="17096"/>
                    <a:pt x="73302" y="20069"/>
                  </a:cubicBezTo>
                  <a:cubicBezTo>
                    <a:pt x="73405" y="24862"/>
                    <a:pt x="73276" y="29629"/>
                    <a:pt x="72918" y="34422"/>
                  </a:cubicBezTo>
                  <a:cubicBezTo>
                    <a:pt x="72764" y="36780"/>
                    <a:pt x="72610" y="39112"/>
                    <a:pt x="72405" y="41470"/>
                  </a:cubicBezTo>
                  <a:cubicBezTo>
                    <a:pt x="71867" y="47032"/>
                    <a:pt x="71124" y="52542"/>
                    <a:pt x="69688" y="58027"/>
                  </a:cubicBezTo>
                  <a:cubicBezTo>
                    <a:pt x="68561" y="62102"/>
                    <a:pt x="67074" y="66100"/>
                    <a:pt x="65254" y="69945"/>
                  </a:cubicBezTo>
                  <a:cubicBezTo>
                    <a:pt x="64972" y="70560"/>
                    <a:pt x="64716" y="71175"/>
                    <a:pt x="64434" y="71790"/>
                  </a:cubicBezTo>
                  <a:lnTo>
                    <a:pt x="50107" y="71790"/>
                  </a:lnTo>
                  <a:lnTo>
                    <a:pt x="52029" y="66100"/>
                  </a:lnTo>
                  <a:cubicBezTo>
                    <a:pt x="53541" y="61589"/>
                    <a:pt x="54977" y="57053"/>
                    <a:pt x="56104" y="52440"/>
                  </a:cubicBezTo>
                  <a:cubicBezTo>
                    <a:pt x="57155" y="48390"/>
                    <a:pt x="57847" y="44264"/>
                    <a:pt x="58206" y="40086"/>
                  </a:cubicBezTo>
                  <a:cubicBezTo>
                    <a:pt x="58488" y="37190"/>
                    <a:pt x="58411" y="34268"/>
                    <a:pt x="58027" y="31372"/>
                  </a:cubicBezTo>
                  <a:cubicBezTo>
                    <a:pt x="57822" y="29578"/>
                    <a:pt x="57309" y="27835"/>
                    <a:pt x="56514" y="26194"/>
                  </a:cubicBezTo>
                  <a:cubicBezTo>
                    <a:pt x="56130" y="25426"/>
                    <a:pt x="55669" y="24708"/>
                    <a:pt x="55105" y="24042"/>
                  </a:cubicBezTo>
                  <a:cubicBezTo>
                    <a:pt x="53721" y="22478"/>
                    <a:pt x="51850" y="21555"/>
                    <a:pt x="49543" y="21222"/>
                  </a:cubicBezTo>
                  <a:cubicBezTo>
                    <a:pt x="47467" y="20992"/>
                    <a:pt x="45365" y="21094"/>
                    <a:pt x="43341" y="21530"/>
                  </a:cubicBezTo>
                  <a:cubicBezTo>
                    <a:pt x="40803" y="22017"/>
                    <a:pt x="38317" y="22709"/>
                    <a:pt x="35908" y="23580"/>
                  </a:cubicBezTo>
                  <a:cubicBezTo>
                    <a:pt x="31371" y="25169"/>
                    <a:pt x="27014" y="27092"/>
                    <a:pt x="22708" y="29039"/>
                  </a:cubicBezTo>
                  <a:cubicBezTo>
                    <a:pt x="15352" y="32397"/>
                    <a:pt x="8202" y="36216"/>
                    <a:pt x="1333" y="40445"/>
                  </a:cubicBezTo>
                  <a:cubicBezTo>
                    <a:pt x="897" y="40701"/>
                    <a:pt x="436" y="40906"/>
                    <a:pt x="0" y="41137"/>
                  </a:cubicBezTo>
                  <a:lnTo>
                    <a:pt x="0" y="31013"/>
                  </a:lnTo>
                  <a:cubicBezTo>
                    <a:pt x="538" y="30987"/>
                    <a:pt x="871" y="30654"/>
                    <a:pt x="1256" y="30423"/>
                  </a:cubicBezTo>
                  <a:cubicBezTo>
                    <a:pt x="6126" y="27322"/>
                    <a:pt x="10790" y="24016"/>
                    <a:pt x="15327" y="20582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59" name="Google Shape;403;p16"/>
            <p:cNvSpPr/>
            <p:nvPr/>
          </p:nvSpPr>
          <p:spPr>
            <a:xfrm rot="10800000">
              <a:off x="3613680" y="0"/>
              <a:ext cx="5529240" cy="4444200"/>
            </a:xfrm>
            <a:custGeom>
              <a:avLst/>
              <a:gdLst>
                <a:gd name="textAreaLeft" fmla="*/ 0 w 5529240"/>
                <a:gd name="textAreaRight" fmla="*/ 5529600 w 5529240"/>
                <a:gd name="textAreaTop" fmla="*/ 0 h 4444200"/>
                <a:gd name="textAreaBottom" fmla="*/ 4444560 h 4444200"/>
              </a:gdLst>
              <a:ahLst/>
              <a:cxnLst/>
              <a:rect l="textAreaLeft" t="textAreaTop" r="textAreaRight" b="textAreaBottom"/>
              <a:pathLst>
                <a:path w="172158" h="152038">
                  <a:moveTo>
                    <a:pt x="21427" y="15661"/>
                  </a:moveTo>
                  <a:cubicBezTo>
                    <a:pt x="24938" y="18070"/>
                    <a:pt x="28424" y="20479"/>
                    <a:pt x="31961" y="22837"/>
                  </a:cubicBezTo>
                  <a:cubicBezTo>
                    <a:pt x="35959" y="25580"/>
                    <a:pt x="40162" y="27989"/>
                    <a:pt x="44545" y="30090"/>
                  </a:cubicBezTo>
                  <a:cubicBezTo>
                    <a:pt x="48928" y="32218"/>
                    <a:pt x="53593" y="33807"/>
                    <a:pt x="58360" y="34806"/>
                  </a:cubicBezTo>
                  <a:cubicBezTo>
                    <a:pt x="61564" y="35447"/>
                    <a:pt x="64767" y="35806"/>
                    <a:pt x="68074" y="35524"/>
                  </a:cubicBezTo>
                  <a:cubicBezTo>
                    <a:pt x="71072" y="35268"/>
                    <a:pt x="73994" y="34396"/>
                    <a:pt x="76660" y="32961"/>
                  </a:cubicBezTo>
                  <a:cubicBezTo>
                    <a:pt x="78274" y="32038"/>
                    <a:pt x="79761" y="30911"/>
                    <a:pt x="81119" y="29629"/>
                  </a:cubicBezTo>
                  <a:cubicBezTo>
                    <a:pt x="82606" y="28194"/>
                    <a:pt x="83964" y="26656"/>
                    <a:pt x="85143" y="24964"/>
                  </a:cubicBezTo>
                  <a:cubicBezTo>
                    <a:pt x="86399" y="23196"/>
                    <a:pt x="87629" y="21376"/>
                    <a:pt x="88757" y="19531"/>
                  </a:cubicBezTo>
                  <a:cubicBezTo>
                    <a:pt x="90090" y="17378"/>
                    <a:pt x="91320" y="15199"/>
                    <a:pt x="92627" y="13046"/>
                  </a:cubicBezTo>
                  <a:cubicBezTo>
                    <a:pt x="94062" y="10612"/>
                    <a:pt x="95728" y="8382"/>
                    <a:pt x="97651" y="6331"/>
                  </a:cubicBezTo>
                  <a:cubicBezTo>
                    <a:pt x="98983" y="4947"/>
                    <a:pt x="100444" y="3743"/>
                    <a:pt x="102033" y="2692"/>
                  </a:cubicBezTo>
                  <a:cubicBezTo>
                    <a:pt x="103366" y="1795"/>
                    <a:pt x="104827" y="1077"/>
                    <a:pt x="106365" y="616"/>
                  </a:cubicBezTo>
                  <a:cubicBezTo>
                    <a:pt x="107749" y="180"/>
                    <a:pt x="109159" y="1"/>
                    <a:pt x="110620" y="52"/>
                  </a:cubicBezTo>
                  <a:cubicBezTo>
                    <a:pt x="112619" y="129"/>
                    <a:pt x="114567" y="744"/>
                    <a:pt x="116233" y="1872"/>
                  </a:cubicBezTo>
                  <a:cubicBezTo>
                    <a:pt x="117437" y="2666"/>
                    <a:pt x="118514" y="3666"/>
                    <a:pt x="119436" y="4768"/>
                  </a:cubicBezTo>
                  <a:cubicBezTo>
                    <a:pt x="120538" y="6101"/>
                    <a:pt x="121487" y="7536"/>
                    <a:pt x="122281" y="9048"/>
                  </a:cubicBezTo>
                  <a:cubicBezTo>
                    <a:pt x="123358" y="11073"/>
                    <a:pt x="124280" y="13175"/>
                    <a:pt x="125024" y="15328"/>
                  </a:cubicBezTo>
                  <a:cubicBezTo>
                    <a:pt x="127228" y="21222"/>
                    <a:pt x="128817" y="27245"/>
                    <a:pt x="130252" y="33320"/>
                  </a:cubicBezTo>
                  <a:cubicBezTo>
                    <a:pt x="131713" y="39445"/>
                    <a:pt x="132995" y="45622"/>
                    <a:pt x="133994" y="51825"/>
                  </a:cubicBezTo>
                  <a:cubicBezTo>
                    <a:pt x="134609" y="55720"/>
                    <a:pt x="135096" y="59616"/>
                    <a:pt x="135481" y="63512"/>
                  </a:cubicBezTo>
                  <a:cubicBezTo>
                    <a:pt x="135788" y="66716"/>
                    <a:pt x="136070" y="69945"/>
                    <a:pt x="136429" y="73149"/>
                  </a:cubicBezTo>
                  <a:cubicBezTo>
                    <a:pt x="136737" y="75789"/>
                    <a:pt x="137326" y="78403"/>
                    <a:pt x="138198" y="80889"/>
                  </a:cubicBezTo>
                  <a:cubicBezTo>
                    <a:pt x="139658" y="85195"/>
                    <a:pt x="142196" y="89065"/>
                    <a:pt x="145553" y="92141"/>
                  </a:cubicBezTo>
                  <a:cubicBezTo>
                    <a:pt x="146117" y="92653"/>
                    <a:pt x="146707" y="93217"/>
                    <a:pt x="147245" y="93781"/>
                  </a:cubicBezTo>
                  <a:cubicBezTo>
                    <a:pt x="147834" y="94422"/>
                    <a:pt x="148450" y="95062"/>
                    <a:pt x="148988" y="95729"/>
                  </a:cubicBezTo>
                  <a:cubicBezTo>
                    <a:pt x="151166" y="98446"/>
                    <a:pt x="151935" y="101419"/>
                    <a:pt x="151269" y="104622"/>
                  </a:cubicBezTo>
                  <a:cubicBezTo>
                    <a:pt x="151038" y="105724"/>
                    <a:pt x="150705" y="106827"/>
                    <a:pt x="150423" y="107929"/>
                  </a:cubicBezTo>
                  <a:cubicBezTo>
                    <a:pt x="149962" y="109518"/>
                    <a:pt x="149449" y="111132"/>
                    <a:pt x="149065" y="112773"/>
                  </a:cubicBezTo>
                  <a:cubicBezTo>
                    <a:pt x="148398" y="115515"/>
                    <a:pt x="148347" y="118386"/>
                    <a:pt x="148885" y="121179"/>
                  </a:cubicBezTo>
                  <a:cubicBezTo>
                    <a:pt x="149449" y="123999"/>
                    <a:pt x="150423" y="126715"/>
                    <a:pt x="151781" y="129253"/>
                  </a:cubicBezTo>
                  <a:cubicBezTo>
                    <a:pt x="153858" y="133225"/>
                    <a:pt x="156600" y="136865"/>
                    <a:pt x="159701" y="140325"/>
                  </a:cubicBezTo>
                  <a:cubicBezTo>
                    <a:pt x="163264" y="144221"/>
                    <a:pt x="167134" y="147860"/>
                    <a:pt x="171235" y="151218"/>
                  </a:cubicBezTo>
                  <a:cubicBezTo>
                    <a:pt x="171568" y="151474"/>
                    <a:pt x="171850" y="151756"/>
                    <a:pt x="172157" y="152038"/>
                  </a:cubicBezTo>
                  <a:lnTo>
                    <a:pt x="166006" y="152038"/>
                  </a:lnTo>
                  <a:cubicBezTo>
                    <a:pt x="165724" y="151782"/>
                    <a:pt x="165494" y="151500"/>
                    <a:pt x="165212" y="151243"/>
                  </a:cubicBezTo>
                  <a:cubicBezTo>
                    <a:pt x="161111" y="147732"/>
                    <a:pt x="157292" y="143913"/>
                    <a:pt x="153781" y="139812"/>
                  </a:cubicBezTo>
                  <a:cubicBezTo>
                    <a:pt x="151038" y="136609"/>
                    <a:pt x="148706" y="133123"/>
                    <a:pt x="146784" y="129381"/>
                  </a:cubicBezTo>
                  <a:cubicBezTo>
                    <a:pt x="145092" y="126049"/>
                    <a:pt x="143990" y="122461"/>
                    <a:pt x="143529" y="118744"/>
                  </a:cubicBezTo>
                  <a:cubicBezTo>
                    <a:pt x="143195" y="115900"/>
                    <a:pt x="143324" y="113055"/>
                    <a:pt x="143580" y="110210"/>
                  </a:cubicBezTo>
                  <a:cubicBezTo>
                    <a:pt x="143708" y="108723"/>
                    <a:pt x="143836" y="107211"/>
                    <a:pt x="143862" y="105724"/>
                  </a:cubicBezTo>
                  <a:cubicBezTo>
                    <a:pt x="143939" y="102956"/>
                    <a:pt x="142939" y="100265"/>
                    <a:pt x="141119" y="98189"/>
                  </a:cubicBezTo>
                  <a:cubicBezTo>
                    <a:pt x="140786" y="97805"/>
                    <a:pt x="140479" y="97420"/>
                    <a:pt x="140145" y="97036"/>
                  </a:cubicBezTo>
                  <a:cubicBezTo>
                    <a:pt x="139530" y="96344"/>
                    <a:pt x="138941" y="95678"/>
                    <a:pt x="138351" y="94986"/>
                  </a:cubicBezTo>
                  <a:cubicBezTo>
                    <a:pt x="136660" y="93038"/>
                    <a:pt x="135327" y="90833"/>
                    <a:pt x="134327" y="88475"/>
                  </a:cubicBezTo>
                  <a:cubicBezTo>
                    <a:pt x="133123" y="85477"/>
                    <a:pt x="132277" y="82324"/>
                    <a:pt x="131867" y="79121"/>
                  </a:cubicBezTo>
                  <a:cubicBezTo>
                    <a:pt x="131508" y="76506"/>
                    <a:pt x="131303" y="73866"/>
                    <a:pt x="131252" y="71252"/>
                  </a:cubicBezTo>
                  <a:cubicBezTo>
                    <a:pt x="131098" y="67126"/>
                    <a:pt x="130919" y="63025"/>
                    <a:pt x="130483" y="58950"/>
                  </a:cubicBezTo>
                  <a:cubicBezTo>
                    <a:pt x="130278" y="56797"/>
                    <a:pt x="130047" y="54644"/>
                    <a:pt x="129714" y="52491"/>
                  </a:cubicBezTo>
                  <a:cubicBezTo>
                    <a:pt x="129201" y="49364"/>
                    <a:pt x="128637" y="46237"/>
                    <a:pt x="128022" y="43110"/>
                  </a:cubicBezTo>
                  <a:cubicBezTo>
                    <a:pt x="126843" y="37190"/>
                    <a:pt x="125306" y="31321"/>
                    <a:pt x="123435" y="25580"/>
                  </a:cubicBezTo>
                  <a:cubicBezTo>
                    <a:pt x="122409" y="22350"/>
                    <a:pt x="121102" y="19198"/>
                    <a:pt x="119590" y="16148"/>
                  </a:cubicBezTo>
                  <a:cubicBezTo>
                    <a:pt x="118744" y="14507"/>
                    <a:pt x="117745" y="12944"/>
                    <a:pt x="116591" y="11534"/>
                  </a:cubicBezTo>
                  <a:cubicBezTo>
                    <a:pt x="115720" y="10483"/>
                    <a:pt x="114746" y="9561"/>
                    <a:pt x="113618" y="8817"/>
                  </a:cubicBezTo>
                  <a:cubicBezTo>
                    <a:pt x="112516" y="8074"/>
                    <a:pt x="111312" y="7536"/>
                    <a:pt x="110004" y="7280"/>
                  </a:cubicBezTo>
                  <a:cubicBezTo>
                    <a:pt x="108108" y="6895"/>
                    <a:pt x="106134" y="7075"/>
                    <a:pt x="104340" y="7741"/>
                  </a:cubicBezTo>
                  <a:cubicBezTo>
                    <a:pt x="102905" y="8279"/>
                    <a:pt x="101572" y="8997"/>
                    <a:pt x="100342" y="9894"/>
                  </a:cubicBezTo>
                  <a:cubicBezTo>
                    <a:pt x="99060" y="10842"/>
                    <a:pt x="97881" y="11893"/>
                    <a:pt x="96831" y="13072"/>
                  </a:cubicBezTo>
                  <a:cubicBezTo>
                    <a:pt x="95472" y="14559"/>
                    <a:pt x="94242" y="16148"/>
                    <a:pt x="93114" y="17814"/>
                  </a:cubicBezTo>
                  <a:cubicBezTo>
                    <a:pt x="91781" y="19736"/>
                    <a:pt x="90449" y="21684"/>
                    <a:pt x="89116" y="23606"/>
                  </a:cubicBezTo>
                  <a:cubicBezTo>
                    <a:pt x="87578" y="25810"/>
                    <a:pt x="85861" y="27886"/>
                    <a:pt x="84015" y="29834"/>
                  </a:cubicBezTo>
                  <a:cubicBezTo>
                    <a:pt x="82657" y="31269"/>
                    <a:pt x="81145" y="32551"/>
                    <a:pt x="79505" y="33679"/>
                  </a:cubicBezTo>
                  <a:cubicBezTo>
                    <a:pt x="75916" y="36088"/>
                    <a:pt x="71764" y="37292"/>
                    <a:pt x="67125" y="37395"/>
                  </a:cubicBezTo>
                  <a:cubicBezTo>
                    <a:pt x="63665" y="37421"/>
                    <a:pt x="60179" y="36985"/>
                    <a:pt x="56822" y="36139"/>
                  </a:cubicBezTo>
                  <a:cubicBezTo>
                    <a:pt x="51260" y="34781"/>
                    <a:pt x="45878" y="32756"/>
                    <a:pt x="40803" y="30142"/>
                  </a:cubicBezTo>
                  <a:cubicBezTo>
                    <a:pt x="36907" y="28117"/>
                    <a:pt x="33140" y="25887"/>
                    <a:pt x="29500" y="23478"/>
                  </a:cubicBezTo>
                  <a:cubicBezTo>
                    <a:pt x="26015" y="21171"/>
                    <a:pt x="22554" y="18813"/>
                    <a:pt x="19043" y="16532"/>
                  </a:cubicBezTo>
                  <a:cubicBezTo>
                    <a:pt x="13302" y="12765"/>
                    <a:pt x="7381" y="9304"/>
                    <a:pt x="1307" y="6152"/>
                  </a:cubicBezTo>
                  <a:cubicBezTo>
                    <a:pt x="897" y="5947"/>
                    <a:pt x="436" y="5793"/>
                    <a:pt x="0" y="5588"/>
                  </a:cubicBezTo>
                  <a:lnTo>
                    <a:pt x="0" y="2974"/>
                  </a:lnTo>
                  <a:cubicBezTo>
                    <a:pt x="436" y="3153"/>
                    <a:pt x="897" y="3333"/>
                    <a:pt x="1307" y="3538"/>
                  </a:cubicBezTo>
                  <a:cubicBezTo>
                    <a:pt x="8227" y="7203"/>
                    <a:pt x="14942" y="11252"/>
                    <a:pt x="21427" y="15661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60" name="Google Shape;404;p16"/>
            <p:cNvSpPr/>
            <p:nvPr/>
          </p:nvSpPr>
          <p:spPr>
            <a:xfrm rot="10800000">
              <a:off x="360" y="1752120"/>
              <a:ext cx="1572120" cy="3028680"/>
            </a:xfrm>
            <a:custGeom>
              <a:avLst/>
              <a:gdLst>
                <a:gd name="textAreaLeft" fmla="*/ 0 w 1572120"/>
                <a:gd name="textAreaRight" fmla="*/ 1572480 w 1572120"/>
                <a:gd name="textAreaTop" fmla="*/ 0 h 3028680"/>
                <a:gd name="textAreaBottom" fmla="*/ 3029040 h 3028680"/>
              </a:gdLst>
              <a:ahLst/>
              <a:cxnLst/>
              <a:rect l="textAreaLeft" t="textAreaTop" r="textAreaRight" b="textAreaBottom"/>
              <a:pathLst>
                <a:path w="48954" h="103623">
                  <a:moveTo>
                    <a:pt x="30962" y="101188"/>
                  </a:moveTo>
                  <a:cubicBezTo>
                    <a:pt x="28040" y="100265"/>
                    <a:pt x="25220" y="99035"/>
                    <a:pt x="22529" y="97523"/>
                  </a:cubicBezTo>
                  <a:cubicBezTo>
                    <a:pt x="18223" y="95114"/>
                    <a:pt x="14302" y="92064"/>
                    <a:pt x="10944" y="88450"/>
                  </a:cubicBezTo>
                  <a:cubicBezTo>
                    <a:pt x="6049" y="83196"/>
                    <a:pt x="2794" y="77327"/>
                    <a:pt x="1179" y="70817"/>
                  </a:cubicBezTo>
                  <a:cubicBezTo>
                    <a:pt x="0" y="66024"/>
                    <a:pt x="180" y="61205"/>
                    <a:pt x="1282" y="56438"/>
                  </a:cubicBezTo>
                  <a:cubicBezTo>
                    <a:pt x="1846" y="54055"/>
                    <a:pt x="2538" y="51671"/>
                    <a:pt x="3230" y="49287"/>
                  </a:cubicBezTo>
                  <a:cubicBezTo>
                    <a:pt x="4434" y="45135"/>
                    <a:pt x="6075" y="41137"/>
                    <a:pt x="8125" y="37318"/>
                  </a:cubicBezTo>
                  <a:cubicBezTo>
                    <a:pt x="11073" y="31833"/>
                    <a:pt x="14968" y="26861"/>
                    <a:pt x="19479" y="22196"/>
                  </a:cubicBezTo>
                  <a:cubicBezTo>
                    <a:pt x="24631" y="16917"/>
                    <a:pt x="30141" y="12021"/>
                    <a:pt x="35985" y="7562"/>
                  </a:cubicBezTo>
                  <a:cubicBezTo>
                    <a:pt x="39958" y="4486"/>
                    <a:pt x="44315" y="1949"/>
                    <a:pt x="48954" y="1"/>
                  </a:cubicBezTo>
                  <a:lnTo>
                    <a:pt x="48954" y="3948"/>
                  </a:lnTo>
                  <a:cubicBezTo>
                    <a:pt x="48749" y="4025"/>
                    <a:pt x="48544" y="4076"/>
                    <a:pt x="48339" y="4179"/>
                  </a:cubicBezTo>
                  <a:cubicBezTo>
                    <a:pt x="45853" y="5383"/>
                    <a:pt x="43495" y="6793"/>
                    <a:pt x="41239" y="8433"/>
                  </a:cubicBezTo>
                  <a:cubicBezTo>
                    <a:pt x="33986" y="13687"/>
                    <a:pt x="27348" y="19428"/>
                    <a:pt x="21581" y="25836"/>
                  </a:cubicBezTo>
                  <a:cubicBezTo>
                    <a:pt x="17275" y="30654"/>
                    <a:pt x="13841" y="35883"/>
                    <a:pt x="11534" y="41573"/>
                  </a:cubicBezTo>
                  <a:cubicBezTo>
                    <a:pt x="10355" y="44443"/>
                    <a:pt x="9458" y="47442"/>
                    <a:pt x="8920" y="50492"/>
                  </a:cubicBezTo>
                  <a:cubicBezTo>
                    <a:pt x="8535" y="52645"/>
                    <a:pt x="8151" y="54772"/>
                    <a:pt x="7920" y="56925"/>
                  </a:cubicBezTo>
                  <a:cubicBezTo>
                    <a:pt x="7074" y="64614"/>
                    <a:pt x="9612" y="71432"/>
                    <a:pt x="15763" y="77275"/>
                  </a:cubicBezTo>
                  <a:cubicBezTo>
                    <a:pt x="19838" y="81145"/>
                    <a:pt x="24708" y="84119"/>
                    <a:pt x="30039" y="85964"/>
                  </a:cubicBezTo>
                  <a:cubicBezTo>
                    <a:pt x="34165" y="87399"/>
                    <a:pt x="38522" y="88091"/>
                    <a:pt x="42905" y="87989"/>
                  </a:cubicBezTo>
                  <a:cubicBezTo>
                    <a:pt x="44930" y="87963"/>
                    <a:pt x="46980" y="87707"/>
                    <a:pt x="48954" y="87194"/>
                  </a:cubicBezTo>
                  <a:lnTo>
                    <a:pt x="48954" y="102623"/>
                  </a:lnTo>
                  <a:cubicBezTo>
                    <a:pt x="48851" y="102623"/>
                    <a:pt x="48723" y="102623"/>
                    <a:pt x="48621" y="102649"/>
                  </a:cubicBezTo>
                  <a:cubicBezTo>
                    <a:pt x="42546" y="103623"/>
                    <a:pt x="36677" y="103008"/>
                    <a:pt x="30962" y="10118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61" name="Google Shape;405;p16"/>
            <p:cNvSpPr/>
            <p:nvPr/>
          </p:nvSpPr>
          <p:spPr>
            <a:xfrm rot="10800000">
              <a:off x="720" y="299880"/>
              <a:ext cx="4073760" cy="4843440"/>
            </a:xfrm>
            <a:custGeom>
              <a:avLst/>
              <a:gdLst>
                <a:gd name="textAreaLeft" fmla="*/ 0 w 4073760"/>
                <a:gd name="textAreaRight" fmla="*/ 4074120 w 4073760"/>
                <a:gd name="textAreaTop" fmla="*/ 0 h 4843440"/>
                <a:gd name="textAreaBottom" fmla="*/ 4843800 h 4843440"/>
              </a:gdLst>
              <a:ahLst/>
              <a:cxnLst/>
              <a:rect l="textAreaLeft" t="textAreaTop" r="textAreaRight" b="textAreaBottom"/>
              <a:pathLst>
                <a:path w="126844" h="165698">
                  <a:moveTo>
                    <a:pt x="114055" y="165595"/>
                  </a:moveTo>
                  <a:cubicBezTo>
                    <a:pt x="110184" y="165698"/>
                    <a:pt x="106340" y="165288"/>
                    <a:pt x="102598" y="164365"/>
                  </a:cubicBezTo>
                  <a:cubicBezTo>
                    <a:pt x="99573" y="163571"/>
                    <a:pt x="96600" y="162648"/>
                    <a:pt x="93679" y="161546"/>
                  </a:cubicBezTo>
                  <a:cubicBezTo>
                    <a:pt x="90321" y="160316"/>
                    <a:pt x="86963" y="159034"/>
                    <a:pt x="83580" y="157829"/>
                  </a:cubicBezTo>
                  <a:cubicBezTo>
                    <a:pt x="78019" y="155830"/>
                    <a:pt x="72252" y="154446"/>
                    <a:pt x="66383" y="153703"/>
                  </a:cubicBezTo>
                  <a:cubicBezTo>
                    <a:pt x="63640" y="153344"/>
                    <a:pt x="60898" y="153011"/>
                    <a:pt x="58181" y="152627"/>
                  </a:cubicBezTo>
                  <a:cubicBezTo>
                    <a:pt x="56054" y="152345"/>
                    <a:pt x="53978" y="151858"/>
                    <a:pt x="51953" y="151140"/>
                  </a:cubicBezTo>
                  <a:cubicBezTo>
                    <a:pt x="46904" y="149269"/>
                    <a:pt x="43597" y="146142"/>
                    <a:pt x="42085" y="141734"/>
                  </a:cubicBezTo>
                  <a:cubicBezTo>
                    <a:pt x="41624" y="140401"/>
                    <a:pt x="41342" y="138991"/>
                    <a:pt x="41214" y="137582"/>
                  </a:cubicBezTo>
                  <a:cubicBezTo>
                    <a:pt x="40983" y="135506"/>
                    <a:pt x="41034" y="133455"/>
                    <a:pt x="41009" y="131379"/>
                  </a:cubicBezTo>
                  <a:cubicBezTo>
                    <a:pt x="40983" y="129508"/>
                    <a:pt x="40932" y="127612"/>
                    <a:pt x="40829" y="125741"/>
                  </a:cubicBezTo>
                  <a:cubicBezTo>
                    <a:pt x="40676" y="122460"/>
                    <a:pt x="40470" y="119179"/>
                    <a:pt x="40317" y="115899"/>
                  </a:cubicBezTo>
                  <a:cubicBezTo>
                    <a:pt x="40137" y="112362"/>
                    <a:pt x="40009" y="108825"/>
                    <a:pt x="39778" y="105288"/>
                  </a:cubicBezTo>
                  <a:cubicBezTo>
                    <a:pt x="39573" y="102033"/>
                    <a:pt x="39266" y="98778"/>
                    <a:pt x="38984" y="95523"/>
                  </a:cubicBezTo>
                  <a:cubicBezTo>
                    <a:pt x="38651" y="91499"/>
                    <a:pt x="38241" y="87475"/>
                    <a:pt x="37600" y="83477"/>
                  </a:cubicBezTo>
                  <a:cubicBezTo>
                    <a:pt x="37087" y="80017"/>
                    <a:pt x="36062" y="76634"/>
                    <a:pt x="34499" y="73507"/>
                  </a:cubicBezTo>
                  <a:cubicBezTo>
                    <a:pt x="34063" y="72635"/>
                    <a:pt x="33678" y="71738"/>
                    <a:pt x="33320" y="70841"/>
                  </a:cubicBezTo>
                  <a:cubicBezTo>
                    <a:pt x="32628" y="69124"/>
                    <a:pt x="32448" y="67202"/>
                    <a:pt x="32833" y="65382"/>
                  </a:cubicBezTo>
                  <a:cubicBezTo>
                    <a:pt x="33063" y="64177"/>
                    <a:pt x="33473" y="63024"/>
                    <a:pt x="34037" y="61973"/>
                  </a:cubicBezTo>
                  <a:cubicBezTo>
                    <a:pt x="34781" y="60589"/>
                    <a:pt x="35575" y="59231"/>
                    <a:pt x="36370" y="57898"/>
                  </a:cubicBezTo>
                  <a:cubicBezTo>
                    <a:pt x="37010" y="56822"/>
                    <a:pt x="37677" y="55771"/>
                    <a:pt x="38292" y="54694"/>
                  </a:cubicBezTo>
                  <a:cubicBezTo>
                    <a:pt x="38830" y="53797"/>
                    <a:pt x="39240" y="52849"/>
                    <a:pt x="39497" y="51849"/>
                  </a:cubicBezTo>
                  <a:cubicBezTo>
                    <a:pt x="39702" y="51183"/>
                    <a:pt x="39753" y="50491"/>
                    <a:pt x="39676" y="49799"/>
                  </a:cubicBezTo>
                  <a:cubicBezTo>
                    <a:pt x="39497" y="48646"/>
                    <a:pt x="38753" y="47851"/>
                    <a:pt x="37446" y="47415"/>
                  </a:cubicBezTo>
                  <a:cubicBezTo>
                    <a:pt x="36652" y="47134"/>
                    <a:pt x="35831" y="47005"/>
                    <a:pt x="34986" y="46980"/>
                  </a:cubicBezTo>
                  <a:cubicBezTo>
                    <a:pt x="33909" y="46929"/>
                    <a:pt x="32807" y="46929"/>
                    <a:pt x="31705" y="46929"/>
                  </a:cubicBezTo>
                  <a:cubicBezTo>
                    <a:pt x="30193" y="46929"/>
                    <a:pt x="28655" y="46954"/>
                    <a:pt x="27143" y="46954"/>
                  </a:cubicBezTo>
                  <a:cubicBezTo>
                    <a:pt x="25092" y="46954"/>
                    <a:pt x="23068" y="46775"/>
                    <a:pt x="21068" y="46416"/>
                  </a:cubicBezTo>
                  <a:cubicBezTo>
                    <a:pt x="15763" y="45442"/>
                    <a:pt x="11457" y="43238"/>
                    <a:pt x="8202" y="39650"/>
                  </a:cubicBezTo>
                  <a:cubicBezTo>
                    <a:pt x="7151" y="38496"/>
                    <a:pt x="6229" y="37215"/>
                    <a:pt x="5460" y="35882"/>
                  </a:cubicBezTo>
                  <a:cubicBezTo>
                    <a:pt x="4178" y="33703"/>
                    <a:pt x="3179" y="31345"/>
                    <a:pt x="2512" y="28911"/>
                  </a:cubicBezTo>
                  <a:cubicBezTo>
                    <a:pt x="1410" y="24810"/>
                    <a:pt x="795" y="20581"/>
                    <a:pt x="693" y="16352"/>
                  </a:cubicBezTo>
                  <a:cubicBezTo>
                    <a:pt x="590" y="12507"/>
                    <a:pt x="539" y="8663"/>
                    <a:pt x="462" y="4793"/>
                  </a:cubicBezTo>
                  <a:cubicBezTo>
                    <a:pt x="462" y="3178"/>
                    <a:pt x="308" y="1589"/>
                    <a:pt x="1" y="0"/>
                  </a:cubicBezTo>
                  <a:lnTo>
                    <a:pt x="2743" y="0"/>
                  </a:lnTo>
                  <a:cubicBezTo>
                    <a:pt x="2794" y="1666"/>
                    <a:pt x="2897" y="3306"/>
                    <a:pt x="2871" y="4972"/>
                  </a:cubicBezTo>
                  <a:cubicBezTo>
                    <a:pt x="2871" y="7638"/>
                    <a:pt x="2769" y="10303"/>
                    <a:pt x="2743" y="12969"/>
                  </a:cubicBezTo>
                  <a:cubicBezTo>
                    <a:pt x="2692" y="16403"/>
                    <a:pt x="2897" y="19863"/>
                    <a:pt x="3384" y="23272"/>
                  </a:cubicBezTo>
                  <a:cubicBezTo>
                    <a:pt x="3768" y="25963"/>
                    <a:pt x="4460" y="28603"/>
                    <a:pt x="5460" y="31140"/>
                  </a:cubicBezTo>
                  <a:cubicBezTo>
                    <a:pt x="6511" y="33832"/>
                    <a:pt x="8048" y="36266"/>
                    <a:pt x="10022" y="38368"/>
                  </a:cubicBezTo>
                  <a:cubicBezTo>
                    <a:pt x="12380" y="40777"/>
                    <a:pt x="15353" y="42520"/>
                    <a:pt x="18634" y="43392"/>
                  </a:cubicBezTo>
                  <a:cubicBezTo>
                    <a:pt x="21632" y="44186"/>
                    <a:pt x="24759" y="44442"/>
                    <a:pt x="27835" y="44084"/>
                  </a:cubicBezTo>
                  <a:cubicBezTo>
                    <a:pt x="29834" y="43879"/>
                    <a:pt x="31807" y="43571"/>
                    <a:pt x="33755" y="43135"/>
                  </a:cubicBezTo>
                  <a:cubicBezTo>
                    <a:pt x="36113" y="42648"/>
                    <a:pt x="38446" y="42110"/>
                    <a:pt x="40804" y="41674"/>
                  </a:cubicBezTo>
                  <a:cubicBezTo>
                    <a:pt x="41880" y="41495"/>
                    <a:pt x="42982" y="41367"/>
                    <a:pt x="44059" y="41290"/>
                  </a:cubicBezTo>
                  <a:cubicBezTo>
                    <a:pt x="44853" y="41239"/>
                    <a:pt x="45648" y="41316"/>
                    <a:pt x="46442" y="41521"/>
                  </a:cubicBezTo>
                  <a:cubicBezTo>
                    <a:pt x="47647" y="41828"/>
                    <a:pt x="48416" y="42520"/>
                    <a:pt x="48723" y="43545"/>
                  </a:cubicBezTo>
                  <a:cubicBezTo>
                    <a:pt x="48877" y="44160"/>
                    <a:pt x="48928" y="44776"/>
                    <a:pt x="48826" y="45416"/>
                  </a:cubicBezTo>
                  <a:cubicBezTo>
                    <a:pt x="48672" y="46518"/>
                    <a:pt x="48365" y="47595"/>
                    <a:pt x="47903" y="48594"/>
                  </a:cubicBezTo>
                  <a:cubicBezTo>
                    <a:pt x="47314" y="49927"/>
                    <a:pt x="46622" y="51209"/>
                    <a:pt x="45827" y="52439"/>
                  </a:cubicBezTo>
                  <a:cubicBezTo>
                    <a:pt x="44725" y="54156"/>
                    <a:pt x="43572" y="55873"/>
                    <a:pt x="42521" y="57591"/>
                  </a:cubicBezTo>
                  <a:cubicBezTo>
                    <a:pt x="41854" y="58667"/>
                    <a:pt x="41239" y="59795"/>
                    <a:pt x="40701" y="60922"/>
                  </a:cubicBezTo>
                  <a:cubicBezTo>
                    <a:pt x="39753" y="62845"/>
                    <a:pt x="39368" y="64972"/>
                    <a:pt x="39548" y="67099"/>
                  </a:cubicBezTo>
                  <a:cubicBezTo>
                    <a:pt x="39650" y="68125"/>
                    <a:pt x="39753" y="69150"/>
                    <a:pt x="39932" y="70175"/>
                  </a:cubicBezTo>
                  <a:cubicBezTo>
                    <a:pt x="40394" y="72892"/>
                    <a:pt x="40727" y="75660"/>
                    <a:pt x="40906" y="78402"/>
                  </a:cubicBezTo>
                  <a:cubicBezTo>
                    <a:pt x="41188" y="82810"/>
                    <a:pt x="41419" y="87219"/>
                    <a:pt x="41675" y="91627"/>
                  </a:cubicBezTo>
                  <a:cubicBezTo>
                    <a:pt x="41829" y="94241"/>
                    <a:pt x="41983" y="96830"/>
                    <a:pt x="42188" y="99419"/>
                  </a:cubicBezTo>
                  <a:cubicBezTo>
                    <a:pt x="42393" y="102007"/>
                    <a:pt x="42598" y="104622"/>
                    <a:pt x="42777" y="107210"/>
                  </a:cubicBezTo>
                  <a:cubicBezTo>
                    <a:pt x="42957" y="110055"/>
                    <a:pt x="43110" y="112900"/>
                    <a:pt x="43315" y="115745"/>
                  </a:cubicBezTo>
                  <a:cubicBezTo>
                    <a:pt x="43392" y="116898"/>
                    <a:pt x="43495" y="118052"/>
                    <a:pt x="43623" y="119205"/>
                  </a:cubicBezTo>
                  <a:cubicBezTo>
                    <a:pt x="43854" y="121384"/>
                    <a:pt x="44110" y="123562"/>
                    <a:pt x="44366" y="125766"/>
                  </a:cubicBezTo>
                  <a:cubicBezTo>
                    <a:pt x="44699" y="128509"/>
                    <a:pt x="44981" y="131251"/>
                    <a:pt x="45340" y="133994"/>
                  </a:cubicBezTo>
                  <a:cubicBezTo>
                    <a:pt x="45545" y="135813"/>
                    <a:pt x="46007" y="137607"/>
                    <a:pt x="46699" y="139299"/>
                  </a:cubicBezTo>
                  <a:cubicBezTo>
                    <a:pt x="48185" y="142836"/>
                    <a:pt x="50953" y="145476"/>
                    <a:pt x="55028" y="147142"/>
                  </a:cubicBezTo>
                  <a:cubicBezTo>
                    <a:pt x="55772" y="147449"/>
                    <a:pt x="56566" y="147706"/>
                    <a:pt x="57335" y="147962"/>
                  </a:cubicBezTo>
                  <a:cubicBezTo>
                    <a:pt x="59129" y="148475"/>
                    <a:pt x="60949" y="148910"/>
                    <a:pt x="62794" y="149243"/>
                  </a:cubicBezTo>
                  <a:cubicBezTo>
                    <a:pt x="65998" y="149884"/>
                    <a:pt x="69202" y="150474"/>
                    <a:pt x="72406" y="151191"/>
                  </a:cubicBezTo>
                  <a:cubicBezTo>
                    <a:pt x="77173" y="152293"/>
                    <a:pt x="81735" y="153857"/>
                    <a:pt x="86246" y="155523"/>
                  </a:cubicBezTo>
                  <a:cubicBezTo>
                    <a:pt x="89655" y="156804"/>
                    <a:pt x="93063" y="158086"/>
                    <a:pt x="96524" y="159290"/>
                  </a:cubicBezTo>
                  <a:cubicBezTo>
                    <a:pt x="100471" y="160674"/>
                    <a:pt x="104546" y="161571"/>
                    <a:pt x="108698" y="161905"/>
                  </a:cubicBezTo>
                  <a:cubicBezTo>
                    <a:pt x="111517" y="162135"/>
                    <a:pt x="114311" y="162084"/>
                    <a:pt x="117104" y="161725"/>
                  </a:cubicBezTo>
                  <a:cubicBezTo>
                    <a:pt x="120026" y="161341"/>
                    <a:pt x="122923" y="160726"/>
                    <a:pt x="125767" y="159880"/>
                  </a:cubicBezTo>
                  <a:cubicBezTo>
                    <a:pt x="126126" y="159752"/>
                    <a:pt x="126485" y="159675"/>
                    <a:pt x="126844" y="159598"/>
                  </a:cubicBezTo>
                  <a:lnTo>
                    <a:pt x="126844" y="163160"/>
                  </a:lnTo>
                  <a:cubicBezTo>
                    <a:pt x="125972" y="163442"/>
                    <a:pt x="125075" y="163750"/>
                    <a:pt x="124178" y="163981"/>
                  </a:cubicBezTo>
                  <a:cubicBezTo>
                    <a:pt x="120872" y="164903"/>
                    <a:pt x="117489" y="165442"/>
                    <a:pt x="114055" y="16559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62" name="Google Shape;406;p16"/>
            <p:cNvSpPr/>
            <p:nvPr/>
          </p:nvSpPr>
          <p:spPr>
            <a:xfrm rot="10800000">
              <a:off x="7029000" y="4515840"/>
              <a:ext cx="2113920" cy="627480"/>
            </a:xfrm>
            <a:custGeom>
              <a:avLst/>
              <a:gdLst>
                <a:gd name="textAreaLeft" fmla="*/ 0 w 2113920"/>
                <a:gd name="textAreaRight" fmla="*/ 2114280 w 2113920"/>
                <a:gd name="textAreaTop" fmla="*/ 0 h 627480"/>
                <a:gd name="textAreaBottom" fmla="*/ 627840 h 627480"/>
              </a:gdLst>
              <a:ahLst/>
              <a:cxnLst/>
              <a:rect l="textAreaLeft" t="textAreaTop" r="textAreaRight" b="textAreaBottom"/>
              <a:pathLst>
                <a:path w="65819" h="21478">
                  <a:moveTo>
                    <a:pt x="65152" y="513"/>
                  </a:moveTo>
                  <a:cubicBezTo>
                    <a:pt x="62179" y="2230"/>
                    <a:pt x="59616" y="4537"/>
                    <a:pt x="57565" y="7305"/>
                  </a:cubicBezTo>
                  <a:cubicBezTo>
                    <a:pt x="56591" y="8637"/>
                    <a:pt x="55617" y="9970"/>
                    <a:pt x="54643" y="11328"/>
                  </a:cubicBezTo>
                  <a:cubicBezTo>
                    <a:pt x="53311" y="13148"/>
                    <a:pt x="51875" y="14865"/>
                    <a:pt x="50312" y="16506"/>
                  </a:cubicBezTo>
                  <a:cubicBezTo>
                    <a:pt x="49210" y="17659"/>
                    <a:pt x="47954" y="18684"/>
                    <a:pt x="46596" y="19530"/>
                  </a:cubicBezTo>
                  <a:cubicBezTo>
                    <a:pt x="45032" y="20504"/>
                    <a:pt x="43264" y="21119"/>
                    <a:pt x="41418" y="21350"/>
                  </a:cubicBezTo>
                  <a:cubicBezTo>
                    <a:pt x="39983" y="21478"/>
                    <a:pt x="38548" y="21401"/>
                    <a:pt x="37112" y="21145"/>
                  </a:cubicBezTo>
                  <a:cubicBezTo>
                    <a:pt x="35088" y="20786"/>
                    <a:pt x="33088" y="20299"/>
                    <a:pt x="31141" y="19658"/>
                  </a:cubicBezTo>
                  <a:cubicBezTo>
                    <a:pt x="27578" y="18556"/>
                    <a:pt x="24118" y="17275"/>
                    <a:pt x="20735" y="15891"/>
                  </a:cubicBezTo>
                  <a:cubicBezTo>
                    <a:pt x="14250" y="13251"/>
                    <a:pt x="7817" y="10585"/>
                    <a:pt x="1358" y="7945"/>
                  </a:cubicBezTo>
                  <a:cubicBezTo>
                    <a:pt x="923" y="7766"/>
                    <a:pt x="538" y="7510"/>
                    <a:pt x="0" y="7510"/>
                  </a:cubicBezTo>
                  <a:lnTo>
                    <a:pt x="0" y="0"/>
                  </a:lnTo>
                  <a:lnTo>
                    <a:pt x="14122" y="0"/>
                  </a:lnTo>
                  <a:cubicBezTo>
                    <a:pt x="14302" y="51"/>
                    <a:pt x="14481" y="103"/>
                    <a:pt x="14660" y="128"/>
                  </a:cubicBezTo>
                  <a:cubicBezTo>
                    <a:pt x="18761" y="487"/>
                    <a:pt x="22888" y="718"/>
                    <a:pt x="27040" y="359"/>
                  </a:cubicBezTo>
                  <a:cubicBezTo>
                    <a:pt x="28116" y="282"/>
                    <a:pt x="29218" y="282"/>
                    <a:pt x="30295" y="0"/>
                  </a:cubicBezTo>
                  <a:lnTo>
                    <a:pt x="65818" y="0"/>
                  </a:lnTo>
                  <a:cubicBezTo>
                    <a:pt x="65613" y="179"/>
                    <a:pt x="65382" y="359"/>
                    <a:pt x="65152" y="513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63" name="Google Shape;407;p16"/>
            <p:cNvSpPr/>
            <p:nvPr/>
          </p:nvSpPr>
          <p:spPr>
            <a:xfrm rot="10800000">
              <a:off x="6056280" y="3743280"/>
              <a:ext cx="3086640" cy="1400040"/>
            </a:xfrm>
            <a:custGeom>
              <a:avLst/>
              <a:gdLst>
                <a:gd name="textAreaLeft" fmla="*/ 0 w 3086640"/>
                <a:gd name="textAreaRight" fmla="*/ 3087000 w 3086640"/>
                <a:gd name="textAreaTop" fmla="*/ 0 h 1400040"/>
                <a:gd name="textAreaBottom" fmla="*/ 1400400 h 1400040"/>
              </a:gdLst>
              <a:ahLst/>
              <a:cxnLst/>
              <a:rect l="textAreaLeft" t="textAreaTop" r="textAreaRight" b="textAreaBottom"/>
              <a:pathLst>
                <a:path w="96113" h="47903">
                  <a:moveTo>
                    <a:pt x="90141" y="6894"/>
                  </a:moveTo>
                  <a:cubicBezTo>
                    <a:pt x="89141" y="8073"/>
                    <a:pt x="88168" y="9252"/>
                    <a:pt x="87194" y="10457"/>
                  </a:cubicBezTo>
                  <a:cubicBezTo>
                    <a:pt x="83862" y="14532"/>
                    <a:pt x="81376" y="19248"/>
                    <a:pt x="79915" y="24323"/>
                  </a:cubicBezTo>
                  <a:cubicBezTo>
                    <a:pt x="79018" y="27552"/>
                    <a:pt x="77967" y="30705"/>
                    <a:pt x="76762" y="33832"/>
                  </a:cubicBezTo>
                  <a:cubicBezTo>
                    <a:pt x="75839" y="36138"/>
                    <a:pt x="74712" y="38368"/>
                    <a:pt x="73379" y="40470"/>
                  </a:cubicBezTo>
                  <a:cubicBezTo>
                    <a:pt x="72482" y="41828"/>
                    <a:pt x="71457" y="43084"/>
                    <a:pt x="70303" y="44186"/>
                  </a:cubicBezTo>
                  <a:cubicBezTo>
                    <a:pt x="68484" y="45878"/>
                    <a:pt x="66228" y="47005"/>
                    <a:pt x="63819" y="47492"/>
                  </a:cubicBezTo>
                  <a:cubicBezTo>
                    <a:pt x="61871" y="47851"/>
                    <a:pt x="59872" y="47902"/>
                    <a:pt x="57924" y="47646"/>
                  </a:cubicBezTo>
                  <a:cubicBezTo>
                    <a:pt x="55182" y="47313"/>
                    <a:pt x="52490" y="46621"/>
                    <a:pt x="49953" y="45570"/>
                  </a:cubicBezTo>
                  <a:cubicBezTo>
                    <a:pt x="47441" y="44571"/>
                    <a:pt x="45032" y="43392"/>
                    <a:pt x="42674" y="42059"/>
                  </a:cubicBezTo>
                  <a:cubicBezTo>
                    <a:pt x="39342" y="40188"/>
                    <a:pt x="36164" y="38189"/>
                    <a:pt x="32986" y="36138"/>
                  </a:cubicBezTo>
                  <a:cubicBezTo>
                    <a:pt x="27117" y="32422"/>
                    <a:pt x="21222" y="28731"/>
                    <a:pt x="15096" y="25297"/>
                  </a:cubicBezTo>
                  <a:cubicBezTo>
                    <a:pt x="10534" y="22734"/>
                    <a:pt x="5869" y="20248"/>
                    <a:pt x="1128" y="17890"/>
                  </a:cubicBezTo>
                  <a:cubicBezTo>
                    <a:pt x="795" y="17659"/>
                    <a:pt x="410" y="17531"/>
                    <a:pt x="0" y="17480"/>
                  </a:cubicBezTo>
                  <a:lnTo>
                    <a:pt x="0" y="13533"/>
                  </a:lnTo>
                  <a:cubicBezTo>
                    <a:pt x="513" y="13738"/>
                    <a:pt x="1025" y="13943"/>
                    <a:pt x="1512" y="14173"/>
                  </a:cubicBezTo>
                  <a:cubicBezTo>
                    <a:pt x="11790" y="19043"/>
                    <a:pt x="21837" y="24195"/>
                    <a:pt x="31679" y="29628"/>
                  </a:cubicBezTo>
                  <a:cubicBezTo>
                    <a:pt x="34908" y="31422"/>
                    <a:pt x="38214" y="33165"/>
                    <a:pt x="41521" y="34857"/>
                  </a:cubicBezTo>
                  <a:cubicBezTo>
                    <a:pt x="43802" y="36061"/>
                    <a:pt x="46160" y="37061"/>
                    <a:pt x="48595" y="37881"/>
                  </a:cubicBezTo>
                  <a:cubicBezTo>
                    <a:pt x="50594" y="38599"/>
                    <a:pt x="52721" y="39034"/>
                    <a:pt x="54848" y="39188"/>
                  </a:cubicBezTo>
                  <a:cubicBezTo>
                    <a:pt x="58001" y="39342"/>
                    <a:pt x="60666" y="38547"/>
                    <a:pt x="62819" y="36574"/>
                  </a:cubicBezTo>
                  <a:cubicBezTo>
                    <a:pt x="63998" y="35498"/>
                    <a:pt x="64998" y="34242"/>
                    <a:pt x="65844" y="32858"/>
                  </a:cubicBezTo>
                  <a:cubicBezTo>
                    <a:pt x="67125" y="30756"/>
                    <a:pt x="68176" y="28526"/>
                    <a:pt x="68996" y="26219"/>
                  </a:cubicBezTo>
                  <a:cubicBezTo>
                    <a:pt x="69945" y="23451"/>
                    <a:pt x="70816" y="20658"/>
                    <a:pt x="71739" y="17890"/>
                  </a:cubicBezTo>
                  <a:cubicBezTo>
                    <a:pt x="72097" y="16788"/>
                    <a:pt x="72456" y="15711"/>
                    <a:pt x="72866" y="14635"/>
                  </a:cubicBezTo>
                  <a:cubicBezTo>
                    <a:pt x="73866" y="12097"/>
                    <a:pt x="75353" y="9765"/>
                    <a:pt x="77223" y="7766"/>
                  </a:cubicBezTo>
                  <a:cubicBezTo>
                    <a:pt x="78633" y="6254"/>
                    <a:pt x="80120" y="4844"/>
                    <a:pt x="81709" y="3511"/>
                  </a:cubicBezTo>
                  <a:cubicBezTo>
                    <a:pt x="82836" y="2537"/>
                    <a:pt x="83964" y="1589"/>
                    <a:pt x="85092" y="589"/>
                  </a:cubicBezTo>
                  <a:cubicBezTo>
                    <a:pt x="85271" y="410"/>
                    <a:pt x="85451" y="205"/>
                    <a:pt x="85630" y="0"/>
                  </a:cubicBezTo>
                  <a:lnTo>
                    <a:pt x="96113" y="0"/>
                  </a:lnTo>
                  <a:cubicBezTo>
                    <a:pt x="95857" y="333"/>
                    <a:pt x="95626" y="641"/>
                    <a:pt x="95370" y="948"/>
                  </a:cubicBezTo>
                  <a:cubicBezTo>
                    <a:pt x="93627" y="2922"/>
                    <a:pt x="91884" y="4895"/>
                    <a:pt x="90141" y="6894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64" name="Google Shape;408;p16"/>
            <p:cNvSpPr/>
            <p:nvPr/>
          </p:nvSpPr>
          <p:spPr>
            <a:xfrm rot="10800000">
              <a:off x="5669280" y="1080"/>
              <a:ext cx="3473640" cy="3142800"/>
            </a:xfrm>
            <a:custGeom>
              <a:avLst/>
              <a:gdLst>
                <a:gd name="textAreaLeft" fmla="*/ 0 w 3473640"/>
                <a:gd name="textAreaRight" fmla="*/ 3474000 w 3473640"/>
                <a:gd name="textAreaTop" fmla="*/ 0 h 3142800"/>
                <a:gd name="textAreaBottom" fmla="*/ 3143160 h 3142800"/>
              </a:gdLst>
              <a:ahLst/>
              <a:cxnLst/>
              <a:rect l="textAreaLeft" t="textAreaTop" r="textAreaRight" b="textAreaBottom"/>
              <a:pathLst>
                <a:path w="108160" h="107519">
                  <a:moveTo>
                    <a:pt x="897" y="6280"/>
                  </a:moveTo>
                  <a:cubicBezTo>
                    <a:pt x="1717" y="5331"/>
                    <a:pt x="2614" y="4486"/>
                    <a:pt x="3588" y="3717"/>
                  </a:cubicBezTo>
                  <a:cubicBezTo>
                    <a:pt x="5869" y="1923"/>
                    <a:pt x="8586" y="769"/>
                    <a:pt x="11457" y="359"/>
                  </a:cubicBezTo>
                  <a:cubicBezTo>
                    <a:pt x="12918" y="129"/>
                    <a:pt x="14378" y="0"/>
                    <a:pt x="15865" y="0"/>
                  </a:cubicBezTo>
                  <a:cubicBezTo>
                    <a:pt x="19197" y="26"/>
                    <a:pt x="22503" y="308"/>
                    <a:pt x="25784" y="846"/>
                  </a:cubicBezTo>
                  <a:cubicBezTo>
                    <a:pt x="30423" y="1513"/>
                    <a:pt x="35011" y="2410"/>
                    <a:pt x="39573" y="3281"/>
                  </a:cubicBezTo>
                  <a:cubicBezTo>
                    <a:pt x="46954" y="4716"/>
                    <a:pt x="54387" y="5998"/>
                    <a:pt x="61948" y="6664"/>
                  </a:cubicBezTo>
                  <a:cubicBezTo>
                    <a:pt x="65306" y="6997"/>
                    <a:pt x="68689" y="7151"/>
                    <a:pt x="72097" y="7100"/>
                  </a:cubicBezTo>
                  <a:cubicBezTo>
                    <a:pt x="75968" y="6997"/>
                    <a:pt x="79863" y="6587"/>
                    <a:pt x="83682" y="5921"/>
                  </a:cubicBezTo>
                  <a:cubicBezTo>
                    <a:pt x="85605" y="5613"/>
                    <a:pt x="87552" y="5280"/>
                    <a:pt x="89500" y="4998"/>
                  </a:cubicBezTo>
                  <a:cubicBezTo>
                    <a:pt x="90910" y="4793"/>
                    <a:pt x="92371" y="4742"/>
                    <a:pt x="93806" y="4896"/>
                  </a:cubicBezTo>
                  <a:cubicBezTo>
                    <a:pt x="95985" y="5101"/>
                    <a:pt x="97779" y="5895"/>
                    <a:pt x="99086" y="7382"/>
                  </a:cubicBezTo>
                  <a:cubicBezTo>
                    <a:pt x="99573" y="7946"/>
                    <a:pt x="100009" y="8561"/>
                    <a:pt x="100419" y="9227"/>
                  </a:cubicBezTo>
                  <a:cubicBezTo>
                    <a:pt x="101034" y="10304"/>
                    <a:pt x="101495" y="11483"/>
                    <a:pt x="101777" y="12687"/>
                  </a:cubicBezTo>
                  <a:cubicBezTo>
                    <a:pt x="102623" y="15942"/>
                    <a:pt x="102572" y="19223"/>
                    <a:pt x="102162" y="22504"/>
                  </a:cubicBezTo>
                  <a:cubicBezTo>
                    <a:pt x="101752" y="25246"/>
                    <a:pt x="101239" y="27988"/>
                    <a:pt x="100547" y="30680"/>
                  </a:cubicBezTo>
                  <a:cubicBezTo>
                    <a:pt x="99394" y="35549"/>
                    <a:pt x="98317" y="40445"/>
                    <a:pt x="97625" y="45417"/>
                  </a:cubicBezTo>
                  <a:cubicBezTo>
                    <a:pt x="97164" y="48518"/>
                    <a:pt x="96882" y="51619"/>
                    <a:pt x="96779" y="54772"/>
                  </a:cubicBezTo>
                  <a:cubicBezTo>
                    <a:pt x="96677" y="58052"/>
                    <a:pt x="96728" y="61333"/>
                    <a:pt x="96959" y="64639"/>
                  </a:cubicBezTo>
                  <a:cubicBezTo>
                    <a:pt x="97241" y="68484"/>
                    <a:pt x="97728" y="72303"/>
                    <a:pt x="98445" y="76121"/>
                  </a:cubicBezTo>
                  <a:cubicBezTo>
                    <a:pt x="99188" y="80222"/>
                    <a:pt x="100188" y="84297"/>
                    <a:pt x="101341" y="88373"/>
                  </a:cubicBezTo>
                  <a:cubicBezTo>
                    <a:pt x="103059" y="94524"/>
                    <a:pt x="105160" y="100572"/>
                    <a:pt x="107646" y="106493"/>
                  </a:cubicBezTo>
                  <a:cubicBezTo>
                    <a:pt x="107800" y="106826"/>
                    <a:pt x="108005" y="107185"/>
                    <a:pt x="108159" y="107518"/>
                  </a:cubicBezTo>
                  <a:lnTo>
                    <a:pt x="102238" y="107518"/>
                  </a:lnTo>
                  <a:cubicBezTo>
                    <a:pt x="102238" y="107364"/>
                    <a:pt x="102213" y="107211"/>
                    <a:pt x="102187" y="107057"/>
                  </a:cubicBezTo>
                  <a:cubicBezTo>
                    <a:pt x="101726" y="105340"/>
                    <a:pt x="101239" y="103648"/>
                    <a:pt x="100778" y="101931"/>
                  </a:cubicBezTo>
                  <a:cubicBezTo>
                    <a:pt x="98753" y="94370"/>
                    <a:pt x="96907" y="86809"/>
                    <a:pt x="95575" y="79146"/>
                  </a:cubicBezTo>
                  <a:cubicBezTo>
                    <a:pt x="94729" y="74353"/>
                    <a:pt x="94165" y="69509"/>
                    <a:pt x="93883" y="64665"/>
                  </a:cubicBezTo>
                  <a:cubicBezTo>
                    <a:pt x="93499" y="57770"/>
                    <a:pt x="93781" y="50850"/>
                    <a:pt x="94780" y="44033"/>
                  </a:cubicBezTo>
                  <a:cubicBezTo>
                    <a:pt x="95370" y="39753"/>
                    <a:pt x="96215" y="35524"/>
                    <a:pt x="97087" y="31295"/>
                  </a:cubicBezTo>
                  <a:cubicBezTo>
                    <a:pt x="97728" y="28475"/>
                    <a:pt x="98189" y="25630"/>
                    <a:pt x="98496" y="22734"/>
                  </a:cubicBezTo>
                  <a:cubicBezTo>
                    <a:pt x="98702" y="20556"/>
                    <a:pt x="98573" y="18351"/>
                    <a:pt x="98112" y="16199"/>
                  </a:cubicBezTo>
                  <a:cubicBezTo>
                    <a:pt x="97830" y="14840"/>
                    <a:pt x="97317" y="13533"/>
                    <a:pt x="96549" y="12380"/>
                  </a:cubicBezTo>
                  <a:cubicBezTo>
                    <a:pt x="95344" y="10586"/>
                    <a:pt x="93524" y="9458"/>
                    <a:pt x="91064" y="9022"/>
                  </a:cubicBezTo>
                  <a:cubicBezTo>
                    <a:pt x="89603" y="8766"/>
                    <a:pt x="88142" y="8689"/>
                    <a:pt x="86655" y="8766"/>
                  </a:cubicBezTo>
                  <a:cubicBezTo>
                    <a:pt x="83810" y="8945"/>
                    <a:pt x="80991" y="9125"/>
                    <a:pt x="78146" y="9304"/>
                  </a:cubicBezTo>
                  <a:cubicBezTo>
                    <a:pt x="75224" y="9484"/>
                    <a:pt x="72303" y="9560"/>
                    <a:pt x="69381" y="9509"/>
                  </a:cubicBezTo>
                  <a:cubicBezTo>
                    <a:pt x="64306" y="9407"/>
                    <a:pt x="59231" y="9073"/>
                    <a:pt x="54182" y="8510"/>
                  </a:cubicBezTo>
                  <a:cubicBezTo>
                    <a:pt x="49620" y="7971"/>
                    <a:pt x="45032" y="7459"/>
                    <a:pt x="40444" y="6895"/>
                  </a:cubicBezTo>
                  <a:cubicBezTo>
                    <a:pt x="35575" y="6305"/>
                    <a:pt x="30679" y="5767"/>
                    <a:pt x="25758" y="5562"/>
                  </a:cubicBezTo>
                  <a:cubicBezTo>
                    <a:pt x="22683" y="5408"/>
                    <a:pt x="19607" y="5588"/>
                    <a:pt x="16583" y="6049"/>
                  </a:cubicBezTo>
                  <a:cubicBezTo>
                    <a:pt x="12149" y="6741"/>
                    <a:pt x="8407" y="8484"/>
                    <a:pt x="5382" y="11252"/>
                  </a:cubicBezTo>
                  <a:cubicBezTo>
                    <a:pt x="3742" y="12790"/>
                    <a:pt x="2307" y="14558"/>
                    <a:pt x="1102" y="16455"/>
                  </a:cubicBezTo>
                  <a:cubicBezTo>
                    <a:pt x="923" y="16737"/>
                    <a:pt x="743" y="17019"/>
                    <a:pt x="589" y="17275"/>
                  </a:cubicBezTo>
                  <a:cubicBezTo>
                    <a:pt x="461" y="17480"/>
                    <a:pt x="231" y="17634"/>
                    <a:pt x="0" y="17685"/>
                  </a:cubicBezTo>
                  <a:lnTo>
                    <a:pt x="0" y="6972"/>
                  </a:lnTo>
                  <a:cubicBezTo>
                    <a:pt x="359" y="6844"/>
                    <a:pt x="692" y="6587"/>
                    <a:pt x="897" y="6280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65" name="Google Shape;409;p16"/>
            <p:cNvSpPr/>
            <p:nvPr/>
          </p:nvSpPr>
          <p:spPr>
            <a:xfrm rot="10800000">
              <a:off x="6543360" y="360"/>
              <a:ext cx="2599560" cy="2420280"/>
            </a:xfrm>
            <a:custGeom>
              <a:avLst/>
              <a:gdLst>
                <a:gd name="textAreaLeft" fmla="*/ 0 w 2599560"/>
                <a:gd name="textAreaRight" fmla="*/ 2599920 w 2599560"/>
                <a:gd name="textAreaTop" fmla="*/ 0 h 2420280"/>
                <a:gd name="textAreaBottom" fmla="*/ 2420640 h 2420280"/>
              </a:gdLst>
              <a:ahLst/>
              <a:cxnLst/>
              <a:rect l="textAreaLeft" t="textAreaTop" r="textAreaRight" b="textAreaBottom"/>
              <a:pathLst>
                <a:path w="80940" h="82811">
                  <a:moveTo>
                    <a:pt x="1333" y="34498"/>
                  </a:moveTo>
                  <a:cubicBezTo>
                    <a:pt x="3921" y="32294"/>
                    <a:pt x="6331" y="29962"/>
                    <a:pt x="8637" y="27553"/>
                  </a:cubicBezTo>
                  <a:cubicBezTo>
                    <a:pt x="12097" y="24016"/>
                    <a:pt x="15378" y="20376"/>
                    <a:pt x="18659" y="16737"/>
                  </a:cubicBezTo>
                  <a:cubicBezTo>
                    <a:pt x="20248" y="14943"/>
                    <a:pt x="21939" y="13251"/>
                    <a:pt x="23708" y="11662"/>
                  </a:cubicBezTo>
                  <a:cubicBezTo>
                    <a:pt x="27681" y="8125"/>
                    <a:pt x="32320" y="5408"/>
                    <a:pt x="37369" y="3717"/>
                  </a:cubicBezTo>
                  <a:cubicBezTo>
                    <a:pt x="39983" y="2820"/>
                    <a:pt x="42674" y="2102"/>
                    <a:pt x="45365" y="1589"/>
                  </a:cubicBezTo>
                  <a:cubicBezTo>
                    <a:pt x="49312" y="846"/>
                    <a:pt x="53311" y="385"/>
                    <a:pt x="57309" y="205"/>
                  </a:cubicBezTo>
                  <a:cubicBezTo>
                    <a:pt x="60513" y="0"/>
                    <a:pt x="63742" y="103"/>
                    <a:pt x="66946" y="462"/>
                  </a:cubicBezTo>
                  <a:cubicBezTo>
                    <a:pt x="68740" y="667"/>
                    <a:pt x="70508" y="1051"/>
                    <a:pt x="72226" y="1615"/>
                  </a:cubicBezTo>
                  <a:cubicBezTo>
                    <a:pt x="75481" y="2717"/>
                    <a:pt x="77787" y="4588"/>
                    <a:pt x="79018" y="7331"/>
                  </a:cubicBezTo>
                  <a:cubicBezTo>
                    <a:pt x="79274" y="7920"/>
                    <a:pt x="79505" y="8510"/>
                    <a:pt x="79710" y="9125"/>
                  </a:cubicBezTo>
                  <a:cubicBezTo>
                    <a:pt x="80197" y="10791"/>
                    <a:pt x="80504" y="12508"/>
                    <a:pt x="80607" y="14225"/>
                  </a:cubicBezTo>
                  <a:cubicBezTo>
                    <a:pt x="80940" y="17736"/>
                    <a:pt x="80837" y="21222"/>
                    <a:pt x="80760" y="24733"/>
                  </a:cubicBezTo>
                  <a:cubicBezTo>
                    <a:pt x="80581" y="31243"/>
                    <a:pt x="80376" y="37753"/>
                    <a:pt x="80222" y="44289"/>
                  </a:cubicBezTo>
                  <a:cubicBezTo>
                    <a:pt x="80094" y="49364"/>
                    <a:pt x="80043" y="54438"/>
                    <a:pt x="79966" y="59488"/>
                  </a:cubicBezTo>
                  <a:cubicBezTo>
                    <a:pt x="79889" y="63101"/>
                    <a:pt x="79658" y="66690"/>
                    <a:pt x="79274" y="70278"/>
                  </a:cubicBezTo>
                  <a:cubicBezTo>
                    <a:pt x="78889" y="74225"/>
                    <a:pt x="78172" y="78146"/>
                    <a:pt x="77121" y="81965"/>
                  </a:cubicBezTo>
                  <a:cubicBezTo>
                    <a:pt x="77044" y="82247"/>
                    <a:pt x="76993" y="82529"/>
                    <a:pt x="76967" y="82811"/>
                  </a:cubicBezTo>
                  <a:lnTo>
                    <a:pt x="70816" y="82811"/>
                  </a:lnTo>
                  <a:cubicBezTo>
                    <a:pt x="70918" y="82478"/>
                    <a:pt x="71021" y="82119"/>
                    <a:pt x="71149" y="81811"/>
                  </a:cubicBezTo>
                  <a:cubicBezTo>
                    <a:pt x="72379" y="78864"/>
                    <a:pt x="73328" y="75839"/>
                    <a:pt x="74020" y="72738"/>
                  </a:cubicBezTo>
                  <a:cubicBezTo>
                    <a:pt x="74994" y="68381"/>
                    <a:pt x="75660" y="63947"/>
                    <a:pt x="76019" y="59513"/>
                  </a:cubicBezTo>
                  <a:cubicBezTo>
                    <a:pt x="76403" y="55130"/>
                    <a:pt x="76634" y="50748"/>
                    <a:pt x="76762" y="46365"/>
                  </a:cubicBezTo>
                  <a:cubicBezTo>
                    <a:pt x="76865" y="43623"/>
                    <a:pt x="76993" y="40855"/>
                    <a:pt x="77095" y="38112"/>
                  </a:cubicBezTo>
                  <a:cubicBezTo>
                    <a:pt x="77275" y="32909"/>
                    <a:pt x="77403" y="27706"/>
                    <a:pt x="77198" y="22503"/>
                  </a:cubicBezTo>
                  <a:cubicBezTo>
                    <a:pt x="77121" y="20222"/>
                    <a:pt x="76813" y="17941"/>
                    <a:pt x="76301" y="15712"/>
                  </a:cubicBezTo>
                  <a:cubicBezTo>
                    <a:pt x="75942" y="14071"/>
                    <a:pt x="75301" y="12508"/>
                    <a:pt x="74455" y="11073"/>
                  </a:cubicBezTo>
                  <a:cubicBezTo>
                    <a:pt x="73123" y="8971"/>
                    <a:pt x="71149" y="7407"/>
                    <a:pt x="68535" y="6459"/>
                  </a:cubicBezTo>
                  <a:cubicBezTo>
                    <a:pt x="67715" y="6177"/>
                    <a:pt x="66895" y="5947"/>
                    <a:pt x="66074" y="5741"/>
                  </a:cubicBezTo>
                  <a:cubicBezTo>
                    <a:pt x="63511" y="5203"/>
                    <a:pt x="60897" y="4998"/>
                    <a:pt x="58283" y="5101"/>
                  </a:cubicBezTo>
                  <a:cubicBezTo>
                    <a:pt x="52619" y="5255"/>
                    <a:pt x="47031" y="6280"/>
                    <a:pt x="41675" y="8099"/>
                  </a:cubicBezTo>
                  <a:cubicBezTo>
                    <a:pt x="36856" y="9765"/>
                    <a:pt x="32345" y="12200"/>
                    <a:pt x="28296" y="15276"/>
                  </a:cubicBezTo>
                  <a:cubicBezTo>
                    <a:pt x="26040" y="16967"/>
                    <a:pt x="23939" y="18787"/>
                    <a:pt x="21888" y="20607"/>
                  </a:cubicBezTo>
                  <a:cubicBezTo>
                    <a:pt x="18172" y="23913"/>
                    <a:pt x="14455" y="27245"/>
                    <a:pt x="10739" y="30551"/>
                  </a:cubicBezTo>
                  <a:cubicBezTo>
                    <a:pt x="7715" y="33242"/>
                    <a:pt x="4537" y="35754"/>
                    <a:pt x="1230" y="38112"/>
                  </a:cubicBezTo>
                  <a:cubicBezTo>
                    <a:pt x="1000" y="38292"/>
                    <a:pt x="769" y="38445"/>
                    <a:pt x="538" y="38573"/>
                  </a:cubicBezTo>
                  <a:cubicBezTo>
                    <a:pt x="359" y="38625"/>
                    <a:pt x="179" y="38625"/>
                    <a:pt x="0" y="38625"/>
                  </a:cubicBezTo>
                  <a:lnTo>
                    <a:pt x="0" y="35242"/>
                  </a:lnTo>
                  <a:cubicBezTo>
                    <a:pt x="179" y="35242"/>
                    <a:pt x="359" y="35216"/>
                    <a:pt x="513" y="35165"/>
                  </a:cubicBezTo>
                  <a:cubicBezTo>
                    <a:pt x="820" y="34960"/>
                    <a:pt x="1076" y="34729"/>
                    <a:pt x="1333" y="3449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66" name="Google Shape;410;p16"/>
            <p:cNvSpPr/>
            <p:nvPr/>
          </p:nvSpPr>
          <p:spPr>
            <a:xfrm rot="10800000">
              <a:off x="360" y="522360"/>
              <a:ext cx="3917520" cy="4620960"/>
            </a:xfrm>
            <a:custGeom>
              <a:avLst/>
              <a:gdLst>
                <a:gd name="textAreaLeft" fmla="*/ 0 w 3917520"/>
                <a:gd name="textAreaRight" fmla="*/ 3917880 w 3917520"/>
                <a:gd name="textAreaTop" fmla="*/ 0 h 4620960"/>
                <a:gd name="textAreaBottom" fmla="*/ 4621320 h 4620960"/>
              </a:gdLst>
              <a:ahLst/>
              <a:cxnLst/>
              <a:rect l="textAreaLeft" t="textAreaTop" r="textAreaRight" b="textAreaBottom"/>
              <a:pathLst>
                <a:path w="121974" h="158086">
                  <a:moveTo>
                    <a:pt x="100009" y="157368"/>
                  </a:moveTo>
                  <a:cubicBezTo>
                    <a:pt x="96703" y="156856"/>
                    <a:pt x="93473" y="156061"/>
                    <a:pt x="90321" y="154959"/>
                  </a:cubicBezTo>
                  <a:cubicBezTo>
                    <a:pt x="88065" y="154190"/>
                    <a:pt x="85810" y="153370"/>
                    <a:pt x="83554" y="152498"/>
                  </a:cubicBezTo>
                  <a:cubicBezTo>
                    <a:pt x="78685" y="150679"/>
                    <a:pt x="73789" y="148885"/>
                    <a:pt x="68740" y="147424"/>
                  </a:cubicBezTo>
                  <a:cubicBezTo>
                    <a:pt x="65818" y="146578"/>
                    <a:pt x="62871" y="145758"/>
                    <a:pt x="59923" y="144938"/>
                  </a:cubicBezTo>
                  <a:cubicBezTo>
                    <a:pt x="58155" y="144425"/>
                    <a:pt x="56412" y="143810"/>
                    <a:pt x="54721" y="143041"/>
                  </a:cubicBezTo>
                  <a:cubicBezTo>
                    <a:pt x="50876" y="141298"/>
                    <a:pt x="48185" y="138709"/>
                    <a:pt x="46647" y="135326"/>
                  </a:cubicBezTo>
                  <a:cubicBezTo>
                    <a:pt x="46083" y="133994"/>
                    <a:pt x="45596" y="132635"/>
                    <a:pt x="45263" y="131251"/>
                  </a:cubicBezTo>
                  <a:cubicBezTo>
                    <a:pt x="44443" y="128124"/>
                    <a:pt x="43776" y="124997"/>
                    <a:pt x="43213" y="121819"/>
                  </a:cubicBezTo>
                  <a:cubicBezTo>
                    <a:pt x="42879" y="119871"/>
                    <a:pt x="42546" y="117924"/>
                    <a:pt x="42290" y="115950"/>
                  </a:cubicBezTo>
                  <a:cubicBezTo>
                    <a:pt x="41982" y="113515"/>
                    <a:pt x="41777" y="111080"/>
                    <a:pt x="41521" y="108646"/>
                  </a:cubicBezTo>
                  <a:cubicBezTo>
                    <a:pt x="41239" y="105698"/>
                    <a:pt x="40957" y="102725"/>
                    <a:pt x="40726" y="99752"/>
                  </a:cubicBezTo>
                  <a:cubicBezTo>
                    <a:pt x="40445" y="96010"/>
                    <a:pt x="40240" y="92242"/>
                    <a:pt x="40163" y="88500"/>
                  </a:cubicBezTo>
                  <a:cubicBezTo>
                    <a:pt x="39983" y="81247"/>
                    <a:pt x="40445" y="73994"/>
                    <a:pt x="41598" y="66843"/>
                  </a:cubicBezTo>
                  <a:cubicBezTo>
                    <a:pt x="41957" y="64357"/>
                    <a:pt x="42700" y="61922"/>
                    <a:pt x="43751" y="59641"/>
                  </a:cubicBezTo>
                  <a:cubicBezTo>
                    <a:pt x="44520" y="58052"/>
                    <a:pt x="45391" y="56488"/>
                    <a:pt x="46263" y="54925"/>
                  </a:cubicBezTo>
                  <a:cubicBezTo>
                    <a:pt x="47749" y="52362"/>
                    <a:pt x="49313" y="49799"/>
                    <a:pt x="50799" y="47236"/>
                  </a:cubicBezTo>
                  <a:cubicBezTo>
                    <a:pt x="52183" y="44852"/>
                    <a:pt x="53413" y="42392"/>
                    <a:pt x="54439" y="39855"/>
                  </a:cubicBezTo>
                  <a:cubicBezTo>
                    <a:pt x="55002" y="38573"/>
                    <a:pt x="55387" y="37215"/>
                    <a:pt x="55592" y="35831"/>
                  </a:cubicBezTo>
                  <a:cubicBezTo>
                    <a:pt x="55720" y="35113"/>
                    <a:pt x="55694" y="34395"/>
                    <a:pt x="55541" y="33678"/>
                  </a:cubicBezTo>
                  <a:cubicBezTo>
                    <a:pt x="55207" y="32473"/>
                    <a:pt x="54310" y="31756"/>
                    <a:pt x="52824" y="31627"/>
                  </a:cubicBezTo>
                  <a:cubicBezTo>
                    <a:pt x="52132" y="31551"/>
                    <a:pt x="51440" y="31576"/>
                    <a:pt x="50773" y="31679"/>
                  </a:cubicBezTo>
                  <a:cubicBezTo>
                    <a:pt x="49851" y="31807"/>
                    <a:pt x="48928" y="32012"/>
                    <a:pt x="48031" y="32268"/>
                  </a:cubicBezTo>
                  <a:cubicBezTo>
                    <a:pt x="46032" y="32832"/>
                    <a:pt x="44084" y="33524"/>
                    <a:pt x="42187" y="34344"/>
                  </a:cubicBezTo>
                  <a:cubicBezTo>
                    <a:pt x="39804" y="35318"/>
                    <a:pt x="37446" y="36343"/>
                    <a:pt x="35062" y="37317"/>
                  </a:cubicBezTo>
                  <a:cubicBezTo>
                    <a:pt x="32961" y="38163"/>
                    <a:pt x="30833" y="39009"/>
                    <a:pt x="28655" y="39752"/>
                  </a:cubicBezTo>
                  <a:cubicBezTo>
                    <a:pt x="26399" y="40572"/>
                    <a:pt x="24067" y="41136"/>
                    <a:pt x="21683" y="41418"/>
                  </a:cubicBezTo>
                  <a:cubicBezTo>
                    <a:pt x="16506" y="41956"/>
                    <a:pt x="12021" y="40752"/>
                    <a:pt x="8202" y="37804"/>
                  </a:cubicBezTo>
                  <a:cubicBezTo>
                    <a:pt x="6920" y="36779"/>
                    <a:pt x="5818" y="35574"/>
                    <a:pt x="4896" y="34242"/>
                  </a:cubicBezTo>
                  <a:cubicBezTo>
                    <a:pt x="3742" y="32576"/>
                    <a:pt x="2845" y="30782"/>
                    <a:pt x="2179" y="28885"/>
                  </a:cubicBezTo>
                  <a:cubicBezTo>
                    <a:pt x="846" y="25117"/>
                    <a:pt x="333" y="21273"/>
                    <a:pt x="154" y="17377"/>
                  </a:cubicBezTo>
                  <a:cubicBezTo>
                    <a:pt x="0" y="13148"/>
                    <a:pt x="257" y="8919"/>
                    <a:pt x="487" y="4690"/>
                  </a:cubicBezTo>
                  <a:cubicBezTo>
                    <a:pt x="564" y="3127"/>
                    <a:pt x="564" y="1563"/>
                    <a:pt x="590" y="0"/>
                  </a:cubicBezTo>
                  <a:lnTo>
                    <a:pt x="1717" y="0"/>
                  </a:lnTo>
                  <a:cubicBezTo>
                    <a:pt x="1692" y="1153"/>
                    <a:pt x="1717" y="2332"/>
                    <a:pt x="1641" y="3486"/>
                  </a:cubicBezTo>
                  <a:cubicBezTo>
                    <a:pt x="1512" y="6254"/>
                    <a:pt x="1333" y="9047"/>
                    <a:pt x="1179" y="11841"/>
                  </a:cubicBezTo>
                  <a:cubicBezTo>
                    <a:pt x="1000" y="14917"/>
                    <a:pt x="1102" y="18044"/>
                    <a:pt x="1461" y="21119"/>
                  </a:cubicBezTo>
                  <a:cubicBezTo>
                    <a:pt x="1717" y="23349"/>
                    <a:pt x="2179" y="25553"/>
                    <a:pt x="2871" y="27680"/>
                  </a:cubicBezTo>
                  <a:cubicBezTo>
                    <a:pt x="3640" y="30166"/>
                    <a:pt x="4870" y="32473"/>
                    <a:pt x="6510" y="34524"/>
                  </a:cubicBezTo>
                  <a:cubicBezTo>
                    <a:pt x="7792" y="36113"/>
                    <a:pt x="9407" y="37445"/>
                    <a:pt x="11252" y="38394"/>
                  </a:cubicBezTo>
                  <a:cubicBezTo>
                    <a:pt x="14148" y="39906"/>
                    <a:pt x="17429" y="40572"/>
                    <a:pt x="20684" y="40265"/>
                  </a:cubicBezTo>
                  <a:cubicBezTo>
                    <a:pt x="22709" y="40085"/>
                    <a:pt x="24682" y="39650"/>
                    <a:pt x="26604" y="39009"/>
                  </a:cubicBezTo>
                  <a:cubicBezTo>
                    <a:pt x="29014" y="38214"/>
                    <a:pt x="31372" y="37266"/>
                    <a:pt x="33627" y="36138"/>
                  </a:cubicBezTo>
                  <a:cubicBezTo>
                    <a:pt x="36626" y="34652"/>
                    <a:pt x="39599" y="33140"/>
                    <a:pt x="42597" y="31679"/>
                  </a:cubicBezTo>
                  <a:cubicBezTo>
                    <a:pt x="44955" y="30525"/>
                    <a:pt x="47313" y="29372"/>
                    <a:pt x="49723" y="28296"/>
                  </a:cubicBezTo>
                  <a:cubicBezTo>
                    <a:pt x="51184" y="27655"/>
                    <a:pt x="52721" y="27142"/>
                    <a:pt x="54259" y="26604"/>
                  </a:cubicBezTo>
                  <a:cubicBezTo>
                    <a:pt x="55361" y="26219"/>
                    <a:pt x="56515" y="25989"/>
                    <a:pt x="57668" y="25861"/>
                  </a:cubicBezTo>
                  <a:cubicBezTo>
                    <a:pt x="58386" y="25784"/>
                    <a:pt x="59103" y="25809"/>
                    <a:pt x="59821" y="25938"/>
                  </a:cubicBezTo>
                  <a:cubicBezTo>
                    <a:pt x="60923" y="26143"/>
                    <a:pt x="61641" y="26706"/>
                    <a:pt x="61923" y="27603"/>
                  </a:cubicBezTo>
                  <a:cubicBezTo>
                    <a:pt x="62076" y="28014"/>
                    <a:pt x="62153" y="28449"/>
                    <a:pt x="62153" y="28885"/>
                  </a:cubicBezTo>
                  <a:cubicBezTo>
                    <a:pt x="62128" y="29474"/>
                    <a:pt x="62076" y="30064"/>
                    <a:pt x="61948" y="30653"/>
                  </a:cubicBezTo>
                  <a:cubicBezTo>
                    <a:pt x="61564" y="32473"/>
                    <a:pt x="60795" y="34216"/>
                    <a:pt x="59949" y="35933"/>
                  </a:cubicBezTo>
                  <a:cubicBezTo>
                    <a:pt x="58437" y="39086"/>
                    <a:pt x="56694" y="42136"/>
                    <a:pt x="54951" y="45186"/>
                  </a:cubicBezTo>
                  <a:cubicBezTo>
                    <a:pt x="52824" y="48928"/>
                    <a:pt x="50671" y="52670"/>
                    <a:pt x="48595" y="56437"/>
                  </a:cubicBezTo>
                  <a:cubicBezTo>
                    <a:pt x="46852" y="59513"/>
                    <a:pt x="45494" y="62768"/>
                    <a:pt x="44520" y="66177"/>
                  </a:cubicBezTo>
                  <a:cubicBezTo>
                    <a:pt x="43161" y="71123"/>
                    <a:pt x="42316" y="76198"/>
                    <a:pt x="41982" y="81324"/>
                  </a:cubicBezTo>
                  <a:cubicBezTo>
                    <a:pt x="41700" y="86219"/>
                    <a:pt x="41752" y="91166"/>
                    <a:pt x="42111" y="96061"/>
                  </a:cubicBezTo>
                  <a:cubicBezTo>
                    <a:pt x="42316" y="99086"/>
                    <a:pt x="42597" y="102110"/>
                    <a:pt x="42931" y="105134"/>
                  </a:cubicBezTo>
                  <a:cubicBezTo>
                    <a:pt x="43238" y="108338"/>
                    <a:pt x="43623" y="111516"/>
                    <a:pt x="44084" y="114669"/>
                  </a:cubicBezTo>
                  <a:cubicBezTo>
                    <a:pt x="44699" y="119103"/>
                    <a:pt x="45647" y="123511"/>
                    <a:pt x="46878" y="127817"/>
                  </a:cubicBezTo>
                  <a:cubicBezTo>
                    <a:pt x="47390" y="129713"/>
                    <a:pt x="48057" y="131584"/>
                    <a:pt x="48877" y="133378"/>
                  </a:cubicBezTo>
                  <a:cubicBezTo>
                    <a:pt x="50492" y="136787"/>
                    <a:pt x="53157" y="139427"/>
                    <a:pt x="56976" y="141247"/>
                  </a:cubicBezTo>
                  <a:cubicBezTo>
                    <a:pt x="57950" y="141683"/>
                    <a:pt x="58898" y="142118"/>
                    <a:pt x="59923" y="142503"/>
                  </a:cubicBezTo>
                  <a:cubicBezTo>
                    <a:pt x="61333" y="143015"/>
                    <a:pt x="62768" y="143528"/>
                    <a:pt x="64204" y="143989"/>
                  </a:cubicBezTo>
                  <a:cubicBezTo>
                    <a:pt x="68817" y="145450"/>
                    <a:pt x="73431" y="146860"/>
                    <a:pt x="77941" y="148551"/>
                  </a:cubicBezTo>
                  <a:cubicBezTo>
                    <a:pt x="81171" y="149730"/>
                    <a:pt x="84451" y="150935"/>
                    <a:pt x="87706" y="152140"/>
                  </a:cubicBezTo>
                  <a:cubicBezTo>
                    <a:pt x="89859" y="152934"/>
                    <a:pt x="92038" y="153652"/>
                    <a:pt x="94268" y="154216"/>
                  </a:cubicBezTo>
                  <a:cubicBezTo>
                    <a:pt x="98727" y="155446"/>
                    <a:pt x="103341" y="155984"/>
                    <a:pt x="107954" y="155830"/>
                  </a:cubicBezTo>
                  <a:cubicBezTo>
                    <a:pt x="111261" y="155677"/>
                    <a:pt x="114567" y="155190"/>
                    <a:pt x="117796" y="154395"/>
                  </a:cubicBezTo>
                  <a:cubicBezTo>
                    <a:pt x="119206" y="154087"/>
                    <a:pt x="120616" y="153703"/>
                    <a:pt x="121974" y="153190"/>
                  </a:cubicBezTo>
                  <a:lnTo>
                    <a:pt x="121974" y="155266"/>
                  </a:lnTo>
                  <a:cubicBezTo>
                    <a:pt x="119308" y="156112"/>
                    <a:pt x="116566" y="156779"/>
                    <a:pt x="113824" y="157240"/>
                  </a:cubicBezTo>
                  <a:cubicBezTo>
                    <a:pt x="109236" y="158034"/>
                    <a:pt x="104571" y="158086"/>
                    <a:pt x="100009" y="15736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67" name="Google Shape;411;p16"/>
            <p:cNvSpPr/>
            <p:nvPr/>
          </p:nvSpPr>
          <p:spPr>
            <a:xfrm rot="10800000">
              <a:off x="4045680" y="360"/>
              <a:ext cx="5097240" cy="4172040"/>
            </a:xfrm>
            <a:custGeom>
              <a:avLst/>
              <a:gdLst>
                <a:gd name="textAreaLeft" fmla="*/ 0 w 5097240"/>
                <a:gd name="textAreaRight" fmla="*/ 5097600 w 5097240"/>
                <a:gd name="textAreaTop" fmla="*/ 0 h 4172040"/>
                <a:gd name="textAreaBottom" fmla="*/ 4172400 h 4172040"/>
              </a:gdLst>
              <a:ahLst/>
              <a:cxnLst/>
              <a:rect l="textAreaLeft" t="textAreaTop" r="textAreaRight" b="textAreaBottom"/>
              <a:pathLst>
                <a:path w="158702" h="142734">
                  <a:moveTo>
                    <a:pt x="1256" y="436"/>
                  </a:moveTo>
                  <a:cubicBezTo>
                    <a:pt x="5331" y="2358"/>
                    <a:pt x="9329" y="4460"/>
                    <a:pt x="13123" y="6741"/>
                  </a:cubicBezTo>
                  <a:cubicBezTo>
                    <a:pt x="17403" y="9304"/>
                    <a:pt x="21606" y="11893"/>
                    <a:pt x="25810" y="14533"/>
                  </a:cubicBezTo>
                  <a:cubicBezTo>
                    <a:pt x="29295" y="16686"/>
                    <a:pt x="32781" y="18864"/>
                    <a:pt x="36446" y="20838"/>
                  </a:cubicBezTo>
                  <a:cubicBezTo>
                    <a:pt x="41239" y="23426"/>
                    <a:pt x="46288" y="25579"/>
                    <a:pt x="51491" y="27220"/>
                  </a:cubicBezTo>
                  <a:cubicBezTo>
                    <a:pt x="56079" y="28680"/>
                    <a:pt x="60795" y="29783"/>
                    <a:pt x="65716" y="30013"/>
                  </a:cubicBezTo>
                  <a:cubicBezTo>
                    <a:pt x="68766" y="30193"/>
                    <a:pt x="71841" y="29859"/>
                    <a:pt x="74789" y="29065"/>
                  </a:cubicBezTo>
                  <a:cubicBezTo>
                    <a:pt x="77890" y="28168"/>
                    <a:pt x="80786" y="26656"/>
                    <a:pt x="83272" y="24605"/>
                  </a:cubicBezTo>
                  <a:cubicBezTo>
                    <a:pt x="84913" y="23272"/>
                    <a:pt x="86476" y="21786"/>
                    <a:pt x="87886" y="20197"/>
                  </a:cubicBezTo>
                  <a:cubicBezTo>
                    <a:pt x="89500" y="18352"/>
                    <a:pt x="91089" y="16455"/>
                    <a:pt x="92678" y="14610"/>
                  </a:cubicBezTo>
                  <a:cubicBezTo>
                    <a:pt x="93960" y="13123"/>
                    <a:pt x="95241" y="11636"/>
                    <a:pt x="96574" y="10201"/>
                  </a:cubicBezTo>
                  <a:cubicBezTo>
                    <a:pt x="97728" y="8971"/>
                    <a:pt x="99035" y="7920"/>
                    <a:pt x="100496" y="7074"/>
                  </a:cubicBezTo>
                  <a:cubicBezTo>
                    <a:pt x="101546" y="6434"/>
                    <a:pt x="102725" y="5947"/>
                    <a:pt x="103930" y="5639"/>
                  </a:cubicBezTo>
                  <a:cubicBezTo>
                    <a:pt x="106006" y="5075"/>
                    <a:pt x="108236" y="5357"/>
                    <a:pt x="110107" y="6408"/>
                  </a:cubicBezTo>
                  <a:cubicBezTo>
                    <a:pt x="110696" y="6741"/>
                    <a:pt x="111260" y="7126"/>
                    <a:pt x="111773" y="7561"/>
                  </a:cubicBezTo>
                  <a:cubicBezTo>
                    <a:pt x="112644" y="8253"/>
                    <a:pt x="113439" y="9073"/>
                    <a:pt x="114105" y="9971"/>
                  </a:cubicBezTo>
                  <a:cubicBezTo>
                    <a:pt x="115028" y="11175"/>
                    <a:pt x="115874" y="12431"/>
                    <a:pt x="116566" y="13764"/>
                  </a:cubicBezTo>
                  <a:cubicBezTo>
                    <a:pt x="118360" y="17147"/>
                    <a:pt x="119821" y="20684"/>
                    <a:pt x="120923" y="24349"/>
                  </a:cubicBezTo>
                  <a:cubicBezTo>
                    <a:pt x="122819" y="30295"/>
                    <a:pt x="124203" y="36421"/>
                    <a:pt x="125075" y="42597"/>
                  </a:cubicBezTo>
                  <a:cubicBezTo>
                    <a:pt x="125562" y="45929"/>
                    <a:pt x="125844" y="49287"/>
                    <a:pt x="125946" y="52619"/>
                  </a:cubicBezTo>
                  <a:cubicBezTo>
                    <a:pt x="126126" y="57617"/>
                    <a:pt x="125972" y="62589"/>
                    <a:pt x="125818" y="67561"/>
                  </a:cubicBezTo>
                  <a:cubicBezTo>
                    <a:pt x="125639" y="72533"/>
                    <a:pt x="125972" y="77480"/>
                    <a:pt x="126843" y="82375"/>
                  </a:cubicBezTo>
                  <a:cubicBezTo>
                    <a:pt x="127459" y="85835"/>
                    <a:pt x="128766" y="89116"/>
                    <a:pt x="130714" y="92063"/>
                  </a:cubicBezTo>
                  <a:cubicBezTo>
                    <a:pt x="131457" y="93140"/>
                    <a:pt x="132174" y="94242"/>
                    <a:pt x="132918" y="95344"/>
                  </a:cubicBezTo>
                  <a:cubicBezTo>
                    <a:pt x="134353" y="97420"/>
                    <a:pt x="135378" y="99727"/>
                    <a:pt x="135968" y="102187"/>
                  </a:cubicBezTo>
                  <a:cubicBezTo>
                    <a:pt x="136506" y="104494"/>
                    <a:pt x="137019" y="106801"/>
                    <a:pt x="137506" y="109107"/>
                  </a:cubicBezTo>
                  <a:cubicBezTo>
                    <a:pt x="139171" y="116745"/>
                    <a:pt x="142503" y="123870"/>
                    <a:pt x="147450" y="130457"/>
                  </a:cubicBezTo>
                  <a:cubicBezTo>
                    <a:pt x="150808" y="134891"/>
                    <a:pt x="154575" y="138992"/>
                    <a:pt x="158702" y="142734"/>
                  </a:cubicBezTo>
                  <a:lnTo>
                    <a:pt x="155318" y="142734"/>
                  </a:lnTo>
                  <a:lnTo>
                    <a:pt x="153114" y="140453"/>
                  </a:lnTo>
                  <a:cubicBezTo>
                    <a:pt x="145656" y="132789"/>
                    <a:pt x="139915" y="124332"/>
                    <a:pt x="136275" y="114951"/>
                  </a:cubicBezTo>
                  <a:cubicBezTo>
                    <a:pt x="135378" y="112619"/>
                    <a:pt x="134507" y="110286"/>
                    <a:pt x="133661" y="107954"/>
                  </a:cubicBezTo>
                  <a:cubicBezTo>
                    <a:pt x="132661" y="105212"/>
                    <a:pt x="131354" y="102597"/>
                    <a:pt x="129740" y="100162"/>
                  </a:cubicBezTo>
                  <a:cubicBezTo>
                    <a:pt x="128817" y="98804"/>
                    <a:pt x="127945" y="97394"/>
                    <a:pt x="127100" y="95985"/>
                  </a:cubicBezTo>
                  <a:cubicBezTo>
                    <a:pt x="125331" y="93114"/>
                    <a:pt x="124152" y="89936"/>
                    <a:pt x="123640" y="86604"/>
                  </a:cubicBezTo>
                  <a:cubicBezTo>
                    <a:pt x="123230" y="83913"/>
                    <a:pt x="123024" y="81171"/>
                    <a:pt x="122999" y="78454"/>
                  </a:cubicBezTo>
                  <a:cubicBezTo>
                    <a:pt x="122896" y="73789"/>
                    <a:pt x="123178" y="69125"/>
                    <a:pt x="123511" y="64460"/>
                  </a:cubicBezTo>
                  <a:cubicBezTo>
                    <a:pt x="123793" y="60205"/>
                    <a:pt x="123973" y="55951"/>
                    <a:pt x="123845" y="51696"/>
                  </a:cubicBezTo>
                  <a:cubicBezTo>
                    <a:pt x="123768" y="48723"/>
                    <a:pt x="123537" y="45750"/>
                    <a:pt x="123127" y="42777"/>
                  </a:cubicBezTo>
                  <a:cubicBezTo>
                    <a:pt x="122691" y="39650"/>
                    <a:pt x="122102" y="36523"/>
                    <a:pt x="121359" y="33422"/>
                  </a:cubicBezTo>
                  <a:cubicBezTo>
                    <a:pt x="120461" y="29449"/>
                    <a:pt x="119231" y="25579"/>
                    <a:pt x="117719" y="21786"/>
                  </a:cubicBezTo>
                  <a:cubicBezTo>
                    <a:pt x="116694" y="19249"/>
                    <a:pt x="115438" y="16839"/>
                    <a:pt x="113951" y="14558"/>
                  </a:cubicBezTo>
                  <a:cubicBezTo>
                    <a:pt x="113208" y="13431"/>
                    <a:pt x="112337" y="12405"/>
                    <a:pt x="111388" y="11457"/>
                  </a:cubicBezTo>
                  <a:cubicBezTo>
                    <a:pt x="110620" y="10714"/>
                    <a:pt x="109748" y="10099"/>
                    <a:pt x="108825" y="9612"/>
                  </a:cubicBezTo>
                  <a:cubicBezTo>
                    <a:pt x="107236" y="8792"/>
                    <a:pt x="105442" y="8535"/>
                    <a:pt x="103699" y="8868"/>
                  </a:cubicBezTo>
                  <a:cubicBezTo>
                    <a:pt x="102777" y="9048"/>
                    <a:pt x="101880" y="9330"/>
                    <a:pt x="101059" y="9714"/>
                  </a:cubicBezTo>
                  <a:cubicBezTo>
                    <a:pt x="99881" y="10252"/>
                    <a:pt x="98804" y="10944"/>
                    <a:pt x="97830" y="11790"/>
                  </a:cubicBezTo>
                  <a:cubicBezTo>
                    <a:pt x="96651" y="12841"/>
                    <a:pt x="95472" y="13918"/>
                    <a:pt x="94396" y="15045"/>
                  </a:cubicBezTo>
                  <a:cubicBezTo>
                    <a:pt x="92935" y="16532"/>
                    <a:pt x="91602" y="18095"/>
                    <a:pt x="90167" y="19582"/>
                  </a:cubicBezTo>
                  <a:cubicBezTo>
                    <a:pt x="88731" y="21094"/>
                    <a:pt x="87296" y="22504"/>
                    <a:pt x="85810" y="23939"/>
                  </a:cubicBezTo>
                  <a:cubicBezTo>
                    <a:pt x="84502" y="25143"/>
                    <a:pt x="83093" y="26246"/>
                    <a:pt x="81555" y="27194"/>
                  </a:cubicBezTo>
                  <a:cubicBezTo>
                    <a:pt x="77890" y="29501"/>
                    <a:pt x="73738" y="30705"/>
                    <a:pt x="69150" y="30910"/>
                  </a:cubicBezTo>
                  <a:cubicBezTo>
                    <a:pt x="65408" y="31038"/>
                    <a:pt x="61666" y="30680"/>
                    <a:pt x="58001" y="29834"/>
                  </a:cubicBezTo>
                  <a:cubicBezTo>
                    <a:pt x="51747" y="28450"/>
                    <a:pt x="45673" y="26374"/>
                    <a:pt x="39855" y="23657"/>
                  </a:cubicBezTo>
                  <a:cubicBezTo>
                    <a:pt x="35754" y="21709"/>
                    <a:pt x="31756" y="19531"/>
                    <a:pt x="27886" y="17147"/>
                  </a:cubicBezTo>
                  <a:cubicBezTo>
                    <a:pt x="23452" y="14507"/>
                    <a:pt x="19069" y="11842"/>
                    <a:pt x="14609" y="9227"/>
                  </a:cubicBezTo>
                  <a:cubicBezTo>
                    <a:pt x="10560" y="6844"/>
                    <a:pt x="6356" y="4665"/>
                    <a:pt x="2076" y="2768"/>
                  </a:cubicBezTo>
                  <a:cubicBezTo>
                    <a:pt x="1615" y="2538"/>
                    <a:pt x="1128" y="2358"/>
                    <a:pt x="641" y="2153"/>
                  </a:cubicBezTo>
                  <a:cubicBezTo>
                    <a:pt x="436" y="2128"/>
                    <a:pt x="205" y="2102"/>
                    <a:pt x="0" y="2128"/>
                  </a:cubicBezTo>
                  <a:lnTo>
                    <a:pt x="0" y="52"/>
                  </a:lnTo>
                  <a:cubicBezTo>
                    <a:pt x="513" y="0"/>
                    <a:pt x="871" y="257"/>
                    <a:pt x="1256" y="436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68" name="Google Shape;412;p16"/>
            <p:cNvSpPr/>
            <p:nvPr/>
          </p:nvSpPr>
          <p:spPr>
            <a:xfrm rot="10800000">
              <a:off x="7971120" y="1080"/>
              <a:ext cx="1171800" cy="764640"/>
            </a:xfrm>
            <a:custGeom>
              <a:avLst/>
              <a:gdLst>
                <a:gd name="textAreaLeft" fmla="*/ 0 w 1171800"/>
                <a:gd name="textAreaRight" fmla="*/ 1172160 w 1171800"/>
                <a:gd name="textAreaTop" fmla="*/ 0 h 764640"/>
                <a:gd name="textAreaBottom" fmla="*/ 765000 h 764640"/>
              </a:gdLst>
              <a:ahLst/>
              <a:cxnLst/>
              <a:rect l="textAreaLeft" t="textAreaTop" r="textAreaRight" b="textAreaBottom"/>
              <a:pathLst>
                <a:path w="36498" h="26169">
                  <a:moveTo>
                    <a:pt x="641" y="9355"/>
                  </a:moveTo>
                  <a:cubicBezTo>
                    <a:pt x="974" y="9150"/>
                    <a:pt x="1307" y="8945"/>
                    <a:pt x="1640" y="8740"/>
                  </a:cubicBezTo>
                  <a:cubicBezTo>
                    <a:pt x="4690" y="6766"/>
                    <a:pt x="7894" y="5023"/>
                    <a:pt x="11200" y="3511"/>
                  </a:cubicBezTo>
                  <a:cubicBezTo>
                    <a:pt x="13456" y="2435"/>
                    <a:pt x="15814" y="1563"/>
                    <a:pt x="18249" y="897"/>
                  </a:cubicBezTo>
                  <a:cubicBezTo>
                    <a:pt x="20478" y="282"/>
                    <a:pt x="22760" y="0"/>
                    <a:pt x="25066" y="51"/>
                  </a:cubicBezTo>
                  <a:cubicBezTo>
                    <a:pt x="26040" y="77"/>
                    <a:pt x="27014" y="179"/>
                    <a:pt x="27988" y="384"/>
                  </a:cubicBezTo>
                  <a:cubicBezTo>
                    <a:pt x="30577" y="948"/>
                    <a:pt x="32525" y="2179"/>
                    <a:pt x="33934" y="4050"/>
                  </a:cubicBezTo>
                  <a:cubicBezTo>
                    <a:pt x="34934" y="5485"/>
                    <a:pt x="35626" y="7100"/>
                    <a:pt x="35985" y="8817"/>
                  </a:cubicBezTo>
                  <a:cubicBezTo>
                    <a:pt x="36318" y="10406"/>
                    <a:pt x="36497" y="12020"/>
                    <a:pt x="36497" y="13661"/>
                  </a:cubicBezTo>
                  <a:cubicBezTo>
                    <a:pt x="36497" y="15967"/>
                    <a:pt x="36369" y="18300"/>
                    <a:pt x="36062" y="20581"/>
                  </a:cubicBezTo>
                  <a:cubicBezTo>
                    <a:pt x="35857" y="22247"/>
                    <a:pt x="35651" y="23887"/>
                    <a:pt x="35472" y="25527"/>
                  </a:cubicBezTo>
                  <a:cubicBezTo>
                    <a:pt x="35472" y="25758"/>
                    <a:pt x="35498" y="25963"/>
                    <a:pt x="35523" y="26168"/>
                  </a:cubicBezTo>
                  <a:lnTo>
                    <a:pt x="26425" y="26168"/>
                  </a:lnTo>
                  <a:cubicBezTo>
                    <a:pt x="26066" y="24400"/>
                    <a:pt x="25733" y="22606"/>
                    <a:pt x="25066" y="20863"/>
                  </a:cubicBezTo>
                  <a:cubicBezTo>
                    <a:pt x="24733" y="19991"/>
                    <a:pt x="24349" y="19146"/>
                    <a:pt x="23913" y="18325"/>
                  </a:cubicBezTo>
                  <a:cubicBezTo>
                    <a:pt x="23477" y="17582"/>
                    <a:pt x="22990" y="16916"/>
                    <a:pt x="22426" y="16301"/>
                  </a:cubicBezTo>
                  <a:cubicBezTo>
                    <a:pt x="20504" y="14250"/>
                    <a:pt x="17915" y="13456"/>
                    <a:pt x="14840" y="13661"/>
                  </a:cubicBezTo>
                  <a:cubicBezTo>
                    <a:pt x="12584" y="13840"/>
                    <a:pt x="10380" y="14353"/>
                    <a:pt x="8304" y="15199"/>
                  </a:cubicBezTo>
                  <a:cubicBezTo>
                    <a:pt x="6638" y="15839"/>
                    <a:pt x="4998" y="16583"/>
                    <a:pt x="3434" y="17403"/>
                  </a:cubicBezTo>
                  <a:cubicBezTo>
                    <a:pt x="2666" y="17813"/>
                    <a:pt x="1922" y="18223"/>
                    <a:pt x="1128" y="18607"/>
                  </a:cubicBezTo>
                  <a:cubicBezTo>
                    <a:pt x="769" y="18787"/>
                    <a:pt x="384" y="18889"/>
                    <a:pt x="0" y="19043"/>
                  </a:cubicBezTo>
                  <a:lnTo>
                    <a:pt x="0" y="9457"/>
                  </a:lnTo>
                  <a:cubicBezTo>
                    <a:pt x="205" y="9509"/>
                    <a:pt x="461" y="9483"/>
                    <a:pt x="641" y="935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69" name="Google Shape;413;p16"/>
            <p:cNvSpPr/>
            <p:nvPr/>
          </p:nvSpPr>
          <p:spPr>
            <a:xfrm rot="10800000">
              <a:off x="720" y="2671920"/>
              <a:ext cx="996480" cy="1850400"/>
            </a:xfrm>
            <a:custGeom>
              <a:avLst/>
              <a:gdLst>
                <a:gd name="textAreaLeft" fmla="*/ 0 w 996480"/>
                <a:gd name="textAreaRight" fmla="*/ 996840 w 996480"/>
                <a:gd name="textAreaTop" fmla="*/ 0 h 1850400"/>
                <a:gd name="textAreaBottom" fmla="*/ 1850760 h 1850400"/>
              </a:gdLst>
              <a:ahLst/>
              <a:cxnLst/>
              <a:rect l="textAreaLeft" t="textAreaTop" r="textAreaRight" b="textAreaBottom"/>
              <a:pathLst>
                <a:path w="31039" h="63307">
                  <a:moveTo>
                    <a:pt x="20172" y="62948"/>
                  </a:moveTo>
                  <a:cubicBezTo>
                    <a:pt x="16660" y="62537"/>
                    <a:pt x="13303" y="61615"/>
                    <a:pt x="10381" y="59872"/>
                  </a:cubicBezTo>
                  <a:cubicBezTo>
                    <a:pt x="6050" y="57283"/>
                    <a:pt x="3128" y="53874"/>
                    <a:pt x="1641" y="49620"/>
                  </a:cubicBezTo>
                  <a:cubicBezTo>
                    <a:pt x="513" y="46288"/>
                    <a:pt x="1" y="42802"/>
                    <a:pt x="129" y="39317"/>
                  </a:cubicBezTo>
                  <a:cubicBezTo>
                    <a:pt x="283" y="34985"/>
                    <a:pt x="1564" y="30884"/>
                    <a:pt x="3615" y="26937"/>
                  </a:cubicBezTo>
                  <a:cubicBezTo>
                    <a:pt x="5998" y="22350"/>
                    <a:pt x="9202" y="18198"/>
                    <a:pt x="12995" y="14327"/>
                  </a:cubicBezTo>
                  <a:cubicBezTo>
                    <a:pt x="17327" y="9970"/>
                    <a:pt x="22043" y="6023"/>
                    <a:pt x="27066" y="2486"/>
                  </a:cubicBezTo>
                  <a:cubicBezTo>
                    <a:pt x="28194" y="1692"/>
                    <a:pt x="29373" y="974"/>
                    <a:pt x="30552" y="205"/>
                  </a:cubicBezTo>
                  <a:cubicBezTo>
                    <a:pt x="30706" y="128"/>
                    <a:pt x="30860" y="52"/>
                    <a:pt x="31039" y="0"/>
                  </a:cubicBezTo>
                  <a:lnTo>
                    <a:pt x="31039" y="2640"/>
                  </a:lnTo>
                  <a:cubicBezTo>
                    <a:pt x="30936" y="2691"/>
                    <a:pt x="30834" y="2743"/>
                    <a:pt x="30757" y="2794"/>
                  </a:cubicBezTo>
                  <a:cubicBezTo>
                    <a:pt x="27425" y="5024"/>
                    <a:pt x="24221" y="7484"/>
                    <a:pt x="21171" y="10124"/>
                  </a:cubicBezTo>
                  <a:cubicBezTo>
                    <a:pt x="17660" y="13097"/>
                    <a:pt x="14508" y="16455"/>
                    <a:pt x="11765" y="20120"/>
                  </a:cubicBezTo>
                  <a:cubicBezTo>
                    <a:pt x="9407" y="23349"/>
                    <a:pt x="7485" y="26758"/>
                    <a:pt x="6357" y="30423"/>
                  </a:cubicBezTo>
                  <a:cubicBezTo>
                    <a:pt x="4461" y="36446"/>
                    <a:pt x="5332" y="42213"/>
                    <a:pt x="8818" y="47723"/>
                  </a:cubicBezTo>
                  <a:cubicBezTo>
                    <a:pt x="10022" y="49646"/>
                    <a:pt x="11586" y="51337"/>
                    <a:pt x="13405" y="52696"/>
                  </a:cubicBezTo>
                  <a:cubicBezTo>
                    <a:pt x="15917" y="54515"/>
                    <a:pt x="18813" y="55669"/>
                    <a:pt x="22043" y="56361"/>
                  </a:cubicBezTo>
                  <a:cubicBezTo>
                    <a:pt x="24298" y="56822"/>
                    <a:pt x="26579" y="57104"/>
                    <a:pt x="28886" y="57206"/>
                  </a:cubicBezTo>
                  <a:lnTo>
                    <a:pt x="31039" y="57335"/>
                  </a:lnTo>
                  <a:lnTo>
                    <a:pt x="31039" y="62768"/>
                  </a:lnTo>
                  <a:cubicBezTo>
                    <a:pt x="30860" y="62819"/>
                    <a:pt x="30680" y="62871"/>
                    <a:pt x="30501" y="62896"/>
                  </a:cubicBezTo>
                  <a:cubicBezTo>
                    <a:pt x="27066" y="63306"/>
                    <a:pt x="23606" y="63306"/>
                    <a:pt x="20172" y="6294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70" name="Google Shape;414;p16"/>
            <p:cNvSpPr/>
            <p:nvPr/>
          </p:nvSpPr>
          <p:spPr>
            <a:xfrm rot="10800000">
              <a:off x="6049440" y="0"/>
              <a:ext cx="3094200" cy="2824920"/>
            </a:xfrm>
            <a:custGeom>
              <a:avLst/>
              <a:gdLst>
                <a:gd name="textAreaLeft" fmla="*/ 0 w 3094200"/>
                <a:gd name="textAreaRight" fmla="*/ 3094560 w 3094200"/>
                <a:gd name="textAreaTop" fmla="*/ 0 h 2824920"/>
                <a:gd name="textAreaBottom" fmla="*/ 2825280 h 2824920"/>
              </a:gdLst>
              <a:ahLst/>
              <a:cxnLst/>
              <a:rect l="textAreaLeft" t="textAreaTop" r="textAreaRight" b="textAreaBottom"/>
              <a:pathLst>
                <a:path w="96344" h="96651">
                  <a:moveTo>
                    <a:pt x="436" y="22093"/>
                  </a:moveTo>
                  <a:cubicBezTo>
                    <a:pt x="564" y="21837"/>
                    <a:pt x="667" y="21581"/>
                    <a:pt x="769" y="21299"/>
                  </a:cubicBezTo>
                  <a:cubicBezTo>
                    <a:pt x="1692" y="18582"/>
                    <a:pt x="2897" y="15968"/>
                    <a:pt x="4357" y="13507"/>
                  </a:cubicBezTo>
                  <a:cubicBezTo>
                    <a:pt x="5767" y="11149"/>
                    <a:pt x="7459" y="9022"/>
                    <a:pt x="9432" y="7177"/>
                  </a:cubicBezTo>
                  <a:cubicBezTo>
                    <a:pt x="12277" y="4485"/>
                    <a:pt x="15763" y="2614"/>
                    <a:pt x="19889" y="1564"/>
                  </a:cubicBezTo>
                  <a:cubicBezTo>
                    <a:pt x="21555" y="1128"/>
                    <a:pt x="23273" y="795"/>
                    <a:pt x="24990" y="564"/>
                  </a:cubicBezTo>
                  <a:cubicBezTo>
                    <a:pt x="27886" y="205"/>
                    <a:pt x="30782" y="26"/>
                    <a:pt x="33704" y="26"/>
                  </a:cubicBezTo>
                  <a:cubicBezTo>
                    <a:pt x="39035" y="0"/>
                    <a:pt x="44315" y="359"/>
                    <a:pt x="49620" y="667"/>
                  </a:cubicBezTo>
                  <a:cubicBezTo>
                    <a:pt x="53337" y="897"/>
                    <a:pt x="57027" y="1128"/>
                    <a:pt x="60744" y="1307"/>
                  </a:cubicBezTo>
                  <a:cubicBezTo>
                    <a:pt x="65024" y="1512"/>
                    <a:pt x="69304" y="1589"/>
                    <a:pt x="73610" y="1615"/>
                  </a:cubicBezTo>
                  <a:cubicBezTo>
                    <a:pt x="76481" y="1615"/>
                    <a:pt x="79377" y="1666"/>
                    <a:pt x="82247" y="1743"/>
                  </a:cubicBezTo>
                  <a:cubicBezTo>
                    <a:pt x="83913" y="1769"/>
                    <a:pt x="85579" y="1948"/>
                    <a:pt x="87194" y="2307"/>
                  </a:cubicBezTo>
                  <a:cubicBezTo>
                    <a:pt x="89962" y="2948"/>
                    <a:pt x="91910" y="4357"/>
                    <a:pt x="93012" y="6587"/>
                  </a:cubicBezTo>
                  <a:cubicBezTo>
                    <a:pt x="93576" y="7792"/>
                    <a:pt x="93960" y="9073"/>
                    <a:pt x="94088" y="10406"/>
                  </a:cubicBezTo>
                  <a:cubicBezTo>
                    <a:pt x="94319" y="12482"/>
                    <a:pt x="94294" y="14609"/>
                    <a:pt x="93986" y="16685"/>
                  </a:cubicBezTo>
                  <a:cubicBezTo>
                    <a:pt x="93602" y="19761"/>
                    <a:pt x="93115" y="22836"/>
                    <a:pt x="92628" y="25912"/>
                  </a:cubicBezTo>
                  <a:cubicBezTo>
                    <a:pt x="92038" y="29577"/>
                    <a:pt x="91525" y="33242"/>
                    <a:pt x="91167" y="36933"/>
                  </a:cubicBezTo>
                  <a:cubicBezTo>
                    <a:pt x="90757" y="40983"/>
                    <a:pt x="90577" y="45058"/>
                    <a:pt x="90577" y="49133"/>
                  </a:cubicBezTo>
                  <a:cubicBezTo>
                    <a:pt x="90577" y="51465"/>
                    <a:pt x="90654" y="53823"/>
                    <a:pt x="90782" y="56181"/>
                  </a:cubicBezTo>
                  <a:cubicBezTo>
                    <a:pt x="90910" y="58513"/>
                    <a:pt x="91090" y="60923"/>
                    <a:pt x="91346" y="63306"/>
                  </a:cubicBezTo>
                  <a:cubicBezTo>
                    <a:pt x="91551" y="65510"/>
                    <a:pt x="91807" y="67715"/>
                    <a:pt x="92141" y="69919"/>
                  </a:cubicBezTo>
                  <a:cubicBezTo>
                    <a:pt x="92525" y="72661"/>
                    <a:pt x="92935" y="75404"/>
                    <a:pt x="93371" y="78120"/>
                  </a:cubicBezTo>
                  <a:cubicBezTo>
                    <a:pt x="93858" y="81170"/>
                    <a:pt x="94396" y="84220"/>
                    <a:pt x="94883" y="87245"/>
                  </a:cubicBezTo>
                  <a:cubicBezTo>
                    <a:pt x="95396" y="90372"/>
                    <a:pt x="95857" y="93524"/>
                    <a:pt x="96344" y="96651"/>
                  </a:cubicBezTo>
                  <a:lnTo>
                    <a:pt x="93627" y="96651"/>
                  </a:lnTo>
                  <a:cubicBezTo>
                    <a:pt x="93627" y="96446"/>
                    <a:pt x="93627" y="96215"/>
                    <a:pt x="93602" y="96010"/>
                  </a:cubicBezTo>
                  <a:cubicBezTo>
                    <a:pt x="93191" y="91269"/>
                    <a:pt x="92551" y="86527"/>
                    <a:pt x="91936" y="81811"/>
                  </a:cubicBezTo>
                  <a:cubicBezTo>
                    <a:pt x="91525" y="78659"/>
                    <a:pt x="91064" y="75532"/>
                    <a:pt x="90705" y="72379"/>
                  </a:cubicBezTo>
                  <a:cubicBezTo>
                    <a:pt x="90321" y="69124"/>
                    <a:pt x="90013" y="65895"/>
                    <a:pt x="89680" y="62640"/>
                  </a:cubicBezTo>
                  <a:cubicBezTo>
                    <a:pt x="89321" y="58924"/>
                    <a:pt x="89193" y="55207"/>
                    <a:pt x="89116" y="51465"/>
                  </a:cubicBezTo>
                  <a:cubicBezTo>
                    <a:pt x="89065" y="47749"/>
                    <a:pt x="89219" y="43956"/>
                    <a:pt x="89475" y="40214"/>
                  </a:cubicBezTo>
                  <a:cubicBezTo>
                    <a:pt x="89706" y="36805"/>
                    <a:pt x="90065" y="33396"/>
                    <a:pt x="90500" y="30013"/>
                  </a:cubicBezTo>
                  <a:cubicBezTo>
                    <a:pt x="90936" y="26399"/>
                    <a:pt x="91449" y="22785"/>
                    <a:pt x="91910" y="19171"/>
                  </a:cubicBezTo>
                  <a:cubicBezTo>
                    <a:pt x="92217" y="16890"/>
                    <a:pt x="92269" y="14558"/>
                    <a:pt x="92038" y="12226"/>
                  </a:cubicBezTo>
                  <a:cubicBezTo>
                    <a:pt x="91910" y="11047"/>
                    <a:pt x="91602" y="9868"/>
                    <a:pt x="91141" y="8766"/>
                  </a:cubicBezTo>
                  <a:cubicBezTo>
                    <a:pt x="90167" y="6613"/>
                    <a:pt x="88399" y="5101"/>
                    <a:pt x="85759" y="4357"/>
                  </a:cubicBezTo>
                  <a:cubicBezTo>
                    <a:pt x="84964" y="4101"/>
                    <a:pt x="84144" y="3922"/>
                    <a:pt x="83324" y="3768"/>
                  </a:cubicBezTo>
                  <a:cubicBezTo>
                    <a:pt x="80889" y="3435"/>
                    <a:pt x="78428" y="3230"/>
                    <a:pt x="75968" y="3204"/>
                  </a:cubicBezTo>
                  <a:cubicBezTo>
                    <a:pt x="71406" y="3101"/>
                    <a:pt x="66844" y="2999"/>
                    <a:pt x="62307" y="2871"/>
                  </a:cubicBezTo>
                  <a:cubicBezTo>
                    <a:pt x="57335" y="2717"/>
                    <a:pt x="52363" y="2538"/>
                    <a:pt x="47416" y="2358"/>
                  </a:cubicBezTo>
                  <a:cubicBezTo>
                    <a:pt x="42598" y="2204"/>
                    <a:pt x="37779" y="2153"/>
                    <a:pt x="32961" y="2486"/>
                  </a:cubicBezTo>
                  <a:cubicBezTo>
                    <a:pt x="29654" y="2666"/>
                    <a:pt x="26348" y="3153"/>
                    <a:pt x="23144" y="3973"/>
                  </a:cubicBezTo>
                  <a:cubicBezTo>
                    <a:pt x="18915" y="5049"/>
                    <a:pt x="15225" y="6843"/>
                    <a:pt x="12175" y="9483"/>
                  </a:cubicBezTo>
                  <a:cubicBezTo>
                    <a:pt x="10201" y="11226"/>
                    <a:pt x="8484" y="13225"/>
                    <a:pt x="7049" y="15455"/>
                  </a:cubicBezTo>
                  <a:cubicBezTo>
                    <a:pt x="5716" y="17531"/>
                    <a:pt x="4563" y="19761"/>
                    <a:pt x="3640" y="22093"/>
                  </a:cubicBezTo>
                  <a:cubicBezTo>
                    <a:pt x="2717" y="24451"/>
                    <a:pt x="1820" y="26809"/>
                    <a:pt x="897" y="29167"/>
                  </a:cubicBezTo>
                  <a:cubicBezTo>
                    <a:pt x="769" y="29526"/>
                    <a:pt x="615" y="29885"/>
                    <a:pt x="436" y="30218"/>
                  </a:cubicBezTo>
                  <a:cubicBezTo>
                    <a:pt x="359" y="30320"/>
                    <a:pt x="154" y="30397"/>
                    <a:pt x="0" y="30474"/>
                  </a:cubicBezTo>
                  <a:lnTo>
                    <a:pt x="0" y="22375"/>
                  </a:lnTo>
                  <a:cubicBezTo>
                    <a:pt x="180" y="22298"/>
                    <a:pt x="359" y="22221"/>
                    <a:pt x="436" y="22093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71" name="Google Shape;415;p16"/>
            <p:cNvSpPr/>
            <p:nvPr/>
          </p:nvSpPr>
          <p:spPr>
            <a:xfrm rot="10800000">
              <a:off x="6347520" y="720"/>
              <a:ext cx="2795400" cy="2610720"/>
            </a:xfrm>
            <a:custGeom>
              <a:avLst/>
              <a:gdLst>
                <a:gd name="textAreaLeft" fmla="*/ 0 w 2795400"/>
                <a:gd name="textAreaRight" fmla="*/ 2795760 w 2795400"/>
                <a:gd name="textAreaTop" fmla="*/ 0 h 2610720"/>
                <a:gd name="textAreaBottom" fmla="*/ 2611080 h 2610720"/>
              </a:gdLst>
              <a:ahLst/>
              <a:cxnLst/>
              <a:rect l="textAreaLeft" t="textAreaTop" r="textAreaRight" b="textAreaBottom"/>
              <a:pathLst>
                <a:path w="87040" h="89322">
                  <a:moveTo>
                    <a:pt x="948" y="33499"/>
                  </a:moveTo>
                  <a:cubicBezTo>
                    <a:pt x="3511" y="30244"/>
                    <a:pt x="5869" y="26784"/>
                    <a:pt x="7997" y="23196"/>
                  </a:cubicBezTo>
                  <a:cubicBezTo>
                    <a:pt x="9047" y="21351"/>
                    <a:pt x="10098" y="19531"/>
                    <a:pt x="11200" y="17711"/>
                  </a:cubicBezTo>
                  <a:cubicBezTo>
                    <a:pt x="12456" y="15558"/>
                    <a:pt x="13943" y="13533"/>
                    <a:pt x="15583" y="11662"/>
                  </a:cubicBezTo>
                  <a:cubicBezTo>
                    <a:pt x="19069" y="7818"/>
                    <a:pt x="23528" y="4999"/>
                    <a:pt x="28962" y="3204"/>
                  </a:cubicBezTo>
                  <a:cubicBezTo>
                    <a:pt x="31858" y="2282"/>
                    <a:pt x="34806" y="1615"/>
                    <a:pt x="37830" y="1180"/>
                  </a:cubicBezTo>
                  <a:cubicBezTo>
                    <a:pt x="42520" y="513"/>
                    <a:pt x="47236" y="154"/>
                    <a:pt x="51978" y="103"/>
                  </a:cubicBezTo>
                  <a:cubicBezTo>
                    <a:pt x="56335" y="1"/>
                    <a:pt x="60692" y="26"/>
                    <a:pt x="65075" y="52"/>
                  </a:cubicBezTo>
                  <a:cubicBezTo>
                    <a:pt x="68125" y="78"/>
                    <a:pt x="71200" y="257"/>
                    <a:pt x="74250" y="616"/>
                  </a:cubicBezTo>
                  <a:cubicBezTo>
                    <a:pt x="76173" y="795"/>
                    <a:pt x="78044" y="1180"/>
                    <a:pt x="79863" y="1769"/>
                  </a:cubicBezTo>
                  <a:cubicBezTo>
                    <a:pt x="82862" y="2769"/>
                    <a:pt x="84887" y="4537"/>
                    <a:pt x="85861" y="7075"/>
                  </a:cubicBezTo>
                  <a:cubicBezTo>
                    <a:pt x="86373" y="8407"/>
                    <a:pt x="86681" y="9817"/>
                    <a:pt x="86758" y="11252"/>
                  </a:cubicBezTo>
                  <a:cubicBezTo>
                    <a:pt x="87040" y="14943"/>
                    <a:pt x="86707" y="18634"/>
                    <a:pt x="86450" y="22324"/>
                  </a:cubicBezTo>
                  <a:cubicBezTo>
                    <a:pt x="86194" y="25656"/>
                    <a:pt x="85886" y="29014"/>
                    <a:pt x="85681" y="32346"/>
                  </a:cubicBezTo>
                  <a:cubicBezTo>
                    <a:pt x="85323" y="37882"/>
                    <a:pt x="85169" y="43444"/>
                    <a:pt x="85297" y="48980"/>
                  </a:cubicBezTo>
                  <a:cubicBezTo>
                    <a:pt x="85374" y="53875"/>
                    <a:pt x="85630" y="58745"/>
                    <a:pt x="85886" y="63640"/>
                  </a:cubicBezTo>
                  <a:cubicBezTo>
                    <a:pt x="86092" y="67484"/>
                    <a:pt x="86348" y="71329"/>
                    <a:pt x="86527" y="75173"/>
                  </a:cubicBezTo>
                  <a:cubicBezTo>
                    <a:pt x="86784" y="79710"/>
                    <a:pt x="86732" y="84246"/>
                    <a:pt x="86425" y="88783"/>
                  </a:cubicBezTo>
                  <a:cubicBezTo>
                    <a:pt x="86450" y="88962"/>
                    <a:pt x="86476" y="89142"/>
                    <a:pt x="86527" y="89321"/>
                  </a:cubicBezTo>
                  <a:lnTo>
                    <a:pt x="83580" y="89321"/>
                  </a:lnTo>
                  <a:cubicBezTo>
                    <a:pt x="83605" y="88886"/>
                    <a:pt x="83605" y="88450"/>
                    <a:pt x="83657" y="88014"/>
                  </a:cubicBezTo>
                  <a:cubicBezTo>
                    <a:pt x="83836" y="85810"/>
                    <a:pt x="84118" y="83580"/>
                    <a:pt x="84221" y="81376"/>
                  </a:cubicBezTo>
                  <a:cubicBezTo>
                    <a:pt x="84502" y="75814"/>
                    <a:pt x="84323" y="70278"/>
                    <a:pt x="84144" y="64742"/>
                  </a:cubicBezTo>
                  <a:cubicBezTo>
                    <a:pt x="84041" y="61385"/>
                    <a:pt x="83913" y="58053"/>
                    <a:pt x="83836" y="54695"/>
                  </a:cubicBezTo>
                  <a:cubicBezTo>
                    <a:pt x="83657" y="47083"/>
                    <a:pt x="83708" y="39471"/>
                    <a:pt x="84195" y="31859"/>
                  </a:cubicBezTo>
                  <a:cubicBezTo>
                    <a:pt x="84451" y="28296"/>
                    <a:pt x="84605" y="24734"/>
                    <a:pt x="84810" y="21171"/>
                  </a:cubicBezTo>
                  <a:cubicBezTo>
                    <a:pt x="84989" y="18557"/>
                    <a:pt x="84938" y="15968"/>
                    <a:pt x="84707" y="13380"/>
                  </a:cubicBezTo>
                  <a:cubicBezTo>
                    <a:pt x="84554" y="11842"/>
                    <a:pt x="84195" y="10355"/>
                    <a:pt x="83631" y="8946"/>
                  </a:cubicBezTo>
                  <a:cubicBezTo>
                    <a:pt x="82580" y="6562"/>
                    <a:pt x="80658" y="4845"/>
                    <a:pt x="77839" y="3820"/>
                  </a:cubicBezTo>
                  <a:cubicBezTo>
                    <a:pt x="76660" y="3410"/>
                    <a:pt x="75481" y="3076"/>
                    <a:pt x="74276" y="2846"/>
                  </a:cubicBezTo>
                  <a:cubicBezTo>
                    <a:pt x="71124" y="2282"/>
                    <a:pt x="67971" y="2000"/>
                    <a:pt x="64793" y="1974"/>
                  </a:cubicBezTo>
                  <a:cubicBezTo>
                    <a:pt x="57770" y="1769"/>
                    <a:pt x="50748" y="2051"/>
                    <a:pt x="43776" y="2871"/>
                  </a:cubicBezTo>
                  <a:cubicBezTo>
                    <a:pt x="40444" y="3230"/>
                    <a:pt x="37164" y="3871"/>
                    <a:pt x="33934" y="4768"/>
                  </a:cubicBezTo>
                  <a:cubicBezTo>
                    <a:pt x="28731" y="6229"/>
                    <a:pt x="24144" y="8484"/>
                    <a:pt x="20350" y="11765"/>
                  </a:cubicBezTo>
                  <a:cubicBezTo>
                    <a:pt x="18223" y="13636"/>
                    <a:pt x="16301" y="15763"/>
                    <a:pt x="14660" y="18095"/>
                  </a:cubicBezTo>
                  <a:cubicBezTo>
                    <a:pt x="13379" y="19864"/>
                    <a:pt x="12174" y="21684"/>
                    <a:pt x="10944" y="23478"/>
                  </a:cubicBezTo>
                  <a:cubicBezTo>
                    <a:pt x="7971" y="27912"/>
                    <a:pt x="4716" y="32141"/>
                    <a:pt x="1205" y="36165"/>
                  </a:cubicBezTo>
                  <a:cubicBezTo>
                    <a:pt x="974" y="36421"/>
                    <a:pt x="743" y="36677"/>
                    <a:pt x="513" y="36908"/>
                  </a:cubicBezTo>
                  <a:cubicBezTo>
                    <a:pt x="333" y="36985"/>
                    <a:pt x="179" y="37036"/>
                    <a:pt x="0" y="37062"/>
                  </a:cubicBezTo>
                  <a:lnTo>
                    <a:pt x="0" y="34242"/>
                  </a:lnTo>
                  <a:cubicBezTo>
                    <a:pt x="564" y="34217"/>
                    <a:pt x="692" y="33807"/>
                    <a:pt x="948" y="3349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72" name="Google Shape;416;p16"/>
            <p:cNvSpPr/>
            <p:nvPr/>
          </p:nvSpPr>
          <p:spPr>
            <a:xfrm rot="10800000">
              <a:off x="7662960" y="720"/>
              <a:ext cx="1479960" cy="1058400"/>
            </a:xfrm>
            <a:custGeom>
              <a:avLst/>
              <a:gdLst>
                <a:gd name="textAreaLeft" fmla="*/ 0 w 1479960"/>
                <a:gd name="textAreaRight" fmla="*/ 1480320 w 1479960"/>
                <a:gd name="textAreaTop" fmla="*/ 0 h 1058400"/>
                <a:gd name="textAreaBottom" fmla="*/ 1058760 h 1058400"/>
              </a:gdLst>
              <a:ahLst/>
              <a:cxnLst/>
              <a:rect l="textAreaLeft" t="textAreaTop" r="textAreaRight" b="textAreaBottom"/>
              <a:pathLst>
                <a:path w="46083" h="36216">
                  <a:moveTo>
                    <a:pt x="11149" y="6818"/>
                  </a:moveTo>
                  <a:cubicBezTo>
                    <a:pt x="13994" y="5357"/>
                    <a:pt x="16916" y="4101"/>
                    <a:pt x="19940" y="3050"/>
                  </a:cubicBezTo>
                  <a:cubicBezTo>
                    <a:pt x="23785" y="1717"/>
                    <a:pt x="27757" y="641"/>
                    <a:pt x="31935" y="231"/>
                  </a:cubicBezTo>
                  <a:cubicBezTo>
                    <a:pt x="33806" y="0"/>
                    <a:pt x="35703" y="26"/>
                    <a:pt x="37599" y="308"/>
                  </a:cubicBezTo>
                  <a:cubicBezTo>
                    <a:pt x="40265" y="769"/>
                    <a:pt x="42315" y="1948"/>
                    <a:pt x="43725" y="3896"/>
                  </a:cubicBezTo>
                  <a:cubicBezTo>
                    <a:pt x="44314" y="4742"/>
                    <a:pt x="44776" y="5664"/>
                    <a:pt x="45109" y="6664"/>
                  </a:cubicBezTo>
                  <a:cubicBezTo>
                    <a:pt x="45622" y="8330"/>
                    <a:pt x="45929" y="10098"/>
                    <a:pt x="45980" y="11867"/>
                  </a:cubicBezTo>
                  <a:cubicBezTo>
                    <a:pt x="46083" y="14635"/>
                    <a:pt x="45929" y="17454"/>
                    <a:pt x="45468" y="20196"/>
                  </a:cubicBezTo>
                  <a:cubicBezTo>
                    <a:pt x="44904" y="23887"/>
                    <a:pt x="44109" y="27501"/>
                    <a:pt x="43110" y="31089"/>
                  </a:cubicBezTo>
                  <a:cubicBezTo>
                    <a:pt x="42725" y="32473"/>
                    <a:pt x="42341" y="33832"/>
                    <a:pt x="41982" y="35216"/>
                  </a:cubicBezTo>
                  <a:cubicBezTo>
                    <a:pt x="41905" y="35523"/>
                    <a:pt x="41649" y="35856"/>
                    <a:pt x="41905" y="36215"/>
                  </a:cubicBezTo>
                  <a:lnTo>
                    <a:pt x="38701" y="36215"/>
                  </a:lnTo>
                  <a:cubicBezTo>
                    <a:pt x="38804" y="35600"/>
                    <a:pt x="38881" y="34959"/>
                    <a:pt x="39009" y="34370"/>
                  </a:cubicBezTo>
                  <a:cubicBezTo>
                    <a:pt x="39752" y="31140"/>
                    <a:pt x="40444" y="27885"/>
                    <a:pt x="40880" y="24630"/>
                  </a:cubicBezTo>
                  <a:cubicBezTo>
                    <a:pt x="41264" y="21683"/>
                    <a:pt x="41495" y="18710"/>
                    <a:pt x="41188" y="15737"/>
                  </a:cubicBezTo>
                  <a:cubicBezTo>
                    <a:pt x="41085" y="14276"/>
                    <a:pt x="40777" y="12866"/>
                    <a:pt x="40291" y="11508"/>
                  </a:cubicBezTo>
                  <a:cubicBezTo>
                    <a:pt x="40009" y="10790"/>
                    <a:pt x="39650" y="10098"/>
                    <a:pt x="39240" y="9432"/>
                  </a:cubicBezTo>
                  <a:cubicBezTo>
                    <a:pt x="37779" y="7074"/>
                    <a:pt x="35395" y="5690"/>
                    <a:pt x="32268" y="5203"/>
                  </a:cubicBezTo>
                  <a:cubicBezTo>
                    <a:pt x="30423" y="4947"/>
                    <a:pt x="28552" y="4921"/>
                    <a:pt x="26707" y="5126"/>
                  </a:cubicBezTo>
                  <a:cubicBezTo>
                    <a:pt x="22554" y="5562"/>
                    <a:pt x="18505" y="6664"/>
                    <a:pt x="14660" y="8330"/>
                  </a:cubicBezTo>
                  <a:cubicBezTo>
                    <a:pt x="10944" y="9919"/>
                    <a:pt x="7356" y="11790"/>
                    <a:pt x="3896" y="13917"/>
                  </a:cubicBezTo>
                  <a:cubicBezTo>
                    <a:pt x="2896" y="14532"/>
                    <a:pt x="1922" y="15173"/>
                    <a:pt x="923" y="15788"/>
                  </a:cubicBezTo>
                  <a:cubicBezTo>
                    <a:pt x="666" y="16019"/>
                    <a:pt x="333" y="16121"/>
                    <a:pt x="0" y="16121"/>
                  </a:cubicBezTo>
                  <a:lnTo>
                    <a:pt x="0" y="13123"/>
                  </a:lnTo>
                  <a:cubicBezTo>
                    <a:pt x="513" y="13123"/>
                    <a:pt x="820" y="12815"/>
                    <a:pt x="1179" y="12584"/>
                  </a:cubicBezTo>
                  <a:cubicBezTo>
                    <a:pt x="4383" y="10508"/>
                    <a:pt x="7689" y="8586"/>
                    <a:pt x="11149" y="681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73" name="Google Shape;417;p16"/>
            <p:cNvSpPr/>
            <p:nvPr/>
          </p:nvSpPr>
          <p:spPr>
            <a:xfrm rot="10800000">
              <a:off x="6503040" y="4092480"/>
              <a:ext cx="2639880" cy="1050840"/>
            </a:xfrm>
            <a:custGeom>
              <a:avLst/>
              <a:gdLst>
                <a:gd name="textAreaLeft" fmla="*/ 0 w 2639880"/>
                <a:gd name="textAreaRight" fmla="*/ 2640240 w 2639880"/>
                <a:gd name="textAreaTop" fmla="*/ 0 h 1050840"/>
                <a:gd name="textAreaBottom" fmla="*/ 1051200 h 1050840"/>
              </a:gdLst>
              <a:ahLst/>
              <a:cxnLst/>
              <a:rect l="textAreaLeft" t="textAreaTop" r="textAreaRight" b="textAreaBottom"/>
              <a:pathLst>
                <a:path w="82196" h="35959">
                  <a:moveTo>
                    <a:pt x="74737" y="6049"/>
                  </a:moveTo>
                  <a:cubicBezTo>
                    <a:pt x="72918" y="7766"/>
                    <a:pt x="71431" y="9791"/>
                    <a:pt x="70355" y="12046"/>
                  </a:cubicBezTo>
                  <a:cubicBezTo>
                    <a:pt x="69663" y="13558"/>
                    <a:pt x="69047" y="15096"/>
                    <a:pt x="68535" y="16685"/>
                  </a:cubicBezTo>
                  <a:cubicBezTo>
                    <a:pt x="67612" y="19402"/>
                    <a:pt x="66715" y="22144"/>
                    <a:pt x="65587" y="24784"/>
                  </a:cubicBezTo>
                  <a:cubicBezTo>
                    <a:pt x="64742" y="26809"/>
                    <a:pt x="63716" y="28782"/>
                    <a:pt x="62486" y="30628"/>
                  </a:cubicBezTo>
                  <a:cubicBezTo>
                    <a:pt x="61692" y="31832"/>
                    <a:pt x="60718" y="32935"/>
                    <a:pt x="59616" y="33857"/>
                  </a:cubicBezTo>
                  <a:cubicBezTo>
                    <a:pt x="57924" y="35216"/>
                    <a:pt x="55848" y="35959"/>
                    <a:pt x="53695" y="35933"/>
                  </a:cubicBezTo>
                  <a:cubicBezTo>
                    <a:pt x="51773" y="35933"/>
                    <a:pt x="49851" y="35626"/>
                    <a:pt x="48005" y="35087"/>
                  </a:cubicBezTo>
                  <a:cubicBezTo>
                    <a:pt x="45750" y="34395"/>
                    <a:pt x="43546" y="33575"/>
                    <a:pt x="41393" y="32576"/>
                  </a:cubicBezTo>
                  <a:cubicBezTo>
                    <a:pt x="37933" y="31012"/>
                    <a:pt x="34575" y="29295"/>
                    <a:pt x="31243" y="27552"/>
                  </a:cubicBezTo>
                  <a:cubicBezTo>
                    <a:pt x="24682" y="24169"/>
                    <a:pt x="18095" y="20786"/>
                    <a:pt x="11405" y="17582"/>
                  </a:cubicBezTo>
                  <a:cubicBezTo>
                    <a:pt x="8022" y="15993"/>
                    <a:pt x="4639" y="14378"/>
                    <a:pt x="1256" y="12789"/>
                  </a:cubicBezTo>
                  <a:cubicBezTo>
                    <a:pt x="871" y="12610"/>
                    <a:pt x="513" y="12354"/>
                    <a:pt x="0" y="12405"/>
                  </a:cubicBezTo>
                  <a:lnTo>
                    <a:pt x="0" y="11277"/>
                  </a:lnTo>
                  <a:cubicBezTo>
                    <a:pt x="179" y="11252"/>
                    <a:pt x="359" y="11252"/>
                    <a:pt x="538" y="11277"/>
                  </a:cubicBezTo>
                  <a:cubicBezTo>
                    <a:pt x="897" y="11405"/>
                    <a:pt x="1205" y="11559"/>
                    <a:pt x="1538" y="11713"/>
                  </a:cubicBezTo>
                  <a:cubicBezTo>
                    <a:pt x="11072" y="16044"/>
                    <a:pt x="20504" y="20504"/>
                    <a:pt x="29885" y="25092"/>
                  </a:cubicBezTo>
                  <a:cubicBezTo>
                    <a:pt x="33370" y="26809"/>
                    <a:pt x="36882" y="28475"/>
                    <a:pt x="40521" y="29961"/>
                  </a:cubicBezTo>
                  <a:cubicBezTo>
                    <a:pt x="42315" y="30705"/>
                    <a:pt x="44186" y="31345"/>
                    <a:pt x="46083" y="31884"/>
                  </a:cubicBezTo>
                  <a:cubicBezTo>
                    <a:pt x="47749" y="32345"/>
                    <a:pt x="49466" y="32576"/>
                    <a:pt x="51209" y="32550"/>
                  </a:cubicBezTo>
                  <a:cubicBezTo>
                    <a:pt x="53131" y="32550"/>
                    <a:pt x="55002" y="31909"/>
                    <a:pt x="56514" y="30730"/>
                  </a:cubicBezTo>
                  <a:cubicBezTo>
                    <a:pt x="57437" y="29987"/>
                    <a:pt x="58232" y="29167"/>
                    <a:pt x="58949" y="28244"/>
                  </a:cubicBezTo>
                  <a:cubicBezTo>
                    <a:pt x="59821" y="27117"/>
                    <a:pt x="60590" y="25938"/>
                    <a:pt x="61256" y="24682"/>
                  </a:cubicBezTo>
                  <a:cubicBezTo>
                    <a:pt x="62384" y="22580"/>
                    <a:pt x="63358" y="20401"/>
                    <a:pt x="64229" y="18197"/>
                  </a:cubicBezTo>
                  <a:cubicBezTo>
                    <a:pt x="65049" y="16147"/>
                    <a:pt x="65844" y="14096"/>
                    <a:pt x="66715" y="12046"/>
                  </a:cubicBezTo>
                  <a:cubicBezTo>
                    <a:pt x="67792" y="9560"/>
                    <a:pt x="69355" y="7279"/>
                    <a:pt x="71329" y="5408"/>
                  </a:cubicBezTo>
                  <a:cubicBezTo>
                    <a:pt x="72764" y="4075"/>
                    <a:pt x="74302" y="2871"/>
                    <a:pt x="75942" y="1794"/>
                  </a:cubicBezTo>
                  <a:cubicBezTo>
                    <a:pt x="76813" y="1205"/>
                    <a:pt x="77685" y="589"/>
                    <a:pt x="78556" y="0"/>
                  </a:cubicBezTo>
                  <a:lnTo>
                    <a:pt x="82196" y="0"/>
                  </a:lnTo>
                  <a:cubicBezTo>
                    <a:pt x="81273" y="692"/>
                    <a:pt x="80376" y="1410"/>
                    <a:pt x="79453" y="2102"/>
                  </a:cubicBezTo>
                  <a:cubicBezTo>
                    <a:pt x="77813" y="3332"/>
                    <a:pt x="76224" y="4639"/>
                    <a:pt x="74737" y="604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74" name="Google Shape;418;p16"/>
            <p:cNvSpPr/>
            <p:nvPr/>
          </p:nvSpPr>
          <p:spPr>
            <a:xfrm rot="10800000">
              <a:off x="2026440" y="4494240"/>
              <a:ext cx="1460880" cy="649080"/>
            </a:xfrm>
            <a:custGeom>
              <a:avLst/>
              <a:gdLst>
                <a:gd name="textAreaLeft" fmla="*/ 0 w 1460880"/>
                <a:gd name="textAreaRight" fmla="*/ 1461240 w 1460880"/>
                <a:gd name="textAreaTop" fmla="*/ 0 h 649080"/>
                <a:gd name="textAreaBottom" fmla="*/ 649440 h 649080"/>
              </a:gdLst>
              <a:ahLst/>
              <a:cxnLst/>
              <a:rect l="textAreaLeft" t="textAreaTop" r="textAreaRight" b="textAreaBottom"/>
              <a:pathLst>
                <a:path w="45495" h="22222">
                  <a:moveTo>
                    <a:pt x="39240" y="3024"/>
                  </a:moveTo>
                  <a:cubicBezTo>
                    <a:pt x="32192" y="6356"/>
                    <a:pt x="25528" y="10406"/>
                    <a:pt x="19377" y="15173"/>
                  </a:cubicBezTo>
                  <a:cubicBezTo>
                    <a:pt x="18173" y="16096"/>
                    <a:pt x="16968" y="17018"/>
                    <a:pt x="15738" y="17890"/>
                  </a:cubicBezTo>
                  <a:cubicBezTo>
                    <a:pt x="14482" y="18761"/>
                    <a:pt x="13277" y="19556"/>
                    <a:pt x="11996" y="20325"/>
                  </a:cubicBezTo>
                  <a:cubicBezTo>
                    <a:pt x="11150" y="20837"/>
                    <a:pt x="10253" y="21247"/>
                    <a:pt x="9305" y="21555"/>
                  </a:cubicBezTo>
                  <a:cubicBezTo>
                    <a:pt x="7228" y="22221"/>
                    <a:pt x="5357" y="21914"/>
                    <a:pt x="3743" y="20658"/>
                  </a:cubicBezTo>
                  <a:cubicBezTo>
                    <a:pt x="2923" y="19991"/>
                    <a:pt x="2231" y="19197"/>
                    <a:pt x="1744" y="18274"/>
                  </a:cubicBezTo>
                  <a:cubicBezTo>
                    <a:pt x="1077" y="16993"/>
                    <a:pt x="616" y="15634"/>
                    <a:pt x="411" y="14199"/>
                  </a:cubicBezTo>
                  <a:cubicBezTo>
                    <a:pt x="26" y="11508"/>
                    <a:pt x="1" y="8765"/>
                    <a:pt x="334" y="6049"/>
                  </a:cubicBezTo>
                  <a:cubicBezTo>
                    <a:pt x="539" y="4050"/>
                    <a:pt x="821" y="2025"/>
                    <a:pt x="1103" y="0"/>
                  </a:cubicBezTo>
                  <a:lnTo>
                    <a:pt x="3589" y="0"/>
                  </a:lnTo>
                  <a:cubicBezTo>
                    <a:pt x="3486" y="897"/>
                    <a:pt x="3384" y="1820"/>
                    <a:pt x="3307" y="2717"/>
                  </a:cubicBezTo>
                  <a:cubicBezTo>
                    <a:pt x="3025" y="5075"/>
                    <a:pt x="2846" y="7458"/>
                    <a:pt x="3128" y="9842"/>
                  </a:cubicBezTo>
                  <a:cubicBezTo>
                    <a:pt x="3256" y="11021"/>
                    <a:pt x="3563" y="12200"/>
                    <a:pt x="4025" y="13302"/>
                  </a:cubicBezTo>
                  <a:cubicBezTo>
                    <a:pt x="4332" y="14045"/>
                    <a:pt x="4742" y="14712"/>
                    <a:pt x="5281" y="15301"/>
                  </a:cubicBezTo>
                  <a:cubicBezTo>
                    <a:pt x="5768" y="15839"/>
                    <a:pt x="6383" y="16275"/>
                    <a:pt x="7075" y="16557"/>
                  </a:cubicBezTo>
                  <a:cubicBezTo>
                    <a:pt x="8074" y="16941"/>
                    <a:pt x="9176" y="16967"/>
                    <a:pt x="10176" y="16634"/>
                  </a:cubicBezTo>
                  <a:cubicBezTo>
                    <a:pt x="10996" y="16378"/>
                    <a:pt x="11765" y="16070"/>
                    <a:pt x="12508" y="15686"/>
                  </a:cubicBezTo>
                  <a:cubicBezTo>
                    <a:pt x="13636" y="15070"/>
                    <a:pt x="14764" y="14404"/>
                    <a:pt x="15815" y="13686"/>
                  </a:cubicBezTo>
                  <a:cubicBezTo>
                    <a:pt x="17737" y="12405"/>
                    <a:pt x="19582" y="11072"/>
                    <a:pt x="21453" y="9739"/>
                  </a:cubicBezTo>
                  <a:cubicBezTo>
                    <a:pt x="26630" y="6049"/>
                    <a:pt x="32167" y="2896"/>
                    <a:pt x="37985" y="359"/>
                  </a:cubicBezTo>
                  <a:cubicBezTo>
                    <a:pt x="38241" y="256"/>
                    <a:pt x="38446" y="128"/>
                    <a:pt x="38651" y="0"/>
                  </a:cubicBezTo>
                  <a:lnTo>
                    <a:pt x="45494" y="0"/>
                  </a:lnTo>
                  <a:cubicBezTo>
                    <a:pt x="45264" y="154"/>
                    <a:pt x="45007" y="308"/>
                    <a:pt x="44777" y="436"/>
                  </a:cubicBezTo>
                  <a:cubicBezTo>
                    <a:pt x="42931" y="1307"/>
                    <a:pt x="41060" y="2153"/>
                    <a:pt x="39240" y="3024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75" name="Google Shape;419;p16"/>
            <p:cNvSpPr/>
            <p:nvPr/>
          </p:nvSpPr>
          <p:spPr>
            <a:xfrm rot="10800000">
              <a:off x="7418520" y="720"/>
              <a:ext cx="1724400" cy="1312200"/>
            </a:xfrm>
            <a:custGeom>
              <a:avLst/>
              <a:gdLst>
                <a:gd name="textAreaLeft" fmla="*/ 0 w 1724400"/>
                <a:gd name="textAreaRight" fmla="*/ 1724760 w 1724400"/>
                <a:gd name="textAreaTop" fmla="*/ 0 h 1312200"/>
                <a:gd name="textAreaBottom" fmla="*/ 1312560 h 1312200"/>
              </a:gdLst>
              <a:ahLst/>
              <a:cxnLst/>
              <a:rect l="textAreaLeft" t="textAreaTop" r="textAreaRight" b="textAreaBottom"/>
              <a:pathLst>
                <a:path w="53696" h="44905">
                  <a:moveTo>
                    <a:pt x="5024" y="14199"/>
                  </a:moveTo>
                  <a:cubicBezTo>
                    <a:pt x="12456" y="9766"/>
                    <a:pt x="20350" y="6100"/>
                    <a:pt x="28552" y="3281"/>
                  </a:cubicBezTo>
                  <a:cubicBezTo>
                    <a:pt x="31602" y="2179"/>
                    <a:pt x="34729" y="1308"/>
                    <a:pt x="37907" y="667"/>
                  </a:cubicBezTo>
                  <a:cubicBezTo>
                    <a:pt x="40085" y="180"/>
                    <a:pt x="42315" y="0"/>
                    <a:pt x="44545" y="129"/>
                  </a:cubicBezTo>
                  <a:cubicBezTo>
                    <a:pt x="47621" y="359"/>
                    <a:pt x="49902" y="1590"/>
                    <a:pt x="51363" y="3845"/>
                  </a:cubicBezTo>
                  <a:cubicBezTo>
                    <a:pt x="52003" y="4819"/>
                    <a:pt x="52516" y="5921"/>
                    <a:pt x="52824" y="7074"/>
                  </a:cubicBezTo>
                  <a:cubicBezTo>
                    <a:pt x="53413" y="9150"/>
                    <a:pt x="53695" y="11329"/>
                    <a:pt x="53669" y="13482"/>
                  </a:cubicBezTo>
                  <a:cubicBezTo>
                    <a:pt x="53695" y="16250"/>
                    <a:pt x="53464" y="18992"/>
                    <a:pt x="53003" y="21735"/>
                  </a:cubicBezTo>
                  <a:cubicBezTo>
                    <a:pt x="52414" y="25297"/>
                    <a:pt x="51619" y="28834"/>
                    <a:pt x="50645" y="32346"/>
                  </a:cubicBezTo>
                  <a:cubicBezTo>
                    <a:pt x="49620" y="36216"/>
                    <a:pt x="48390" y="40060"/>
                    <a:pt x="47134" y="43879"/>
                  </a:cubicBezTo>
                  <a:cubicBezTo>
                    <a:pt x="47031" y="44212"/>
                    <a:pt x="46980" y="44545"/>
                    <a:pt x="46929" y="44904"/>
                  </a:cubicBezTo>
                  <a:lnTo>
                    <a:pt x="45314" y="44904"/>
                  </a:lnTo>
                  <a:cubicBezTo>
                    <a:pt x="45314" y="44648"/>
                    <a:pt x="45340" y="44392"/>
                    <a:pt x="45391" y="44161"/>
                  </a:cubicBezTo>
                  <a:cubicBezTo>
                    <a:pt x="45545" y="43648"/>
                    <a:pt x="45724" y="43136"/>
                    <a:pt x="45904" y="42623"/>
                  </a:cubicBezTo>
                  <a:cubicBezTo>
                    <a:pt x="48082" y="35780"/>
                    <a:pt x="50004" y="28885"/>
                    <a:pt x="50901" y="21837"/>
                  </a:cubicBezTo>
                  <a:cubicBezTo>
                    <a:pt x="51260" y="19223"/>
                    <a:pt x="51337" y="16583"/>
                    <a:pt x="51183" y="13969"/>
                  </a:cubicBezTo>
                  <a:cubicBezTo>
                    <a:pt x="51106" y="12636"/>
                    <a:pt x="50876" y="11329"/>
                    <a:pt x="50543" y="10047"/>
                  </a:cubicBezTo>
                  <a:cubicBezTo>
                    <a:pt x="50184" y="8715"/>
                    <a:pt x="49594" y="7433"/>
                    <a:pt x="48774" y="6305"/>
                  </a:cubicBezTo>
                  <a:cubicBezTo>
                    <a:pt x="47493" y="4588"/>
                    <a:pt x="45673" y="3512"/>
                    <a:pt x="43264" y="3102"/>
                  </a:cubicBezTo>
                  <a:cubicBezTo>
                    <a:pt x="41470" y="2845"/>
                    <a:pt x="39624" y="2820"/>
                    <a:pt x="37830" y="3076"/>
                  </a:cubicBezTo>
                  <a:cubicBezTo>
                    <a:pt x="35805" y="3307"/>
                    <a:pt x="33806" y="3691"/>
                    <a:pt x="31858" y="4204"/>
                  </a:cubicBezTo>
                  <a:cubicBezTo>
                    <a:pt x="25989" y="5742"/>
                    <a:pt x="20299" y="7818"/>
                    <a:pt x="14814" y="10406"/>
                  </a:cubicBezTo>
                  <a:cubicBezTo>
                    <a:pt x="10175" y="12636"/>
                    <a:pt x="5664" y="15122"/>
                    <a:pt x="1333" y="17890"/>
                  </a:cubicBezTo>
                  <a:cubicBezTo>
                    <a:pt x="923" y="18147"/>
                    <a:pt x="436" y="18352"/>
                    <a:pt x="0" y="18608"/>
                  </a:cubicBezTo>
                  <a:lnTo>
                    <a:pt x="0" y="17096"/>
                  </a:lnTo>
                  <a:cubicBezTo>
                    <a:pt x="384" y="17019"/>
                    <a:pt x="769" y="16839"/>
                    <a:pt x="1076" y="16609"/>
                  </a:cubicBezTo>
                  <a:cubicBezTo>
                    <a:pt x="2384" y="15814"/>
                    <a:pt x="3691" y="14994"/>
                    <a:pt x="5024" y="1419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76" name="Google Shape;420;p16"/>
            <p:cNvSpPr/>
            <p:nvPr/>
          </p:nvSpPr>
          <p:spPr>
            <a:xfrm rot="10800000">
              <a:off x="720" y="3336120"/>
              <a:ext cx="301680" cy="823680"/>
            </a:xfrm>
            <a:custGeom>
              <a:avLst/>
              <a:gdLst>
                <a:gd name="textAreaLeft" fmla="*/ 0 w 301680"/>
                <a:gd name="textAreaRight" fmla="*/ 302040 w 301680"/>
                <a:gd name="textAreaTop" fmla="*/ 0 h 823680"/>
                <a:gd name="textAreaBottom" fmla="*/ 824040 h 823680"/>
              </a:gdLst>
              <a:ahLst/>
              <a:cxnLst/>
              <a:rect l="textAreaLeft" t="textAreaTop" r="textAreaRight" b="textAreaBottom"/>
              <a:pathLst>
                <a:path w="9407" h="28194">
                  <a:moveTo>
                    <a:pt x="4050" y="24579"/>
                  </a:moveTo>
                  <a:cubicBezTo>
                    <a:pt x="1462" y="22273"/>
                    <a:pt x="129" y="19556"/>
                    <a:pt x="26" y="16429"/>
                  </a:cubicBezTo>
                  <a:cubicBezTo>
                    <a:pt x="1" y="14481"/>
                    <a:pt x="359" y="12533"/>
                    <a:pt x="1103" y="10714"/>
                  </a:cubicBezTo>
                  <a:cubicBezTo>
                    <a:pt x="2743" y="6536"/>
                    <a:pt x="5639" y="3025"/>
                    <a:pt x="9407" y="0"/>
                  </a:cubicBezTo>
                  <a:lnTo>
                    <a:pt x="9407" y="7125"/>
                  </a:lnTo>
                  <a:cubicBezTo>
                    <a:pt x="9356" y="7177"/>
                    <a:pt x="9279" y="7202"/>
                    <a:pt x="9228" y="7253"/>
                  </a:cubicBezTo>
                  <a:cubicBezTo>
                    <a:pt x="7741" y="9842"/>
                    <a:pt x="7126" y="12559"/>
                    <a:pt x="7792" y="15429"/>
                  </a:cubicBezTo>
                  <a:cubicBezTo>
                    <a:pt x="8074" y="16660"/>
                    <a:pt x="8612" y="17813"/>
                    <a:pt x="9407" y="18787"/>
                  </a:cubicBezTo>
                  <a:lnTo>
                    <a:pt x="9407" y="28193"/>
                  </a:lnTo>
                  <a:lnTo>
                    <a:pt x="8100" y="27424"/>
                  </a:lnTo>
                  <a:cubicBezTo>
                    <a:pt x="6639" y="26630"/>
                    <a:pt x="5280" y="25681"/>
                    <a:pt x="4050" y="2457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77" name="Google Shape;421;p16"/>
            <p:cNvSpPr/>
            <p:nvPr/>
          </p:nvSpPr>
          <p:spPr>
            <a:xfrm rot="10800000">
              <a:off x="6773040" y="4313520"/>
              <a:ext cx="2369880" cy="829800"/>
            </a:xfrm>
            <a:custGeom>
              <a:avLst/>
              <a:gdLst>
                <a:gd name="textAreaLeft" fmla="*/ 0 w 2369880"/>
                <a:gd name="textAreaRight" fmla="*/ 2370240 w 2369880"/>
                <a:gd name="textAreaTop" fmla="*/ 0 h 829800"/>
                <a:gd name="textAreaBottom" fmla="*/ 830160 h 829800"/>
              </a:gdLst>
              <a:ahLst/>
              <a:cxnLst/>
              <a:rect l="textAreaLeft" t="textAreaTop" r="textAreaRight" b="textAreaBottom"/>
              <a:pathLst>
                <a:path w="73790" h="28399">
                  <a:moveTo>
                    <a:pt x="63076" y="10355"/>
                  </a:moveTo>
                  <a:cubicBezTo>
                    <a:pt x="62537" y="11405"/>
                    <a:pt x="61999" y="12482"/>
                    <a:pt x="61461" y="13558"/>
                  </a:cubicBezTo>
                  <a:cubicBezTo>
                    <a:pt x="60308" y="16044"/>
                    <a:pt x="59000" y="18479"/>
                    <a:pt x="57591" y="20863"/>
                  </a:cubicBezTo>
                  <a:cubicBezTo>
                    <a:pt x="56745" y="22247"/>
                    <a:pt x="55771" y="23554"/>
                    <a:pt x="54669" y="24784"/>
                  </a:cubicBezTo>
                  <a:cubicBezTo>
                    <a:pt x="53900" y="25630"/>
                    <a:pt x="53029" y="26373"/>
                    <a:pt x="52080" y="26988"/>
                  </a:cubicBezTo>
                  <a:cubicBezTo>
                    <a:pt x="51004" y="27680"/>
                    <a:pt x="49799" y="28090"/>
                    <a:pt x="48543" y="28244"/>
                  </a:cubicBezTo>
                  <a:cubicBezTo>
                    <a:pt x="47211" y="28398"/>
                    <a:pt x="45878" y="28347"/>
                    <a:pt x="44596" y="28090"/>
                  </a:cubicBezTo>
                  <a:cubicBezTo>
                    <a:pt x="42674" y="27757"/>
                    <a:pt x="40803" y="27245"/>
                    <a:pt x="38983" y="26604"/>
                  </a:cubicBezTo>
                  <a:cubicBezTo>
                    <a:pt x="35780" y="25502"/>
                    <a:pt x="32730" y="24195"/>
                    <a:pt x="29705" y="22836"/>
                  </a:cubicBezTo>
                  <a:cubicBezTo>
                    <a:pt x="24169" y="20401"/>
                    <a:pt x="18684" y="17941"/>
                    <a:pt x="13174" y="15481"/>
                  </a:cubicBezTo>
                  <a:cubicBezTo>
                    <a:pt x="9201" y="13686"/>
                    <a:pt x="5229" y="11944"/>
                    <a:pt x="1256" y="10175"/>
                  </a:cubicBezTo>
                  <a:cubicBezTo>
                    <a:pt x="871" y="9996"/>
                    <a:pt x="487" y="9739"/>
                    <a:pt x="0" y="9765"/>
                  </a:cubicBezTo>
                  <a:lnTo>
                    <a:pt x="0" y="9022"/>
                  </a:lnTo>
                  <a:cubicBezTo>
                    <a:pt x="461" y="9176"/>
                    <a:pt x="923" y="9329"/>
                    <a:pt x="1358" y="9509"/>
                  </a:cubicBezTo>
                  <a:cubicBezTo>
                    <a:pt x="9252" y="12943"/>
                    <a:pt x="17172" y="16378"/>
                    <a:pt x="25066" y="19838"/>
                  </a:cubicBezTo>
                  <a:cubicBezTo>
                    <a:pt x="28475" y="21299"/>
                    <a:pt x="31884" y="22708"/>
                    <a:pt x="35395" y="23990"/>
                  </a:cubicBezTo>
                  <a:cubicBezTo>
                    <a:pt x="37215" y="24656"/>
                    <a:pt x="39060" y="25194"/>
                    <a:pt x="40931" y="25656"/>
                  </a:cubicBezTo>
                  <a:cubicBezTo>
                    <a:pt x="42443" y="26014"/>
                    <a:pt x="43981" y="26194"/>
                    <a:pt x="45545" y="26168"/>
                  </a:cubicBezTo>
                  <a:cubicBezTo>
                    <a:pt x="47082" y="26168"/>
                    <a:pt x="48569" y="25758"/>
                    <a:pt x="49902" y="24989"/>
                  </a:cubicBezTo>
                  <a:cubicBezTo>
                    <a:pt x="50927" y="24374"/>
                    <a:pt x="51850" y="23656"/>
                    <a:pt x="52695" y="22811"/>
                  </a:cubicBezTo>
                  <a:cubicBezTo>
                    <a:pt x="53746" y="21734"/>
                    <a:pt x="54695" y="20555"/>
                    <a:pt x="55540" y="19299"/>
                  </a:cubicBezTo>
                  <a:cubicBezTo>
                    <a:pt x="56950" y="17198"/>
                    <a:pt x="58257" y="15045"/>
                    <a:pt x="59436" y="12815"/>
                  </a:cubicBezTo>
                  <a:cubicBezTo>
                    <a:pt x="60103" y="11585"/>
                    <a:pt x="60769" y="10355"/>
                    <a:pt x="61461" y="9150"/>
                  </a:cubicBezTo>
                  <a:cubicBezTo>
                    <a:pt x="62409" y="7510"/>
                    <a:pt x="63588" y="5997"/>
                    <a:pt x="64947" y="4665"/>
                  </a:cubicBezTo>
                  <a:cubicBezTo>
                    <a:pt x="66587" y="3076"/>
                    <a:pt x="68432" y="1717"/>
                    <a:pt x="70432" y="589"/>
                  </a:cubicBezTo>
                  <a:cubicBezTo>
                    <a:pt x="70739" y="410"/>
                    <a:pt x="70995" y="205"/>
                    <a:pt x="71277" y="0"/>
                  </a:cubicBezTo>
                  <a:lnTo>
                    <a:pt x="73789" y="0"/>
                  </a:lnTo>
                  <a:cubicBezTo>
                    <a:pt x="73123" y="410"/>
                    <a:pt x="72482" y="846"/>
                    <a:pt x="71790" y="1256"/>
                  </a:cubicBezTo>
                  <a:cubicBezTo>
                    <a:pt x="67869" y="3614"/>
                    <a:pt x="64947" y="6638"/>
                    <a:pt x="63076" y="1035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78" name="Google Shape;422;p16"/>
            <p:cNvSpPr/>
            <p:nvPr/>
          </p:nvSpPr>
          <p:spPr>
            <a:xfrm rot="10800000">
              <a:off x="2508840" y="4835880"/>
              <a:ext cx="762840" cy="307440"/>
            </a:xfrm>
            <a:custGeom>
              <a:avLst/>
              <a:gdLst>
                <a:gd name="textAreaLeft" fmla="*/ 0 w 762840"/>
                <a:gd name="textAreaRight" fmla="*/ 763200 w 762840"/>
                <a:gd name="textAreaTop" fmla="*/ 0 h 307440"/>
                <a:gd name="textAreaBottom" fmla="*/ 307800 h 307440"/>
              </a:gdLst>
              <a:ahLst/>
              <a:cxnLst/>
              <a:rect l="textAreaLeft" t="textAreaTop" r="textAreaRight" b="textAreaBottom"/>
              <a:pathLst>
                <a:path w="23760" h="10534">
                  <a:moveTo>
                    <a:pt x="13944" y="5895"/>
                  </a:moveTo>
                  <a:cubicBezTo>
                    <a:pt x="12534" y="6792"/>
                    <a:pt x="11099" y="7663"/>
                    <a:pt x="9663" y="8509"/>
                  </a:cubicBezTo>
                  <a:cubicBezTo>
                    <a:pt x="8895" y="8945"/>
                    <a:pt x="8126" y="9329"/>
                    <a:pt x="7331" y="9688"/>
                  </a:cubicBezTo>
                  <a:cubicBezTo>
                    <a:pt x="6742" y="9919"/>
                    <a:pt x="6152" y="10124"/>
                    <a:pt x="5537" y="10252"/>
                  </a:cubicBezTo>
                  <a:cubicBezTo>
                    <a:pt x="4153" y="10534"/>
                    <a:pt x="2974" y="10226"/>
                    <a:pt x="2077" y="9329"/>
                  </a:cubicBezTo>
                  <a:cubicBezTo>
                    <a:pt x="1692" y="8919"/>
                    <a:pt x="1359" y="8458"/>
                    <a:pt x="1077" y="7971"/>
                  </a:cubicBezTo>
                  <a:cubicBezTo>
                    <a:pt x="667" y="7176"/>
                    <a:pt x="411" y="6305"/>
                    <a:pt x="283" y="5434"/>
                  </a:cubicBezTo>
                  <a:cubicBezTo>
                    <a:pt x="78" y="3947"/>
                    <a:pt x="1" y="2435"/>
                    <a:pt x="129" y="948"/>
                  </a:cubicBezTo>
                  <a:cubicBezTo>
                    <a:pt x="129" y="615"/>
                    <a:pt x="78" y="333"/>
                    <a:pt x="78" y="26"/>
                  </a:cubicBezTo>
                  <a:lnTo>
                    <a:pt x="2128" y="26"/>
                  </a:lnTo>
                  <a:cubicBezTo>
                    <a:pt x="2077" y="1025"/>
                    <a:pt x="2179" y="1999"/>
                    <a:pt x="2384" y="2973"/>
                  </a:cubicBezTo>
                  <a:cubicBezTo>
                    <a:pt x="2538" y="3870"/>
                    <a:pt x="2871" y="4716"/>
                    <a:pt x="3384" y="5459"/>
                  </a:cubicBezTo>
                  <a:cubicBezTo>
                    <a:pt x="4358" y="6792"/>
                    <a:pt x="5742" y="7279"/>
                    <a:pt x="7536" y="6818"/>
                  </a:cubicBezTo>
                  <a:cubicBezTo>
                    <a:pt x="8356" y="6613"/>
                    <a:pt x="9151" y="6305"/>
                    <a:pt x="9894" y="5946"/>
                  </a:cubicBezTo>
                  <a:cubicBezTo>
                    <a:pt x="11047" y="5408"/>
                    <a:pt x="12150" y="4793"/>
                    <a:pt x="13252" y="4178"/>
                  </a:cubicBezTo>
                  <a:cubicBezTo>
                    <a:pt x="15533" y="2896"/>
                    <a:pt x="17763" y="1563"/>
                    <a:pt x="20018" y="256"/>
                  </a:cubicBezTo>
                  <a:cubicBezTo>
                    <a:pt x="20146" y="179"/>
                    <a:pt x="20249" y="103"/>
                    <a:pt x="20351" y="0"/>
                  </a:cubicBezTo>
                  <a:lnTo>
                    <a:pt x="23760" y="0"/>
                  </a:lnTo>
                  <a:cubicBezTo>
                    <a:pt x="23581" y="154"/>
                    <a:pt x="23376" y="308"/>
                    <a:pt x="23171" y="436"/>
                  </a:cubicBezTo>
                  <a:cubicBezTo>
                    <a:pt x="19967" y="2127"/>
                    <a:pt x="16968" y="3998"/>
                    <a:pt x="13944" y="589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179" name="Google Shape;423;p16"/>
          <p:cNvSpPr/>
          <p:nvPr/>
        </p:nvSpPr>
        <p:spPr>
          <a:xfrm>
            <a:off x="222480" y="245880"/>
            <a:ext cx="8698320" cy="4651560"/>
          </a:xfrm>
          <a:prstGeom prst="roundRect">
            <a:avLst>
              <a:gd name="adj" fmla="val 10431"/>
            </a:avLst>
          </a:prstGeom>
          <a:solidFill>
            <a:schemeClr val="accent6"/>
          </a:solidFill>
          <a:ln w="0">
            <a:noFill/>
          </a:ln>
          <a:effectLst>
            <a:outerShdw blurRad="585720" algn="bl" rotWithShape="0">
              <a:schemeClr val="dk2">
                <a:alpha val="81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  <a:endParaRPr lang="fr-FR" sz="35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720000" y="1552320"/>
            <a:ext cx="3434400" cy="246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/>
    <p:bodyStyle/>
    <p:otherStyle/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7477FB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Google Shape;427;p17"/>
          <p:cNvGrpSpPr/>
          <p:nvPr/>
        </p:nvGrpSpPr>
        <p:grpSpPr>
          <a:xfrm>
            <a:off x="360" y="360"/>
            <a:ext cx="9143280" cy="5142960"/>
            <a:chOff x="360" y="360"/>
            <a:chExt cx="9143280" cy="5142960"/>
          </a:xfrm>
        </p:grpSpPr>
        <p:sp>
          <p:nvSpPr>
            <p:cNvPr id="183" name="Google Shape;428;p17"/>
            <p:cNvSpPr/>
            <p:nvPr/>
          </p:nvSpPr>
          <p:spPr>
            <a:xfrm rot="10800000">
              <a:off x="360" y="715680"/>
              <a:ext cx="3819600" cy="4427640"/>
            </a:xfrm>
            <a:custGeom>
              <a:avLst/>
              <a:gdLst>
                <a:gd name="textAreaLeft" fmla="*/ 0 w 3819600"/>
                <a:gd name="textAreaRight" fmla="*/ 3819960 w 3819600"/>
                <a:gd name="textAreaTop" fmla="*/ 0 h 4427640"/>
                <a:gd name="textAreaBottom" fmla="*/ 4428000 h 4427640"/>
              </a:gdLst>
              <a:ahLst/>
              <a:cxnLst/>
              <a:rect l="textAreaLeft" t="textAreaTop" r="textAreaRight" b="textAreaBottom"/>
              <a:pathLst>
                <a:path w="118924" h="151474">
                  <a:moveTo>
                    <a:pt x="103008" y="151473"/>
                  </a:moveTo>
                  <a:cubicBezTo>
                    <a:pt x="98522" y="151448"/>
                    <a:pt x="94063" y="150781"/>
                    <a:pt x="89731" y="149525"/>
                  </a:cubicBezTo>
                  <a:cubicBezTo>
                    <a:pt x="87425" y="148833"/>
                    <a:pt x="85118" y="148090"/>
                    <a:pt x="82862" y="147270"/>
                  </a:cubicBezTo>
                  <a:cubicBezTo>
                    <a:pt x="77531" y="145348"/>
                    <a:pt x="72200" y="143374"/>
                    <a:pt x="66869" y="141375"/>
                  </a:cubicBezTo>
                  <a:cubicBezTo>
                    <a:pt x="65024" y="140657"/>
                    <a:pt x="63178" y="139888"/>
                    <a:pt x="61384" y="139094"/>
                  </a:cubicBezTo>
                  <a:cubicBezTo>
                    <a:pt x="56130" y="136787"/>
                    <a:pt x="52414" y="133302"/>
                    <a:pt x="50158" y="128739"/>
                  </a:cubicBezTo>
                  <a:cubicBezTo>
                    <a:pt x="48979" y="126407"/>
                    <a:pt x="48031" y="123947"/>
                    <a:pt x="47288" y="121435"/>
                  </a:cubicBezTo>
                  <a:cubicBezTo>
                    <a:pt x="46493" y="118616"/>
                    <a:pt x="45724" y="115822"/>
                    <a:pt x="45084" y="112977"/>
                  </a:cubicBezTo>
                  <a:cubicBezTo>
                    <a:pt x="44545" y="110465"/>
                    <a:pt x="44161" y="107902"/>
                    <a:pt x="43776" y="105365"/>
                  </a:cubicBezTo>
                  <a:cubicBezTo>
                    <a:pt x="43469" y="103084"/>
                    <a:pt x="43187" y="100803"/>
                    <a:pt x="42982" y="98522"/>
                  </a:cubicBezTo>
                  <a:cubicBezTo>
                    <a:pt x="42444" y="93114"/>
                    <a:pt x="42187" y="87706"/>
                    <a:pt x="42674" y="82298"/>
                  </a:cubicBezTo>
                  <a:cubicBezTo>
                    <a:pt x="43161" y="77351"/>
                    <a:pt x="44340" y="72507"/>
                    <a:pt x="46160" y="67868"/>
                  </a:cubicBezTo>
                  <a:cubicBezTo>
                    <a:pt x="47518" y="64357"/>
                    <a:pt x="49236" y="60948"/>
                    <a:pt x="50902" y="57514"/>
                  </a:cubicBezTo>
                  <a:cubicBezTo>
                    <a:pt x="55028" y="49081"/>
                    <a:pt x="59975" y="40982"/>
                    <a:pt x="65460" y="33088"/>
                  </a:cubicBezTo>
                  <a:cubicBezTo>
                    <a:pt x="67664" y="29961"/>
                    <a:pt x="69765" y="26758"/>
                    <a:pt x="71867" y="23554"/>
                  </a:cubicBezTo>
                  <a:cubicBezTo>
                    <a:pt x="72585" y="22503"/>
                    <a:pt x="73200" y="21375"/>
                    <a:pt x="73789" y="20273"/>
                  </a:cubicBezTo>
                  <a:cubicBezTo>
                    <a:pt x="74456" y="19094"/>
                    <a:pt x="74917" y="17813"/>
                    <a:pt x="75148" y="16480"/>
                  </a:cubicBezTo>
                  <a:cubicBezTo>
                    <a:pt x="75225" y="15967"/>
                    <a:pt x="75225" y="15429"/>
                    <a:pt x="75148" y="14891"/>
                  </a:cubicBezTo>
                  <a:cubicBezTo>
                    <a:pt x="75020" y="13866"/>
                    <a:pt x="74251" y="13276"/>
                    <a:pt x="73097" y="12994"/>
                  </a:cubicBezTo>
                  <a:cubicBezTo>
                    <a:pt x="72303" y="12815"/>
                    <a:pt x="71508" y="12764"/>
                    <a:pt x="70714" y="12841"/>
                  </a:cubicBezTo>
                  <a:cubicBezTo>
                    <a:pt x="69560" y="12943"/>
                    <a:pt x="68407" y="13123"/>
                    <a:pt x="67254" y="13404"/>
                  </a:cubicBezTo>
                  <a:cubicBezTo>
                    <a:pt x="65460" y="13866"/>
                    <a:pt x="63691" y="14430"/>
                    <a:pt x="61974" y="15122"/>
                  </a:cubicBezTo>
                  <a:cubicBezTo>
                    <a:pt x="58693" y="16378"/>
                    <a:pt x="55489" y="17838"/>
                    <a:pt x="52414" y="19479"/>
                  </a:cubicBezTo>
                  <a:cubicBezTo>
                    <a:pt x="48339" y="21606"/>
                    <a:pt x="44468" y="23964"/>
                    <a:pt x="40624" y="26373"/>
                  </a:cubicBezTo>
                  <a:cubicBezTo>
                    <a:pt x="37830" y="28142"/>
                    <a:pt x="35011" y="29910"/>
                    <a:pt x="32192" y="31653"/>
                  </a:cubicBezTo>
                  <a:cubicBezTo>
                    <a:pt x="30193" y="32883"/>
                    <a:pt x="28142" y="34037"/>
                    <a:pt x="26040" y="35062"/>
                  </a:cubicBezTo>
                  <a:cubicBezTo>
                    <a:pt x="24169" y="36010"/>
                    <a:pt x="22196" y="36753"/>
                    <a:pt x="20171" y="37292"/>
                  </a:cubicBezTo>
                  <a:cubicBezTo>
                    <a:pt x="14686" y="38650"/>
                    <a:pt x="10073" y="37445"/>
                    <a:pt x="6228" y="34037"/>
                  </a:cubicBezTo>
                  <a:cubicBezTo>
                    <a:pt x="5229" y="33114"/>
                    <a:pt x="4383" y="32089"/>
                    <a:pt x="3717" y="30935"/>
                  </a:cubicBezTo>
                  <a:cubicBezTo>
                    <a:pt x="2563" y="29039"/>
                    <a:pt x="1717" y="27014"/>
                    <a:pt x="1205" y="24912"/>
                  </a:cubicBezTo>
                  <a:cubicBezTo>
                    <a:pt x="564" y="22452"/>
                    <a:pt x="205" y="19966"/>
                    <a:pt x="103" y="17454"/>
                  </a:cubicBezTo>
                  <a:cubicBezTo>
                    <a:pt x="0" y="15173"/>
                    <a:pt x="26" y="12866"/>
                    <a:pt x="205" y="10585"/>
                  </a:cubicBezTo>
                  <a:cubicBezTo>
                    <a:pt x="436" y="7612"/>
                    <a:pt x="667" y="4665"/>
                    <a:pt x="897" y="1692"/>
                  </a:cubicBezTo>
                  <a:cubicBezTo>
                    <a:pt x="949" y="1128"/>
                    <a:pt x="949" y="564"/>
                    <a:pt x="949" y="0"/>
                  </a:cubicBezTo>
                  <a:lnTo>
                    <a:pt x="8689" y="0"/>
                  </a:lnTo>
                  <a:cubicBezTo>
                    <a:pt x="8766" y="179"/>
                    <a:pt x="8791" y="359"/>
                    <a:pt x="8791" y="538"/>
                  </a:cubicBezTo>
                  <a:cubicBezTo>
                    <a:pt x="8586" y="2153"/>
                    <a:pt x="8356" y="3768"/>
                    <a:pt x="8151" y="5382"/>
                  </a:cubicBezTo>
                  <a:cubicBezTo>
                    <a:pt x="7715" y="8637"/>
                    <a:pt x="7587" y="11944"/>
                    <a:pt x="7817" y="15224"/>
                  </a:cubicBezTo>
                  <a:cubicBezTo>
                    <a:pt x="7946" y="16993"/>
                    <a:pt x="8330" y="18736"/>
                    <a:pt x="8945" y="20401"/>
                  </a:cubicBezTo>
                  <a:cubicBezTo>
                    <a:pt x="9355" y="21606"/>
                    <a:pt x="9996" y="22708"/>
                    <a:pt x="10816" y="23682"/>
                  </a:cubicBezTo>
                  <a:cubicBezTo>
                    <a:pt x="11559" y="24579"/>
                    <a:pt x="12482" y="25297"/>
                    <a:pt x="13507" y="25809"/>
                  </a:cubicBezTo>
                  <a:cubicBezTo>
                    <a:pt x="15071" y="26604"/>
                    <a:pt x="16865" y="26809"/>
                    <a:pt x="18531" y="26348"/>
                  </a:cubicBezTo>
                  <a:cubicBezTo>
                    <a:pt x="19530" y="26091"/>
                    <a:pt x="20504" y="25707"/>
                    <a:pt x="21427" y="25220"/>
                  </a:cubicBezTo>
                  <a:cubicBezTo>
                    <a:pt x="22785" y="24528"/>
                    <a:pt x="24093" y="23733"/>
                    <a:pt x="25323" y="22811"/>
                  </a:cubicBezTo>
                  <a:cubicBezTo>
                    <a:pt x="26630" y="21862"/>
                    <a:pt x="27963" y="20914"/>
                    <a:pt x="29193" y="19914"/>
                  </a:cubicBezTo>
                  <a:cubicBezTo>
                    <a:pt x="36190" y="14302"/>
                    <a:pt x="43930" y="9483"/>
                    <a:pt x="52183" y="5229"/>
                  </a:cubicBezTo>
                  <a:cubicBezTo>
                    <a:pt x="55464" y="3537"/>
                    <a:pt x="58796" y="1820"/>
                    <a:pt x="62204" y="256"/>
                  </a:cubicBezTo>
                  <a:cubicBezTo>
                    <a:pt x="62384" y="179"/>
                    <a:pt x="62538" y="77"/>
                    <a:pt x="62691" y="0"/>
                  </a:cubicBezTo>
                  <a:lnTo>
                    <a:pt x="118924" y="0"/>
                  </a:lnTo>
                  <a:lnTo>
                    <a:pt x="118924" y="8278"/>
                  </a:lnTo>
                  <a:cubicBezTo>
                    <a:pt x="118616" y="8407"/>
                    <a:pt x="118334" y="8535"/>
                    <a:pt x="118027" y="8663"/>
                  </a:cubicBezTo>
                  <a:cubicBezTo>
                    <a:pt x="112029" y="10995"/>
                    <a:pt x="106416" y="14225"/>
                    <a:pt x="101393" y="18274"/>
                  </a:cubicBezTo>
                  <a:cubicBezTo>
                    <a:pt x="94729" y="23554"/>
                    <a:pt x="88527" y="29372"/>
                    <a:pt x="82811" y="35651"/>
                  </a:cubicBezTo>
                  <a:cubicBezTo>
                    <a:pt x="76532" y="42571"/>
                    <a:pt x="71893" y="50158"/>
                    <a:pt x="68843" y="58411"/>
                  </a:cubicBezTo>
                  <a:cubicBezTo>
                    <a:pt x="67510" y="62025"/>
                    <a:pt x="66126" y="65587"/>
                    <a:pt x="65101" y="69252"/>
                  </a:cubicBezTo>
                  <a:cubicBezTo>
                    <a:pt x="63691" y="74096"/>
                    <a:pt x="62897" y="78992"/>
                    <a:pt x="63102" y="83964"/>
                  </a:cubicBezTo>
                  <a:cubicBezTo>
                    <a:pt x="63281" y="88654"/>
                    <a:pt x="64383" y="93216"/>
                    <a:pt x="66075" y="97702"/>
                  </a:cubicBezTo>
                  <a:cubicBezTo>
                    <a:pt x="68202" y="103238"/>
                    <a:pt x="71278" y="108389"/>
                    <a:pt x="75199" y="112849"/>
                  </a:cubicBezTo>
                  <a:cubicBezTo>
                    <a:pt x="78505" y="116668"/>
                    <a:pt x="82427" y="119923"/>
                    <a:pt x="86758" y="122486"/>
                  </a:cubicBezTo>
                  <a:cubicBezTo>
                    <a:pt x="94447" y="127073"/>
                    <a:pt x="103059" y="129201"/>
                    <a:pt x="112568" y="128739"/>
                  </a:cubicBezTo>
                  <a:cubicBezTo>
                    <a:pt x="114362" y="128663"/>
                    <a:pt x="116182" y="128432"/>
                    <a:pt x="117950" y="128073"/>
                  </a:cubicBezTo>
                  <a:cubicBezTo>
                    <a:pt x="118283" y="128022"/>
                    <a:pt x="118591" y="127894"/>
                    <a:pt x="118924" y="127817"/>
                  </a:cubicBezTo>
                  <a:lnTo>
                    <a:pt x="118924" y="149064"/>
                  </a:lnTo>
                  <a:cubicBezTo>
                    <a:pt x="118514" y="149141"/>
                    <a:pt x="118129" y="149218"/>
                    <a:pt x="117719" y="149346"/>
                  </a:cubicBezTo>
                  <a:cubicBezTo>
                    <a:pt x="112952" y="150730"/>
                    <a:pt x="108005" y="151448"/>
                    <a:pt x="103008" y="151473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84" name="Google Shape;429;p17"/>
            <p:cNvSpPr/>
            <p:nvPr/>
          </p:nvSpPr>
          <p:spPr>
            <a:xfrm rot="10800000">
              <a:off x="2516040" y="720"/>
              <a:ext cx="6626880" cy="5142240"/>
            </a:xfrm>
            <a:custGeom>
              <a:avLst/>
              <a:gdLst>
                <a:gd name="textAreaLeft" fmla="*/ 0 w 6626880"/>
                <a:gd name="textAreaRight" fmla="*/ 6627240 w 6626880"/>
                <a:gd name="textAreaTop" fmla="*/ 0 h 5142240"/>
                <a:gd name="textAreaBottom" fmla="*/ 5142600 h 5142240"/>
              </a:gdLst>
              <a:ahLst/>
              <a:cxnLst/>
              <a:rect l="textAreaLeft" t="textAreaTop" r="textAreaRight" b="textAreaBottom"/>
              <a:pathLst>
                <a:path w="206323" h="175925">
                  <a:moveTo>
                    <a:pt x="141196" y="19504"/>
                  </a:moveTo>
                  <a:cubicBezTo>
                    <a:pt x="142093" y="23041"/>
                    <a:pt x="142965" y="26604"/>
                    <a:pt x="143836" y="30166"/>
                  </a:cubicBezTo>
                  <a:cubicBezTo>
                    <a:pt x="145400" y="36318"/>
                    <a:pt x="147424" y="42315"/>
                    <a:pt x="149936" y="48133"/>
                  </a:cubicBezTo>
                  <a:cubicBezTo>
                    <a:pt x="151089" y="50824"/>
                    <a:pt x="152217" y="53515"/>
                    <a:pt x="153089" y="56283"/>
                  </a:cubicBezTo>
                  <a:cubicBezTo>
                    <a:pt x="153858" y="58770"/>
                    <a:pt x="154447" y="61333"/>
                    <a:pt x="154831" y="63921"/>
                  </a:cubicBezTo>
                  <a:cubicBezTo>
                    <a:pt x="155421" y="67612"/>
                    <a:pt x="155703" y="71277"/>
                    <a:pt x="156036" y="74968"/>
                  </a:cubicBezTo>
                  <a:cubicBezTo>
                    <a:pt x="156241" y="77813"/>
                    <a:pt x="156600" y="80658"/>
                    <a:pt x="157138" y="83477"/>
                  </a:cubicBezTo>
                  <a:cubicBezTo>
                    <a:pt x="157574" y="85912"/>
                    <a:pt x="158343" y="88270"/>
                    <a:pt x="159394" y="90525"/>
                  </a:cubicBezTo>
                  <a:cubicBezTo>
                    <a:pt x="160675" y="93191"/>
                    <a:pt x="162520" y="95549"/>
                    <a:pt x="164802" y="97420"/>
                  </a:cubicBezTo>
                  <a:cubicBezTo>
                    <a:pt x="165776" y="98214"/>
                    <a:pt x="166724" y="99034"/>
                    <a:pt x="167723" y="99803"/>
                  </a:cubicBezTo>
                  <a:cubicBezTo>
                    <a:pt x="171645" y="102751"/>
                    <a:pt x="174618" y="106826"/>
                    <a:pt x="176207" y="111490"/>
                  </a:cubicBezTo>
                  <a:cubicBezTo>
                    <a:pt x="177027" y="113797"/>
                    <a:pt x="177565" y="116155"/>
                    <a:pt x="177873" y="118590"/>
                  </a:cubicBezTo>
                  <a:cubicBezTo>
                    <a:pt x="178155" y="120820"/>
                    <a:pt x="178257" y="123075"/>
                    <a:pt x="178129" y="125331"/>
                  </a:cubicBezTo>
                  <a:cubicBezTo>
                    <a:pt x="178027" y="127330"/>
                    <a:pt x="177565" y="129278"/>
                    <a:pt x="176796" y="131123"/>
                  </a:cubicBezTo>
                  <a:cubicBezTo>
                    <a:pt x="175694" y="133686"/>
                    <a:pt x="174567" y="136249"/>
                    <a:pt x="173439" y="138812"/>
                  </a:cubicBezTo>
                  <a:cubicBezTo>
                    <a:pt x="172824" y="140222"/>
                    <a:pt x="172209" y="141631"/>
                    <a:pt x="171645" y="143067"/>
                  </a:cubicBezTo>
                  <a:cubicBezTo>
                    <a:pt x="170491" y="146040"/>
                    <a:pt x="170696" y="148987"/>
                    <a:pt x="172055" y="151909"/>
                  </a:cubicBezTo>
                  <a:cubicBezTo>
                    <a:pt x="172798" y="153447"/>
                    <a:pt x="173721" y="154882"/>
                    <a:pt x="174797" y="156215"/>
                  </a:cubicBezTo>
                  <a:cubicBezTo>
                    <a:pt x="176925" y="158829"/>
                    <a:pt x="179488" y="161136"/>
                    <a:pt x="182281" y="163263"/>
                  </a:cubicBezTo>
                  <a:cubicBezTo>
                    <a:pt x="188971" y="168415"/>
                    <a:pt x="196609" y="172387"/>
                    <a:pt x="205015" y="175386"/>
                  </a:cubicBezTo>
                  <a:cubicBezTo>
                    <a:pt x="205451" y="175540"/>
                    <a:pt x="205887" y="175745"/>
                    <a:pt x="206322" y="175924"/>
                  </a:cubicBezTo>
                  <a:lnTo>
                    <a:pt x="178539" y="175924"/>
                  </a:lnTo>
                  <a:cubicBezTo>
                    <a:pt x="178257" y="175668"/>
                    <a:pt x="178001" y="175412"/>
                    <a:pt x="177694" y="175181"/>
                  </a:cubicBezTo>
                  <a:cubicBezTo>
                    <a:pt x="174054" y="172439"/>
                    <a:pt x="170594" y="169491"/>
                    <a:pt x="167313" y="166364"/>
                  </a:cubicBezTo>
                  <a:cubicBezTo>
                    <a:pt x="164597" y="163801"/>
                    <a:pt x="162136" y="161008"/>
                    <a:pt x="159932" y="158009"/>
                  </a:cubicBezTo>
                  <a:cubicBezTo>
                    <a:pt x="157753" y="154985"/>
                    <a:pt x="156010" y="151806"/>
                    <a:pt x="154960" y="148372"/>
                  </a:cubicBezTo>
                  <a:cubicBezTo>
                    <a:pt x="154550" y="146988"/>
                    <a:pt x="154268" y="145553"/>
                    <a:pt x="154139" y="144117"/>
                  </a:cubicBezTo>
                  <a:cubicBezTo>
                    <a:pt x="153909" y="141401"/>
                    <a:pt x="154344" y="138658"/>
                    <a:pt x="155421" y="136146"/>
                  </a:cubicBezTo>
                  <a:cubicBezTo>
                    <a:pt x="156036" y="134686"/>
                    <a:pt x="156754" y="133225"/>
                    <a:pt x="157394" y="131764"/>
                  </a:cubicBezTo>
                  <a:cubicBezTo>
                    <a:pt x="157856" y="130739"/>
                    <a:pt x="158266" y="129688"/>
                    <a:pt x="158625" y="128637"/>
                  </a:cubicBezTo>
                  <a:cubicBezTo>
                    <a:pt x="159650" y="125356"/>
                    <a:pt x="159163" y="122178"/>
                    <a:pt x="157471" y="119103"/>
                  </a:cubicBezTo>
                  <a:cubicBezTo>
                    <a:pt x="156779" y="117898"/>
                    <a:pt x="155959" y="116745"/>
                    <a:pt x="154985" y="115745"/>
                  </a:cubicBezTo>
                  <a:cubicBezTo>
                    <a:pt x="154344" y="115079"/>
                    <a:pt x="153678" y="114438"/>
                    <a:pt x="152986" y="113823"/>
                  </a:cubicBezTo>
                  <a:cubicBezTo>
                    <a:pt x="152422" y="113285"/>
                    <a:pt x="151833" y="112746"/>
                    <a:pt x="151218" y="112234"/>
                  </a:cubicBezTo>
                  <a:cubicBezTo>
                    <a:pt x="147040" y="108748"/>
                    <a:pt x="144016" y="104083"/>
                    <a:pt x="142580" y="98829"/>
                  </a:cubicBezTo>
                  <a:cubicBezTo>
                    <a:pt x="141837" y="96164"/>
                    <a:pt x="141299" y="93473"/>
                    <a:pt x="140966" y="90756"/>
                  </a:cubicBezTo>
                  <a:cubicBezTo>
                    <a:pt x="140402" y="86476"/>
                    <a:pt x="139915" y="82170"/>
                    <a:pt x="139325" y="77864"/>
                  </a:cubicBezTo>
                  <a:cubicBezTo>
                    <a:pt x="138813" y="74173"/>
                    <a:pt x="138172" y="70482"/>
                    <a:pt x="137403" y="66817"/>
                  </a:cubicBezTo>
                  <a:cubicBezTo>
                    <a:pt x="136685" y="63409"/>
                    <a:pt x="136045" y="60025"/>
                    <a:pt x="135250" y="56642"/>
                  </a:cubicBezTo>
                  <a:cubicBezTo>
                    <a:pt x="133533" y="49107"/>
                    <a:pt x="131636" y="41572"/>
                    <a:pt x="129124" y="34216"/>
                  </a:cubicBezTo>
                  <a:cubicBezTo>
                    <a:pt x="128279" y="31576"/>
                    <a:pt x="127202" y="29039"/>
                    <a:pt x="125946" y="26578"/>
                  </a:cubicBezTo>
                  <a:cubicBezTo>
                    <a:pt x="125152" y="25015"/>
                    <a:pt x="124203" y="23554"/>
                    <a:pt x="123127" y="22170"/>
                  </a:cubicBezTo>
                  <a:cubicBezTo>
                    <a:pt x="122025" y="20786"/>
                    <a:pt x="120718" y="19530"/>
                    <a:pt x="119231" y="18530"/>
                  </a:cubicBezTo>
                  <a:cubicBezTo>
                    <a:pt x="118360" y="17941"/>
                    <a:pt x="117437" y="17454"/>
                    <a:pt x="116463" y="17070"/>
                  </a:cubicBezTo>
                  <a:cubicBezTo>
                    <a:pt x="113951" y="16096"/>
                    <a:pt x="111183" y="15942"/>
                    <a:pt x="108595" y="16659"/>
                  </a:cubicBezTo>
                  <a:cubicBezTo>
                    <a:pt x="107031" y="17095"/>
                    <a:pt x="105519" y="17710"/>
                    <a:pt x="104135" y="18530"/>
                  </a:cubicBezTo>
                  <a:cubicBezTo>
                    <a:pt x="101880" y="19838"/>
                    <a:pt x="99829" y="21478"/>
                    <a:pt x="98035" y="23400"/>
                  </a:cubicBezTo>
                  <a:cubicBezTo>
                    <a:pt x="95370" y="26194"/>
                    <a:pt x="93114" y="29321"/>
                    <a:pt x="91320" y="32729"/>
                  </a:cubicBezTo>
                  <a:cubicBezTo>
                    <a:pt x="90218" y="34806"/>
                    <a:pt x="89167" y="36907"/>
                    <a:pt x="88116" y="38958"/>
                  </a:cubicBezTo>
                  <a:cubicBezTo>
                    <a:pt x="86758" y="41674"/>
                    <a:pt x="85246" y="44314"/>
                    <a:pt x="83580" y="46852"/>
                  </a:cubicBezTo>
                  <a:cubicBezTo>
                    <a:pt x="82298" y="48748"/>
                    <a:pt x="80837" y="50491"/>
                    <a:pt x="79197" y="52080"/>
                  </a:cubicBezTo>
                  <a:cubicBezTo>
                    <a:pt x="78300" y="52926"/>
                    <a:pt x="77352" y="53695"/>
                    <a:pt x="76326" y="54387"/>
                  </a:cubicBezTo>
                  <a:cubicBezTo>
                    <a:pt x="73302" y="56335"/>
                    <a:pt x="69791" y="57437"/>
                    <a:pt x="66177" y="57539"/>
                  </a:cubicBezTo>
                  <a:cubicBezTo>
                    <a:pt x="62332" y="57693"/>
                    <a:pt x="58616" y="57104"/>
                    <a:pt x="55002" y="56104"/>
                  </a:cubicBezTo>
                  <a:cubicBezTo>
                    <a:pt x="50414" y="54797"/>
                    <a:pt x="45980" y="52952"/>
                    <a:pt x="41828" y="50619"/>
                  </a:cubicBezTo>
                  <a:cubicBezTo>
                    <a:pt x="37830" y="48441"/>
                    <a:pt x="34139" y="45955"/>
                    <a:pt x="30423" y="43443"/>
                  </a:cubicBezTo>
                  <a:cubicBezTo>
                    <a:pt x="26194" y="40572"/>
                    <a:pt x="21991" y="37625"/>
                    <a:pt x="17710" y="34806"/>
                  </a:cubicBezTo>
                  <a:cubicBezTo>
                    <a:pt x="12405" y="31269"/>
                    <a:pt x="6843" y="28065"/>
                    <a:pt x="1128" y="25040"/>
                  </a:cubicBezTo>
                  <a:cubicBezTo>
                    <a:pt x="769" y="24861"/>
                    <a:pt x="461" y="24605"/>
                    <a:pt x="0" y="24630"/>
                  </a:cubicBezTo>
                  <a:lnTo>
                    <a:pt x="0" y="19351"/>
                  </a:lnTo>
                  <a:cubicBezTo>
                    <a:pt x="179" y="19351"/>
                    <a:pt x="359" y="19376"/>
                    <a:pt x="538" y="19428"/>
                  </a:cubicBezTo>
                  <a:cubicBezTo>
                    <a:pt x="846" y="19556"/>
                    <a:pt x="1128" y="19709"/>
                    <a:pt x="1435" y="19863"/>
                  </a:cubicBezTo>
                  <a:cubicBezTo>
                    <a:pt x="11354" y="24964"/>
                    <a:pt x="20991" y="30653"/>
                    <a:pt x="30269" y="36907"/>
                  </a:cubicBezTo>
                  <a:cubicBezTo>
                    <a:pt x="33447" y="39060"/>
                    <a:pt x="36677" y="41136"/>
                    <a:pt x="39906" y="43187"/>
                  </a:cubicBezTo>
                  <a:cubicBezTo>
                    <a:pt x="42315" y="44724"/>
                    <a:pt x="44827" y="46083"/>
                    <a:pt x="47416" y="47287"/>
                  </a:cubicBezTo>
                  <a:cubicBezTo>
                    <a:pt x="50389" y="48723"/>
                    <a:pt x="53516" y="49773"/>
                    <a:pt x="56745" y="50440"/>
                  </a:cubicBezTo>
                  <a:cubicBezTo>
                    <a:pt x="58795" y="50876"/>
                    <a:pt x="60871" y="51029"/>
                    <a:pt x="62948" y="50952"/>
                  </a:cubicBezTo>
                  <a:cubicBezTo>
                    <a:pt x="66510" y="50799"/>
                    <a:pt x="69586" y="49748"/>
                    <a:pt x="72149" y="47697"/>
                  </a:cubicBezTo>
                  <a:cubicBezTo>
                    <a:pt x="73353" y="46723"/>
                    <a:pt x="74455" y="45570"/>
                    <a:pt x="75404" y="44314"/>
                  </a:cubicBezTo>
                  <a:cubicBezTo>
                    <a:pt x="76813" y="42443"/>
                    <a:pt x="78018" y="40418"/>
                    <a:pt x="79018" y="38266"/>
                  </a:cubicBezTo>
                  <a:cubicBezTo>
                    <a:pt x="80427" y="35190"/>
                    <a:pt x="81658" y="32037"/>
                    <a:pt x="82657" y="28808"/>
                  </a:cubicBezTo>
                  <a:cubicBezTo>
                    <a:pt x="83477" y="26091"/>
                    <a:pt x="84502" y="23477"/>
                    <a:pt x="85733" y="20940"/>
                  </a:cubicBezTo>
                  <a:cubicBezTo>
                    <a:pt x="87527" y="17454"/>
                    <a:pt x="89680" y="14148"/>
                    <a:pt x="92166" y="11123"/>
                  </a:cubicBezTo>
                  <a:cubicBezTo>
                    <a:pt x="94883" y="7817"/>
                    <a:pt x="97753" y="4562"/>
                    <a:pt x="100778" y="1435"/>
                  </a:cubicBezTo>
                  <a:cubicBezTo>
                    <a:pt x="101239" y="948"/>
                    <a:pt x="101752" y="461"/>
                    <a:pt x="102238" y="0"/>
                  </a:cubicBezTo>
                  <a:lnTo>
                    <a:pt x="125921" y="0"/>
                  </a:lnTo>
                  <a:cubicBezTo>
                    <a:pt x="126100" y="308"/>
                    <a:pt x="126485" y="384"/>
                    <a:pt x="126792" y="564"/>
                  </a:cubicBezTo>
                  <a:cubicBezTo>
                    <a:pt x="128663" y="1512"/>
                    <a:pt x="130457" y="2640"/>
                    <a:pt x="132123" y="3921"/>
                  </a:cubicBezTo>
                  <a:cubicBezTo>
                    <a:pt x="134968" y="6126"/>
                    <a:pt x="137224" y="8996"/>
                    <a:pt x="138684" y="12277"/>
                  </a:cubicBezTo>
                  <a:cubicBezTo>
                    <a:pt x="139735" y="14609"/>
                    <a:pt x="140555" y="17018"/>
                    <a:pt x="141196" y="19504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85" name="Google Shape;430;p17"/>
            <p:cNvSpPr/>
            <p:nvPr/>
          </p:nvSpPr>
          <p:spPr>
            <a:xfrm rot="10800000">
              <a:off x="4359600" y="1080"/>
              <a:ext cx="4783320" cy="3974400"/>
            </a:xfrm>
            <a:custGeom>
              <a:avLst/>
              <a:gdLst>
                <a:gd name="textAreaLeft" fmla="*/ 0 w 4783320"/>
                <a:gd name="textAreaRight" fmla="*/ 4783680 w 4783320"/>
                <a:gd name="textAreaTop" fmla="*/ 0 h 3974400"/>
                <a:gd name="textAreaBottom" fmla="*/ 3974760 h 3974400"/>
              </a:gdLst>
              <a:ahLst/>
              <a:cxnLst/>
              <a:rect l="textAreaLeft" t="textAreaTop" r="textAreaRight" b="textAreaBottom"/>
              <a:pathLst>
                <a:path w="148937" h="135968">
                  <a:moveTo>
                    <a:pt x="1307" y="308"/>
                  </a:moveTo>
                  <a:cubicBezTo>
                    <a:pt x="3306" y="897"/>
                    <a:pt x="5229" y="1615"/>
                    <a:pt x="7125" y="2435"/>
                  </a:cubicBezTo>
                  <a:cubicBezTo>
                    <a:pt x="10329" y="3819"/>
                    <a:pt x="13430" y="5331"/>
                    <a:pt x="16429" y="6972"/>
                  </a:cubicBezTo>
                  <a:cubicBezTo>
                    <a:pt x="21068" y="9483"/>
                    <a:pt x="25656" y="12021"/>
                    <a:pt x="30295" y="14507"/>
                  </a:cubicBezTo>
                  <a:cubicBezTo>
                    <a:pt x="35805" y="17505"/>
                    <a:pt x="41546" y="19992"/>
                    <a:pt x="47493" y="21991"/>
                  </a:cubicBezTo>
                  <a:cubicBezTo>
                    <a:pt x="51414" y="23323"/>
                    <a:pt x="55412" y="24374"/>
                    <a:pt x="59487" y="25169"/>
                  </a:cubicBezTo>
                  <a:cubicBezTo>
                    <a:pt x="62512" y="25758"/>
                    <a:pt x="65562" y="26040"/>
                    <a:pt x="68637" y="26040"/>
                  </a:cubicBezTo>
                  <a:cubicBezTo>
                    <a:pt x="74174" y="25989"/>
                    <a:pt x="79146" y="24631"/>
                    <a:pt x="83554" y="21863"/>
                  </a:cubicBezTo>
                  <a:cubicBezTo>
                    <a:pt x="85476" y="20632"/>
                    <a:pt x="87296" y="19248"/>
                    <a:pt x="88988" y="17736"/>
                  </a:cubicBezTo>
                  <a:cubicBezTo>
                    <a:pt x="90269" y="16608"/>
                    <a:pt x="91499" y="15455"/>
                    <a:pt x="92781" y="14353"/>
                  </a:cubicBezTo>
                  <a:cubicBezTo>
                    <a:pt x="94062" y="13225"/>
                    <a:pt x="95395" y="12149"/>
                    <a:pt x="96754" y="11124"/>
                  </a:cubicBezTo>
                  <a:cubicBezTo>
                    <a:pt x="97574" y="10534"/>
                    <a:pt x="98420" y="10021"/>
                    <a:pt x="99317" y="9535"/>
                  </a:cubicBezTo>
                  <a:cubicBezTo>
                    <a:pt x="100086" y="9124"/>
                    <a:pt x="100931" y="8817"/>
                    <a:pt x="101803" y="8637"/>
                  </a:cubicBezTo>
                  <a:cubicBezTo>
                    <a:pt x="103571" y="8202"/>
                    <a:pt x="105417" y="8432"/>
                    <a:pt x="107031" y="9278"/>
                  </a:cubicBezTo>
                  <a:cubicBezTo>
                    <a:pt x="107928" y="9765"/>
                    <a:pt x="108749" y="10380"/>
                    <a:pt x="109492" y="11098"/>
                  </a:cubicBezTo>
                  <a:cubicBezTo>
                    <a:pt x="110466" y="12072"/>
                    <a:pt x="111337" y="13123"/>
                    <a:pt x="112080" y="14302"/>
                  </a:cubicBezTo>
                  <a:cubicBezTo>
                    <a:pt x="113413" y="16326"/>
                    <a:pt x="114515" y="18505"/>
                    <a:pt x="115387" y="20786"/>
                  </a:cubicBezTo>
                  <a:cubicBezTo>
                    <a:pt x="116848" y="24528"/>
                    <a:pt x="117950" y="28424"/>
                    <a:pt x="118667" y="32371"/>
                  </a:cubicBezTo>
                  <a:cubicBezTo>
                    <a:pt x="119667" y="37471"/>
                    <a:pt x="120026" y="42648"/>
                    <a:pt x="119769" y="47826"/>
                  </a:cubicBezTo>
                  <a:cubicBezTo>
                    <a:pt x="119641" y="50056"/>
                    <a:pt x="119436" y="52311"/>
                    <a:pt x="119180" y="54566"/>
                  </a:cubicBezTo>
                  <a:cubicBezTo>
                    <a:pt x="118693" y="58795"/>
                    <a:pt x="118078" y="63024"/>
                    <a:pt x="117591" y="67253"/>
                  </a:cubicBezTo>
                  <a:cubicBezTo>
                    <a:pt x="117027" y="71610"/>
                    <a:pt x="116719" y="75993"/>
                    <a:pt x="116617" y="80401"/>
                  </a:cubicBezTo>
                  <a:cubicBezTo>
                    <a:pt x="116566" y="83374"/>
                    <a:pt x="116771" y="86348"/>
                    <a:pt x="117258" y="89295"/>
                  </a:cubicBezTo>
                  <a:cubicBezTo>
                    <a:pt x="118129" y="94498"/>
                    <a:pt x="120000" y="99444"/>
                    <a:pt x="123358" y="103930"/>
                  </a:cubicBezTo>
                  <a:cubicBezTo>
                    <a:pt x="125049" y="106262"/>
                    <a:pt x="126818" y="108543"/>
                    <a:pt x="128663" y="110824"/>
                  </a:cubicBezTo>
                  <a:cubicBezTo>
                    <a:pt x="131559" y="114412"/>
                    <a:pt x="134276" y="118129"/>
                    <a:pt x="137019" y="121794"/>
                  </a:cubicBezTo>
                  <a:cubicBezTo>
                    <a:pt x="140581" y="126561"/>
                    <a:pt x="144426" y="131123"/>
                    <a:pt x="148526" y="135429"/>
                  </a:cubicBezTo>
                  <a:cubicBezTo>
                    <a:pt x="148680" y="135583"/>
                    <a:pt x="148808" y="135788"/>
                    <a:pt x="148937" y="135967"/>
                  </a:cubicBezTo>
                  <a:lnTo>
                    <a:pt x="115028" y="135967"/>
                  </a:lnTo>
                  <a:cubicBezTo>
                    <a:pt x="114772" y="135608"/>
                    <a:pt x="114515" y="135275"/>
                    <a:pt x="114310" y="134916"/>
                  </a:cubicBezTo>
                  <a:cubicBezTo>
                    <a:pt x="111055" y="129227"/>
                    <a:pt x="108313" y="123255"/>
                    <a:pt x="106134" y="117104"/>
                  </a:cubicBezTo>
                  <a:cubicBezTo>
                    <a:pt x="104340" y="112157"/>
                    <a:pt x="102905" y="107082"/>
                    <a:pt x="101880" y="101931"/>
                  </a:cubicBezTo>
                  <a:cubicBezTo>
                    <a:pt x="101136" y="98086"/>
                    <a:pt x="100624" y="94242"/>
                    <a:pt x="100393" y="90346"/>
                  </a:cubicBezTo>
                  <a:cubicBezTo>
                    <a:pt x="100162" y="86860"/>
                    <a:pt x="100214" y="83374"/>
                    <a:pt x="100470" y="79914"/>
                  </a:cubicBezTo>
                  <a:cubicBezTo>
                    <a:pt x="100726" y="76813"/>
                    <a:pt x="101111" y="73738"/>
                    <a:pt x="101675" y="70688"/>
                  </a:cubicBezTo>
                  <a:cubicBezTo>
                    <a:pt x="102520" y="65997"/>
                    <a:pt x="103751" y="61384"/>
                    <a:pt x="104853" y="56745"/>
                  </a:cubicBezTo>
                  <a:cubicBezTo>
                    <a:pt x="105673" y="53541"/>
                    <a:pt x="106211" y="50286"/>
                    <a:pt x="106467" y="46980"/>
                  </a:cubicBezTo>
                  <a:cubicBezTo>
                    <a:pt x="106724" y="43135"/>
                    <a:pt x="106339" y="39342"/>
                    <a:pt x="105007" y="35651"/>
                  </a:cubicBezTo>
                  <a:cubicBezTo>
                    <a:pt x="104596" y="34524"/>
                    <a:pt x="104058" y="33447"/>
                    <a:pt x="103366" y="32448"/>
                  </a:cubicBezTo>
                  <a:cubicBezTo>
                    <a:pt x="102854" y="31653"/>
                    <a:pt x="102238" y="30936"/>
                    <a:pt x="101521" y="30320"/>
                  </a:cubicBezTo>
                  <a:cubicBezTo>
                    <a:pt x="99957" y="28962"/>
                    <a:pt x="98061" y="28321"/>
                    <a:pt x="95805" y="28398"/>
                  </a:cubicBezTo>
                  <a:cubicBezTo>
                    <a:pt x="94780" y="28398"/>
                    <a:pt x="93781" y="28526"/>
                    <a:pt x="92781" y="28783"/>
                  </a:cubicBezTo>
                  <a:cubicBezTo>
                    <a:pt x="91397" y="29141"/>
                    <a:pt x="90039" y="29500"/>
                    <a:pt x="88680" y="29885"/>
                  </a:cubicBezTo>
                  <a:cubicBezTo>
                    <a:pt x="86271" y="30577"/>
                    <a:pt x="83913" y="31346"/>
                    <a:pt x="81452" y="31884"/>
                  </a:cubicBezTo>
                  <a:cubicBezTo>
                    <a:pt x="76788" y="32909"/>
                    <a:pt x="72021" y="33319"/>
                    <a:pt x="67253" y="33063"/>
                  </a:cubicBezTo>
                  <a:cubicBezTo>
                    <a:pt x="61282" y="32730"/>
                    <a:pt x="55464" y="31807"/>
                    <a:pt x="49671" y="30654"/>
                  </a:cubicBezTo>
                  <a:cubicBezTo>
                    <a:pt x="43956" y="29500"/>
                    <a:pt x="38343" y="28014"/>
                    <a:pt x="32755" y="26502"/>
                  </a:cubicBezTo>
                  <a:cubicBezTo>
                    <a:pt x="28578" y="25399"/>
                    <a:pt x="24400" y="24246"/>
                    <a:pt x="20145" y="23298"/>
                  </a:cubicBezTo>
                  <a:cubicBezTo>
                    <a:pt x="17864" y="22785"/>
                    <a:pt x="15557" y="22401"/>
                    <a:pt x="13225" y="22170"/>
                  </a:cubicBezTo>
                  <a:cubicBezTo>
                    <a:pt x="11226" y="21965"/>
                    <a:pt x="9227" y="21965"/>
                    <a:pt x="7228" y="22196"/>
                  </a:cubicBezTo>
                  <a:cubicBezTo>
                    <a:pt x="4972" y="22426"/>
                    <a:pt x="2845" y="23272"/>
                    <a:pt x="1051" y="24605"/>
                  </a:cubicBezTo>
                  <a:cubicBezTo>
                    <a:pt x="846" y="24759"/>
                    <a:pt x="641" y="24912"/>
                    <a:pt x="436" y="25041"/>
                  </a:cubicBezTo>
                  <a:cubicBezTo>
                    <a:pt x="282" y="25066"/>
                    <a:pt x="154" y="25092"/>
                    <a:pt x="0" y="25092"/>
                  </a:cubicBezTo>
                  <a:lnTo>
                    <a:pt x="0" y="103"/>
                  </a:lnTo>
                  <a:cubicBezTo>
                    <a:pt x="487" y="0"/>
                    <a:pt x="897" y="180"/>
                    <a:pt x="1307" y="30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86" name="Google Shape;431;p17"/>
            <p:cNvSpPr/>
            <p:nvPr/>
          </p:nvSpPr>
          <p:spPr>
            <a:xfrm rot="10800000">
              <a:off x="360" y="360"/>
              <a:ext cx="4717800" cy="5142960"/>
            </a:xfrm>
            <a:custGeom>
              <a:avLst/>
              <a:gdLst>
                <a:gd name="textAreaLeft" fmla="*/ 0 w 4717800"/>
                <a:gd name="textAreaRight" fmla="*/ 4718160 w 4717800"/>
                <a:gd name="textAreaTop" fmla="*/ 0 h 5142960"/>
                <a:gd name="textAreaBottom" fmla="*/ 5143320 h 5142960"/>
              </a:gdLst>
              <a:ahLst/>
              <a:cxnLst/>
              <a:rect l="textAreaLeft" t="textAreaTop" r="textAreaRight" b="textAreaBottom"/>
              <a:pathLst>
                <a:path w="146887" h="175950">
                  <a:moveTo>
                    <a:pt x="114772" y="175924"/>
                  </a:moveTo>
                  <a:cubicBezTo>
                    <a:pt x="114644" y="175822"/>
                    <a:pt x="114516" y="175719"/>
                    <a:pt x="114362" y="175642"/>
                  </a:cubicBezTo>
                  <a:cubicBezTo>
                    <a:pt x="110364" y="174310"/>
                    <a:pt x="106289" y="173079"/>
                    <a:pt x="102060" y="172310"/>
                  </a:cubicBezTo>
                  <a:cubicBezTo>
                    <a:pt x="98472" y="171695"/>
                    <a:pt x="94832" y="171439"/>
                    <a:pt x="91193" y="171516"/>
                  </a:cubicBezTo>
                  <a:cubicBezTo>
                    <a:pt x="88989" y="171567"/>
                    <a:pt x="86810" y="171593"/>
                    <a:pt x="84606" y="171644"/>
                  </a:cubicBezTo>
                  <a:cubicBezTo>
                    <a:pt x="78531" y="171772"/>
                    <a:pt x="72457" y="170849"/>
                    <a:pt x="66690" y="168978"/>
                  </a:cubicBezTo>
                  <a:cubicBezTo>
                    <a:pt x="59591" y="166697"/>
                    <a:pt x="53311" y="163391"/>
                    <a:pt x="47929" y="158932"/>
                  </a:cubicBezTo>
                  <a:cubicBezTo>
                    <a:pt x="46263" y="157573"/>
                    <a:pt x="44751" y="156035"/>
                    <a:pt x="43444" y="154318"/>
                  </a:cubicBezTo>
                  <a:cubicBezTo>
                    <a:pt x="42290" y="152883"/>
                    <a:pt x="41419" y="151217"/>
                    <a:pt x="40932" y="149423"/>
                  </a:cubicBezTo>
                  <a:cubicBezTo>
                    <a:pt x="40573" y="148039"/>
                    <a:pt x="40471" y="146629"/>
                    <a:pt x="40650" y="145219"/>
                  </a:cubicBezTo>
                  <a:cubicBezTo>
                    <a:pt x="40958" y="143041"/>
                    <a:pt x="41496" y="140914"/>
                    <a:pt x="42265" y="138889"/>
                  </a:cubicBezTo>
                  <a:cubicBezTo>
                    <a:pt x="43136" y="136454"/>
                    <a:pt x="44033" y="134019"/>
                    <a:pt x="44956" y="131610"/>
                  </a:cubicBezTo>
                  <a:cubicBezTo>
                    <a:pt x="45853" y="129201"/>
                    <a:pt x="46340" y="126689"/>
                    <a:pt x="46417" y="124126"/>
                  </a:cubicBezTo>
                  <a:cubicBezTo>
                    <a:pt x="46494" y="122024"/>
                    <a:pt x="46545" y="119923"/>
                    <a:pt x="46417" y="117821"/>
                  </a:cubicBezTo>
                  <a:cubicBezTo>
                    <a:pt x="46109" y="112772"/>
                    <a:pt x="45212" y="107800"/>
                    <a:pt x="43264" y="102981"/>
                  </a:cubicBezTo>
                  <a:cubicBezTo>
                    <a:pt x="42752" y="101725"/>
                    <a:pt x="42162" y="100495"/>
                    <a:pt x="41522" y="99316"/>
                  </a:cubicBezTo>
                  <a:cubicBezTo>
                    <a:pt x="40138" y="96804"/>
                    <a:pt x="38241" y="94600"/>
                    <a:pt x="36011" y="92806"/>
                  </a:cubicBezTo>
                  <a:cubicBezTo>
                    <a:pt x="35242" y="92191"/>
                    <a:pt x="34499" y="91576"/>
                    <a:pt x="33730" y="90961"/>
                  </a:cubicBezTo>
                  <a:cubicBezTo>
                    <a:pt x="30731" y="88757"/>
                    <a:pt x="28527" y="85655"/>
                    <a:pt x="27374" y="82118"/>
                  </a:cubicBezTo>
                  <a:cubicBezTo>
                    <a:pt x="26759" y="80196"/>
                    <a:pt x="26374" y="78197"/>
                    <a:pt x="26195" y="76198"/>
                  </a:cubicBezTo>
                  <a:cubicBezTo>
                    <a:pt x="25964" y="73686"/>
                    <a:pt x="25887" y="71174"/>
                    <a:pt x="25938" y="68688"/>
                  </a:cubicBezTo>
                  <a:cubicBezTo>
                    <a:pt x="25938" y="67048"/>
                    <a:pt x="25990" y="65433"/>
                    <a:pt x="25938" y="63793"/>
                  </a:cubicBezTo>
                  <a:cubicBezTo>
                    <a:pt x="25938" y="62383"/>
                    <a:pt x="25759" y="60974"/>
                    <a:pt x="25426" y="59590"/>
                  </a:cubicBezTo>
                  <a:cubicBezTo>
                    <a:pt x="24990" y="57873"/>
                    <a:pt x="24298" y="56232"/>
                    <a:pt x="23350" y="54746"/>
                  </a:cubicBezTo>
                  <a:cubicBezTo>
                    <a:pt x="22453" y="53310"/>
                    <a:pt x="21530" y="51901"/>
                    <a:pt x="20607" y="50517"/>
                  </a:cubicBezTo>
                  <a:cubicBezTo>
                    <a:pt x="18506" y="47492"/>
                    <a:pt x="16635" y="44289"/>
                    <a:pt x="15071" y="40957"/>
                  </a:cubicBezTo>
                  <a:cubicBezTo>
                    <a:pt x="13405" y="37317"/>
                    <a:pt x="12124" y="33550"/>
                    <a:pt x="11201" y="29680"/>
                  </a:cubicBezTo>
                  <a:cubicBezTo>
                    <a:pt x="10278" y="25938"/>
                    <a:pt x="9586" y="22144"/>
                    <a:pt x="8894" y="18377"/>
                  </a:cubicBezTo>
                  <a:cubicBezTo>
                    <a:pt x="8305" y="15327"/>
                    <a:pt x="7690" y="12251"/>
                    <a:pt x="6613" y="9278"/>
                  </a:cubicBezTo>
                  <a:cubicBezTo>
                    <a:pt x="6152" y="7945"/>
                    <a:pt x="5537" y="6664"/>
                    <a:pt x="4845" y="5434"/>
                  </a:cubicBezTo>
                  <a:cubicBezTo>
                    <a:pt x="3820" y="3639"/>
                    <a:pt x="2461" y="2050"/>
                    <a:pt x="872" y="743"/>
                  </a:cubicBezTo>
                  <a:cubicBezTo>
                    <a:pt x="565" y="513"/>
                    <a:pt x="283" y="256"/>
                    <a:pt x="1" y="0"/>
                  </a:cubicBezTo>
                  <a:lnTo>
                    <a:pt x="16635" y="0"/>
                  </a:lnTo>
                  <a:cubicBezTo>
                    <a:pt x="16865" y="1128"/>
                    <a:pt x="17173" y="2281"/>
                    <a:pt x="17378" y="3409"/>
                  </a:cubicBezTo>
                  <a:cubicBezTo>
                    <a:pt x="17532" y="4306"/>
                    <a:pt x="17660" y="5203"/>
                    <a:pt x="17711" y="6126"/>
                  </a:cubicBezTo>
                  <a:cubicBezTo>
                    <a:pt x="17839" y="7817"/>
                    <a:pt x="17916" y="9509"/>
                    <a:pt x="18019" y="11175"/>
                  </a:cubicBezTo>
                  <a:cubicBezTo>
                    <a:pt x="18198" y="14532"/>
                    <a:pt x="18326" y="17890"/>
                    <a:pt x="18711" y="21222"/>
                  </a:cubicBezTo>
                  <a:cubicBezTo>
                    <a:pt x="19198" y="25374"/>
                    <a:pt x="20018" y="29474"/>
                    <a:pt x="21633" y="33447"/>
                  </a:cubicBezTo>
                  <a:cubicBezTo>
                    <a:pt x="22555" y="35754"/>
                    <a:pt x="23760" y="37932"/>
                    <a:pt x="25246" y="39906"/>
                  </a:cubicBezTo>
                  <a:cubicBezTo>
                    <a:pt x="28220" y="43853"/>
                    <a:pt x="32295" y="46749"/>
                    <a:pt x="37498" y="48569"/>
                  </a:cubicBezTo>
                  <a:cubicBezTo>
                    <a:pt x="39394" y="49210"/>
                    <a:pt x="41342" y="49697"/>
                    <a:pt x="43316" y="50184"/>
                  </a:cubicBezTo>
                  <a:cubicBezTo>
                    <a:pt x="44469" y="50491"/>
                    <a:pt x="45648" y="50773"/>
                    <a:pt x="46776" y="51106"/>
                  </a:cubicBezTo>
                  <a:cubicBezTo>
                    <a:pt x="47468" y="51337"/>
                    <a:pt x="48160" y="51619"/>
                    <a:pt x="48801" y="51952"/>
                  </a:cubicBezTo>
                  <a:cubicBezTo>
                    <a:pt x="50005" y="52593"/>
                    <a:pt x="50595" y="53541"/>
                    <a:pt x="50595" y="54720"/>
                  </a:cubicBezTo>
                  <a:cubicBezTo>
                    <a:pt x="50620" y="55489"/>
                    <a:pt x="50466" y="56232"/>
                    <a:pt x="50159" y="56950"/>
                  </a:cubicBezTo>
                  <a:cubicBezTo>
                    <a:pt x="49749" y="57898"/>
                    <a:pt x="49287" y="58872"/>
                    <a:pt x="48826" y="59820"/>
                  </a:cubicBezTo>
                  <a:cubicBezTo>
                    <a:pt x="48237" y="61051"/>
                    <a:pt x="47596" y="62255"/>
                    <a:pt x="47032" y="63485"/>
                  </a:cubicBezTo>
                  <a:cubicBezTo>
                    <a:pt x="46366" y="64895"/>
                    <a:pt x="45930" y="66382"/>
                    <a:pt x="45699" y="67919"/>
                  </a:cubicBezTo>
                  <a:cubicBezTo>
                    <a:pt x="45417" y="70098"/>
                    <a:pt x="45853" y="72328"/>
                    <a:pt x="46981" y="74224"/>
                  </a:cubicBezTo>
                  <a:cubicBezTo>
                    <a:pt x="47237" y="74660"/>
                    <a:pt x="47519" y="75070"/>
                    <a:pt x="47801" y="75455"/>
                  </a:cubicBezTo>
                  <a:cubicBezTo>
                    <a:pt x="48160" y="75993"/>
                    <a:pt x="48519" y="76506"/>
                    <a:pt x="48929" y="76992"/>
                  </a:cubicBezTo>
                  <a:cubicBezTo>
                    <a:pt x="51825" y="80478"/>
                    <a:pt x="53491" y="84400"/>
                    <a:pt x="54439" y="88526"/>
                  </a:cubicBezTo>
                  <a:cubicBezTo>
                    <a:pt x="55157" y="91781"/>
                    <a:pt x="55695" y="95087"/>
                    <a:pt x="56079" y="98394"/>
                  </a:cubicBezTo>
                  <a:cubicBezTo>
                    <a:pt x="56438" y="101546"/>
                    <a:pt x="56720" y="104698"/>
                    <a:pt x="56925" y="107851"/>
                  </a:cubicBezTo>
                  <a:cubicBezTo>
                    <a:pt x="57182" y="111465"/>
                    <a:pt x="57182" y="115053"/>
                    <a:pt x="57207" y="118667"/>
                  </a:cubicBezTo>
                  <a:cubicBezTo>
                    <a:pt x="57207" y="120384"/>
                    <a:pt x="57258" y="122101"/>
                    <a:pt x="57335" y="123818"/>
                  </a:cubicBezTo>
                  <a:cubicBezTo>
                    <a:pt x="57438" y="127330"/>
                    <a:pt x="57258" y="130841"/>
                    <a:pt x="56797" y="134327"/>
                  </a:cubicBezTo>
                  <a:cubicBezTo>
                    <a:pt x="56541" y="136249"/>
                    <a:pt x="56438" y="138197"/>
                    <a:pt x="56490" y="140145"/>
                  </a:cubicBezTo>
                  <a:cubicBezTo>
                    <a:pt x="56541" y="141657"/>
                    <a:pt x="56771" y="143169"/>
                    <a:pt x="57233" y="144604"/>
                  </a:cubicBezTo>
                  <a:cubicBezTo>
                    <a:pt x="58130" y="147398"/>
                    <a:pt x="59898" y="149782"/>
                    <a:pt x="62487" y="151730"/>
                  </a:cubicBezTo>
                  <a:cubicBezTo>
                    <a:pt x="65563" y="154062"/>
                    <a:pt x="69202" y="155574"/>
                    <a:pt x="73252" y="156369"/>
                  </a:cubicBezTo>
                  <a:cubicBezTo>
                    <a:pt x="75892" y="156856"/>
                    <a:pt x="78557" y="157189"/>
                    <a:pt x="81248" y="157342"/>
                  </a:cubicBezTo>
                  <a:cubicBezTo>
                    <a:pt x="84426" y="157573"/>
                    <a:pt x="87604" y="157778"/>
                    <a:pt x="90757" y="158214"/>
                  </a:cubicBezTo>
                  <a:cubicBezTo>
                    <a:pt x="95088" y="158803"/>
                    <a:pt x="99369" y="159829"/>
                    <a:pt x="103521" y="161238"/>
                  </a:cubicBezTo>
                  <a:cubicBezTo>
                    <a:pt x="106494" y="162238"/>
                    <a:pt x="109441" y="163340"/>
                    <a:pt x="112389" y="164416"/>
                  </a:cubicBezTo>
                  <a:cubicBezTo>
                    <a:pt x="115669" y="165621"/>
                    <a:pt x="118976" y="166800"/>
                    <a:pt x="122410" y="167748"/>
                  </a:cubicBezTo>
                  <a:cubicBezTo>
                    <a:pt x="125460" y="168594"/>
                    <a:pt x="128587" y="169107"/>
                    <a:pt x="131740" y="169286"/>
                  </a:cubicBezTo>
                  <a:cubicBezTo>
                    <a:pt x="134918" y="169414"/>
                    <a:pt x="138121" y="169158"/>
                    <a:pt x="141223" y="168492"/>
                  </a:cubicBezTo>
                  <a:cubicBezTo>
                    <a:pt x="142760" y="168184"/>
                    <a:pt x="144273" y="167748"/>
                    <a:pt x="145785" y="167364"/>
                  </a:cubicBezTo>
                  <a:cubicBezTo>
                    <a:pt x="146144" y="167287"/>
                    <a:pt x="146528" y="167184"/>
                    <a:pt x="146887" y="167108"/>
                  </a:cubicBezTo>
                  <a:lnTo>
                    <a:pt x="146887" y="175950"/>
                  </a:ln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87" name="Google Shape;432;p17"/>
            <p:cNvSpPr/>
            <p:nvPr/>
          </p:nvSpPr>
          <p:spPr>
            <a:xfrm rot="10800000">
              <a:off x="6785640" y="1080"/>
              <a:ext cx="2357280" cy="2098440"/>
            </a:xfrm>
            <a:custGeom>
              <a:avLst/>
              <a:gdLst>
                <a:gd name="textAreaLeft" fmla="*/ 0 w 2357280"/>
                <a:gd name="textAreaRight" fmla="*/ 2357640 w 2357280"/>
                <a:gd name="textAreaTop" fmla="*/ 0 h 2098440"/>
                <a:gd name="textAreaBottom" fmla="*/ 2098800 h 2098440"/>
              </a:gdLst>
              <a:ahLst/>
              <a:cxnLst/>
              <a:rect l="textAreaLeft" t="textAreaTop" r="textAreaRight" b="textAreaBottom"/>
              <a:pathLst>
                <a:path w="73405" h="71791">
                  <a:moveTo>
                    <a:pt x="15327" y="20582"/>
                  </a:moveTo>
                  <a:cubicBezTo>
                    <a:pt x="18941" y="17865"/>
                    <a:pt x="22580" y="15148"/>
                    <a:pt x="26220" y="12457"/>
                  </a:cubicBezTo>
                  <a:cubicBezTo>
                    <a:pt x="28629" y="10688"/>
                    <a:pt x="31141" y="8997"/>
                    <a:pt x="33755" y="7433"/>
                  </a:cubicBezTo>
                  <a:cubicBezTo>
                    <a:pt x="37907" y="4896"/>
                    <a:pt x="42392" y="2922"/>
                    <a:pt x="47057" y="1590"/>
                  </a:cubicBezTo>
                  <a:cubicBezTo>
                    <a:pt x="50645" y="539"/>
                    <a:pt x="54361" y="1"/>
                    <a:pt x="58103" y="1"/>
                  </a:cubicBezTo>
                  <a:cubicBezTo>
                    <a:pt x="59898" y="1"/>
                    <a:pt x="61640" y="257"/>
                    <a:pt x="63358" y="744"/>
                  </a:cubicBezTo>
                  <a:cubicBezTo>
                    <a:pt x="66408" y="1615"/>
                    <a:pt x="68689" y="3230"/>
                    <a:pt x="70201" y="5562"/>
                  </a:cubicBezTo>
                  <a:cubicBezTo>
                    <a:pt x="71277" y="7305"/>
                    <a:pt x="72021" y="9253"/>
                    <a:pt x="72405" y="11278"/>
                  </a:cubicBezTo>
                  <a:cubicBezTo>
                    <a:pt x="72995" y="14148"/>
                    <a:pt x="73276" y="17096"/>
                    <a:pt x="73302" y="20069"/>
                  </a:cubicBezTo>
                  <a:cubicBezTo>
                    <a:pt x="73405" y="24862"/>
                    <a:pt x="73276" y="29629"/>
                    <a:pt x="72918" y="34422"/>
                  </a:cubicBezTo>
                  <a:cubicBezTo>
                    <a:pt x="72764" y="36780"/>
                    <a:pt x="72610" y="39112"/>
                    <a:pt x="72405" y="41470"/>
                  </a:cubicBezTo>
                  <a:cubicBezTo>
                    <a:pt x="71867" y="47032"/>
                    <a:pt x="71124" y="52542"/>
                    <a:pt x="69688" y="58027"/>
                  </a:cubicBezTo>
                  <a:cubicBezTo>
                    <a:pt x="68561" y="62102"/>
                    <a:pt x="67074" y="66100"/>
                    <a:pt x="65254" y="69945"/>
                  </a:cubicBezTo>
                  <a:cubicBezTo>
                    <a:pt x="64972" y="70560"/>
                    <a:pt x="64716" y="71175"/>
                    <a:pt x="64434" y="71790"/>
                  </a:cubicBezTo>
                  <a:lnTo>
                    <a:pt x="50107" y="71790"/>
                  </a:lnTo>
                  <a:lnTo>
                    <a:pt x="52029" y="66100"/>
                  </a:lnTo>
                  <a:cubicBezTo>
                    <a:pt x="53541" y="61589"/>
                    <a:pt x="54977" y="57053"/>
                    <a:pt x="56104" y="52440"/>
                  </a:cubicBezTo>
                  <a:cubicBezTo>
                    <a:pt x="57155" y="48390"/>
                    <a:pt x="57847" y="44264"/>
                    <a:pt x="58206" y="40086"/>
                  </a:cubicBezTo>
                  <a:cubicBezTo>
                    <a:pt x="58488" y="37190"/>
                    <a:pt x="58411" y="34268"/>
                    <a:pt x="58027" y="31372"/>
                  </a:cubicBezTo>
                  <a:cubicBezTo>
                    <a:pt x="57822" y="29578"/>
                    <a:pt x="57309" y="27835"/>
                    <a:pt x="56514" y="26194"/>
                  </a:cubicBezTo>
                  <a:cubicBezTo>
                    <a:pt x="56130" y="25426"/>
                    <a:pt x="55669" y="24708"/>
                    <a:pt x="55105" y="24042"/>
                  </a:cubicBezTo>
                  <a:cubicBezTo>
                    <a:pt x="53721" y="22478"/>
                    <a:pt x="51850" y="21555"/>
                    <a:pt x="49543" y="21222"/>
                  </a:cubicBezTo>
                  <a:cubicBezTo>
                    <a:pt x="47467" y="20992"/>
                    <a:pt x="45365" y="21094"/>
                    <a:pt x="43341" y="21530"/>
                  </a:cubicBezTo>
                  <a:cubicBezTo>
                    <a:pt x="40803" y="22017"/>
                    <a:pt x="38317" y="22709"/>
                    <a:pt x="35908" y="23580"/>
                  </a:cubicBezTo>
                  <a:cubicBezTo>
                    <a:pt x="31371" y="25169"/>
                    <a:pt x="27014" y="27092"/>
                    <a:pt x="22708" y="29039"/>
                  </a:cubicBezTo>
                  <a:cubicBezTo>
                    <a:pt x="15352" y="32397"/>
                    <a:pt x="8202" y="36216"/>
                    <a:pt x="1333" y="40445"/>
                  </a:cubicBezTo>
                  <a:cubicBezTo>
                    <a:pt x="897" y="40701"/>
                    <a:pt x="436" y="40906"/>
                    <a:pt x="0" y="41137"/>
                  </a:cubicBezTo>
                  <a:lnTo>
                    <a:pt x="0" y="31013"/>
                  </a:lnTo>
                  <a:cubicBezTo>
                    <a:pt x="538" y="30987"/>
                    <a:pt x="871" y="30654"/>
                    <a:pt x="1256" y="30423"/>
                  </a:cubicBezTo>
                  <a:cubicBezTo>
                    <a:pt x="6126" y="27322"/>
                    <a:pt x="10790" y="24016"/>
                    <a:pt x="15327" y="20582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88" name="Google Shape;433;p17"/>
            <p:cNvSpPr/>
            <p:nvPr/>
          </p:nvSpPr>
          <p:spPr>
            <a:xfrm rot="10800000">
              <a:off x="3613680" y="0"/>
              <a:ext cx="5529240" cy="4444200"/>
            </a:xfrm>
            <a:custGeom>
              <a:avLst/>
              <a:gdLst>
                <a:gd name="textAreaLeft" fmla="*/ 0 w 5529240"/>
                <a:gd name="textAreaRight" fmla="*/ 5529600 w 5529240"/>
                <a:gd name="textAreaTop" fmla="*/ 0 h 4444200"/>
                <a:gd name="textAreaBottom" fmla="*/ 4444560 h 4444200"/>
              </a:gdLst>
              <a:ahLst/>
              <a:cxnLst/>
              <a:rect l="textAreaLeft" t="textAreaTop" r="textAreaRight" b="textAreaBottom"/>
              <a:pathLst>
                <a:path w="172158" h="152038">
                  <a:moveTo>
                    <a:pt x="21427" y="15661"/>
                  </a:moveTo>
                  <a:cubicBezTo>
                    <a:pt x="24938" y="18070"/>
                    <a:pt x="28424" y="20479"/>
                    <a:pt x="31961" y="22837"/>
                  </a:cubicBezTo>
                  <a:cubicBezTo>
                    <a:pt x="35959" y="25580"/>
                    <a:pt x="40162" y="27989"/>
                    <a:pt x="44545" y="30090"/>
                  </a:cubicBezTo>
                  <a:cubicBezTo>
                    <a:pt x="48928" y="32218"/>
                    <a:pt x="53593" y="33807"/>
                    <a:pt x="58360" y="34806"/>
                  </a:cubicBezTo>
                  <a:cubicBezTo>
                    <a:pt x="61564" y="35447"/>
                    <a:pt x="64767" y="35806"/>
                    <a:pt x="68074" y="35524"/>
                  </a:cubicBezTo>
                  <a:cubicBezTo>
                    <a:pt x="71072" y="35268"/>
                    <a:pt x="73994" y="34396"/>
                    <a:pt x="76660" y="32961"/>
                  </a:cubicBezTo>
                  <a:cubicBezTo>
                    <a:pt x="78274" y="32038"/>
                    <a:pt x="79761" y="30911"/>
                    <a:pt x="81119" y="29629"/>
                  </a:cubicBezTo>
                  <a:cubicBezTo>
                    <a:pt x="82606" y="28194"/>
                    <a:pt x="83964" y="26656"/>
                    <a:pt x="85143" y="24964"/>
                  </a:cubicBezTo>
                  <a:cubicBezTo>
                    <a:pt x="86399" y="23196"/>
                    <a:pt x="87629" y="21376"/>
                    <a:pt x="88757" y="19531"/>
                  </a:cubicBezTo>
                  <a:cubicBezTo>
                    <a:pt x="90090" y="17378"/>
                    <a:pt x="91320" y="15199"/>
                    <a:pt x="92627" y="13046"/>
                  </a:cubicBezTo>
                  <a:cubicBezTo>
                    <a:pt x="94062" y="10612"/>
                    <a:pt x="95728" y="8382"/>
                    <a:pt x="97651" y="6331"/>
                  </a:cubicBezTo>
                  <a:cubicBezTo>
                    <a:pt x="98983" y="4947"/>
                    <a:pt x="100444" y="3743"/>
                    <a:pt x="102033" y="2692"/>
                  </a:cubicBezTo>
                  <a:cubicBezTo>
                    <a:pt x="103366" y="1795"/>
                    <a:pt x="104827" y="1077"/>
                    <a:pt x="106365" y="616"/>
                  </a:cubicBezTo>
                  <a:cubicBezTo>
                    <a:pt x="107749" y="180"/>
                    <a:pt x="109159" y="1"/>
                    <a:pt x="110620" y="52"/>
                  </a:cubicBezTo>
                  <a:cubicBezTo>
                    <a:pt x="112619" y="129"/>
                    <a:pt x="114567" y="744"/>
                    <a:pt x="116233" y="1872"/>
                  </a:cubicBezTo>
                  <a:cubicBezTo>
                    <a:pt x="117437" y="2666"/>
                    <a:pt x="118514" y="3666"/>
                    <a:pt x="119436" y="4768"/>
                  </a:cubicBezTo>
                  <a:cubicBezTo>
                    <a:pt x="120538" y="6101"/>
                    <a:pt x="121487" y="7536"/>
                    <a:pt x="122281" y="9048"/>
                  </a:cubicBezTo>
                  <a:cubicBezTo>
                    <a:pt x="123358" y="11073"/>
                    <a:pt x="124280" y="13175"/>
                    <a:pt x="125024" y="15328"/>
                  </a:cubicBezTo>
                  <a:cubicBezTo>
                    <a:pt x="127228" y="21222"/>
                    <a:pt x="128817" y="27245"/>
                    <a:pt x="130252" y="33320"/>
                  </a:cubicBezTo>
                  <a:cubicBezTo>
                    <a:pt x="131713" y="39445"/>
                    <a:pt x="132995" y="45622"/>
                    <a:pt x="133994" y="51825"/>
                  </a:cubicBezTo>
                  <a:cubicBezTo>
                    <a:pt x="134609" y="55720"/>
                    <a:pt x="135096" y="59616"/>
                    <a:pt x="135481" y="63512"/>
                  </a:cubicBezTo>
                  <a:cubicBezTo>
                    <a:pt x="135788" y="66716"/>
                    <a:pt x="136070" y="69945"/>
                    <a:pt x="136429" y="73149"/>
                  </a:cubicBezTo>
                  <a:cubicBezTo>
                    <a:pt x="136737" y="75789"/>
                    <a:pt x="137326" y="78403"/>
                    <a:pt x="138198" y="80889"/>
                  </a:cubicBezTo>
                  <a:cubicBezTo>
                    <a:pt x="139658" y="85195"/>
                    <a:pt x="142196" y="89065"/>
                    <a:pt x="145553" y="92141"/>
                  </a:cubicBezTo>
                  <a:cubicBezTo>
                    <a:pt x="146117" y="92653"/>
                    <a:pt x="146707" y="93217"/>
                    <a:pt x="147245" y="93781"/>
                  </a:cubicBezTo>
                  <a:cubicBezTo>
                    <a:pt x="147834" y="94422"/>
                    <a:pt x="148450" y="95062"/>
                    <a:pt x="148988" y="95729"/>
                  </a:cubicBezTo>
                  <a:cubicBezTo>
                    <a:pt x="151166" y="98446"/>
                    <a:pt x="151935" y="101419"/>
                    <a:pt x="151269" y="104622"/>
                  </a:cubicBezTo>
                  <a:cubicBezTo>
                    <a:pt x="151038" y="105724"/>
                    <a:pt x="150705" y="106827"/>
                    <a:pt x="150423" y="107929"/>
                  </a:cubicBezTo>
                  <a:cubicBezTo>
                    <a:pt x="149962" y="109518"/>
                    <a:pt x="149449" y="111132"/>
                    <a:pt x="149065" y="112773"/>
                  </a:cubicBezTo>
                  <a:cubicBezTo>
                    <a:pt x="148398" y="115515"/>
                    <a:pt x="148347" y="118386"/>
                    <a:pt x="148885" y="121179"/>
                  </a:cubicBezTo>
                  <a:cubicBezTo>
                    <a:pt x="149449" y="123999"/>
                    <a:pt x="150423" y="126715"/>
                    <a:pt x="151781" y="129253"/>
                  </a:cubicBezTo>
                  <a:cubicBezTo>
                    <a:pt x="153858" y="133225"/>
                    <a:pt x="156600" y="136865"/>
                    <a:pt x="159701" y="140325"/>
                  </a:cubicBezTo>
                  <a:cubicBezTo>
                    <a:pt x="163264" y="144221"/>
                    <a:pt x="167134" y="147860"/>
                    <a:pt x="171235" y="151218"/>
                  </a:cubicBezTo>
                  <a:cubicBezTo>
                    <a:pt x="171568" y="151474"/>
                    <a:pt x="171850" y="151756"/>
                    <a:pt x="172157" y="152038"/>
                  </a:cubicBezTo>
                  <a:lnTo>
                    <a:pt x="166006" y="152038"/>
                  </a:lnTo>
                  <a:cubicBezTo>
                    <a:pt x="165724" y="151782"/>
                    <a:pt x="165494" y="151500"/>
                    <a:pt x="165212" y="151243"/>
                  </a:cubicBezTo>
                  <a:cubicBezTo>
                    <a:pt x="161111" y="147732"/>
                    <a:pt x="157292" y="143913"/>
                    <a:pt x="153781" y="139812"/>
                  </a:cubicBezTo>
                  <a:cubicBezTo>
                    <a:pt x="151038" y="136609"/>
                    <a:pt x="148706" y="133123"/>
                    <a:pt x="146784" y="129381"/>
                  </a:cubicBezTo>
                  <a:cubicBezTo>
                    <a:pt x="145092" y="126049"/>
                    <a:pt x="143990" y="122461"/>
                    <a:pt x="143529" y="118744"/>
                  </a:cubicBezTo>
                  <a:cubicBezTo>
                    <a:pt x="143195" y="115900"/>
                    <a:pt x="143324" y="113055"/>
                    <a:pt x="143580" y="110210"/>
                  </a:cubicBezTo>
                  <a:cubicBezTo>
                    <a:pt x="143708" y="108723"/>
                    <a:pt x="143836" y="107211"/>
                    <a:pt x="143862" y="105724"/>
                  </a:cubicBezTo>
                  <a:cubicBezTo>
                    <a:pt x="143939" y="102956"/>
                    <a:pt x="142939" y="100265"/>
                    <a:pt x="141119" y="98189"/>
                  </a:cubicBezTo>
                  <a:cubicBezTo>
                    <a:pt x="140786" y="97805"/>
                    <a:pt x="140479" y="97420"/>
                    <a:pt x="140145" y="97036"/>
                  </a:cubicBezTo>
                  <a:cubicBezTo>
                    <a:pt x="139530" y="96344"/>
                    <a:pt x="138941" y="95678"/>
                    <a:pt x="138351" y="94986"/>
                  </a:cubicBezTo>
                  <a:cubicBezTo>
                    <a:pt x="136660" y="93038"/>
                    <a:pt x="135327" y="90833"/>
                    <a:pt x="134327" y="88475"/>
                  </a:cubicBezTo>
                  <a:cubicBezTo>
                    <a:pt x="133123" y="85477"/>
                    <a:pt x="132277" y="82324"/>
                    <a:pt x="131867" y="79121"/>
                  </a:cubicBezTo>
                  <a:cubicBezTo>
                    <a:pt x="131508" y="76506"/>
                    <a:pt x="131303" y="73866"/>
                    <a:pt x="131252" y="71252"/>
                  </a:cubicBezTo>
                  <a:cubicBezTo>
                    <a:pt x="131098" y="67126"/>
                    <a:pt x="130919" y="63025"/>
                    <a:pt x="130483" y="58950"/>
                  </a:cubicBezTo>
                  <a:cubicBezTo>
                    <a:pt x="130278" y="56797"/>
                    <a:pt x="130047" y="54644"/>
                    <a:pt x="129714" y="52491"/>
                  </a:cubicBezTo>
                  <a:cubicBezTo>
                    <a:pt x="129201" y="49364"/>
                    <a:pt x="128637" y="46237"/>
                    <a:pt x="128022" y="43110"/>
                  </a:cubicBezTo>
                  <a:cubicBezTo>
                    <a:pt x="126843" y="37190"/>
                    <a:pt x="125306" y="31321"/>
                    <a:pt x="123435" y="25580"/>
                  </a:cubicBezTo>
                  <a:cubicBezTo>
                    <a:pt x="122409" y="22350"/>
                    <a:pt x="121102" y="19198"/>
                    <a:pt x="119590" y="16148"/>
                  </a:cubicBezTo>
                  <a:cubicBezTo>
                    <a:pt x="118744" y="14507"/>
                    <a:pt x="117745" y="12944"/>
                    <a:pt x="116591" y="11534"/>
                  </a:cubicBezTo>
                  <a:cubicBezTo>
                    <a:pt x="115720" y="10483"/>
                    <a:pt x="114746" y="9561"/>
                    <a:pt x="113618" y="8817"/>
                  </a:cubicBezTo>
                  <a:cubicBezTo>
                    <a:pt x="112516" y="8074"/>
                    <a:pt x="111312" y="7536"/>
                    <a:pt x="110004" y="7280"/>
                  </a:cubicBezTo>
                  <a:cubicBezTo>
                    <a:pt x="108108" y="6895"/>
                    <a:pt x="106134" y="7075"/>
                    <a:pt x="104340" y="7741"/>
                  </a:cubicBezTo>
                  <a:cubicBezTo>
                    <a:pt x="102905" y="8279"/>
                    <a:pt x="101572" y="8997"/>
                    <a:pt x="100342" y="9894"/>
                  </a:cubicBezTo>
                  <a:cubicBezTo>
                    <a:pt x="99060" y="10842"/>
                    <a:pt x="97881" y="11893"/>
                    <a:pt x="96831" y="13072"/>
                  </a:cubicBezTo>
                  <a:cubicBezTo>
                    <a:pt x="95472" y="14559"/>
                    <a:pt x="94242" y="16148"/>
                    <a:pt x="93114" y="17814"/>
                  </a:cubicBezTo>
                  <a:cubicBezTo>
                    <a:pt x="91781" y="19736"/>
                    <a:pt x="90449" y="21684"/>
                    <a:pt x="89116" y="23606"/>
                  </a:cubicBezTo>
                  <a:cubicBezTo>
                    <a:pt x="87578" y="25810"/>
                    <a:pt x="85861" y="27886"/>
                    <a:pt x="84015" y="29834"/>
                  </a:cubicBezTo>
                  <a:cubicBezTo>
                    <a:pt x="82657" y="31269"/>
                    <a:pt x="81145" y="32551"/>
                    <a:pt x="79505" y="33679"/>
                  </a:cubicBezTo>
                  <a:cubicBezTo>
                    <a:pt x="75916" y="36088"/>
                    <a:pt x="71764" y="37292"/>
                    <a:pt x="67125" y="37395"/>
                  </a:cubicBezTo>
                  <a:cubicBezTo>
                    <a:pt x="63665" y="37421"/>
                    <a:pt x="60179" y="36985"/>
                    <a:pt x="56822" y="36139"/>
                  </a:cubicBezTo>
                  <a:cubicBezTo>
                    <a:pt x="51260" y="34781"/>
                    <a:pt x="45878" y="32756"/>
                    <a:pt x="40803" y="30142"/>
                  </a:cubicBezTo>
                  <a:cubicBezTo>
                    <a:pt x="36907" y="28117"/>
                    <a:pt x="33140" y="25887"/>
                    <a:pt x="29500" y="23478"/>
                  </a:cubicBezTo>
                  <a:cubicBezTo>
                    <a:pt x="26015" y="21171"/>
                    <a:pt x="22554" y="18813"/>
                    <a:pt x="19043" y="16532"/>
                  </a:cubicBezTo>
                  <a:cubicBezTo>
                    <a:pt x="13302" y="12765"/>
                    <a:pt x="7381" y="9304"/>
                    <a:pt x="1307" y="6152"/>
                  </a:cubicBezTo>
                  <a:cubicBezTo>
                    <a:pt x="897" y="5947"/>
                    <a:pt x="436" y="5793"/>
                    <a:pt x="0" y="5588"/>
                  </a:cubicBezTo>
                  <a:lnTo>
                    <a:pt x="0" y="2974"/>
                  </a:lnTo>
                  <a:cubicBezTo>
                    <a:pt x="436" y="3153"/>
                    <a:pt x="897" y="3333"/>
                    <a:pt x="1307" y="3538"/>
                  </a:cubicBezTo>
                  <a:cubicBezTo>
                    <a:pt x="8227" y="7203"/>
                    <a:pt x="14942" y="11252"/>
                    <a:pt x="21427" y="15661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89" name="Google Shape;434;p17"/>
            <p:cNvSpPr/>
            <p:nvPr/>
          </p:nvSpPr>
          <p:spPr>
            <a:xfrm rot="10800000">
              <a:off x="360" y="1752120"/>
              <a:ext cx="1572120" cy="3028680"/>
            </a:xfrm>
            <a:custGeom>
              <a:avLst/>
              <a:gdLst>
                <a:gd name="textAreaLeft" fmla="*/ 0 w 1572120"/>
                <a:gd name="textAreaRight" fmla="*/ 1572480 w 1572120"/>
                <a:gd name="textAreaTop" fmla="*/ 0 h 3028680"/>
                <a:gd name="textAreaBottom" fmla="*/ 3029040 h 3028680"/>
              </a:gdLst>
              <a:ahLst/>
              <a:cxnLst/>
              <a:rect l="textAreaLeft" t="textAreaTop" r="textAreaRight" b="textAreaBottom"/>
              <a:pathLst>
                <a:path w="48954" h="103623">
                  <a:moveTo>
                    <a:pt x="30962" y="101188"/>
                  </a:moveTo>
                  <a:cubicBezTo>
                    <a:pt x="28040" y="100265"/>
                    <a:pt x="25220" y="99035"/>
                    <a:pt x="22529" y="97523"/>
                  </a:cubicBezTo>
                  <a:cubicBezTo>
                    <a:pt x="18223" y="95114"/>
                    <a:pt x="14302" y="92064"/>
                    <a:pt x="10944" y="88450"/>
                  </a:cubicBezTo>
                  <a:cubicBezTo>
                    <a:pt x="6049" y="83196"/>
                    <a:pt x="2794" y="77327"/>
                    <a:pt x="1179" y="70817"/>
                  </a:cubicBezTo>
                  <a:cubicBezTo>
                    <a:pt x="0" y="66024"/>
                    <a:pt x="180" y="61205"/>
                    <a:pt x="1282" y="56438"/>
                  </a:cubicBezTo>
                  <a:cubicBezTo>
                    <a:pt x="1846" y="54055"/>
                    <a:pt x="2538" y="51671"/>
                    <a:pt x="3230" y="49287"/>
                  </a:cubicBezTo>
                  <a:cubicBezTo>
                    <a:pt x="4434" y="45135"/>
                    <a:pt x="6075" y="41137"/>
                    <a:pt x="8125" y="37318"/>
                  </a:cubicBezTo>
                  <a:cubicBezTo>
                    <a:pt x="11073" y="31833"/>
                    <a:pt x="14968" y="26861"/>
                    <a:pt x="19479" y="22196"/>
                  </a:cubicBezTo>
                  <a:cubicBezTo>
                    <a:pt x="24631" y="16917"/>
                    <a:pt x="30141" y="12021"/>
                    <a:pt x="35985" y="7562"/>
                  </a:cubicBezTo>
                  <a:cubicBezTo>
                    <a:pt x="39958" y="4486"/>
                    <a:pt x="44315" y="1949"/>
                    <a:pt x="48954" y="1"/>
                  </a:cubicBezTo>
                  <a:lnTo>
                    <a:pt x="48954" y="3948"/>
                  </a:lnTo>
                  <a:cubicBezTo>
                    <a:pt x="48749" y="4025"/>
                    <a:pt x="48544" y="4076"/>
                    <a:pt x="48339" y="4179"/>
                  </a:cubicBezTo>
                  <a:cubicBezTo>
                    <a:pt x="45853" y="5383"/>
                    <a:pt x="43495" y="6793"/>
                    <a:pt x="41239" y="8433"/>
                  </a:cubicBezTo>
                  <a:cubicBezTo>
                    <a:pt x="33986" y="13687"/>
                    <a:pt x="27348" y="19428"/>
                    <a:pt x="21581" y="25836"/>
                  </a:cubicBezTo>
                  <a:cubicBezTo>
                    <a:pt x="17275" y="30654"/>
                    <a:pt x="13841" y="35883"/>
                    <a:pt x="11534" y="41573"/>
                  </a:cubicBezTo>
                  <a:cubicBezTo>
                    <a:pt x="10355" y="44443"/>
                    <a:pt x="9458" y="47442"/>
                    <a:pt x="8920" y="50492"/>
                  </a:cubicBezTo>
                  <a:cubicBezTo>
                    <a:pt x="8535" y="52645"/>
                    <a:pt x="8151" y="54772"/>
                    <a:pt x="7920" y="56925"/>
                  </a:cubicBezTo>
                  <a:cubicBezTo>
                    <a:pt x="7074" y="64614"/>
                    <a:pt x="9612" y="71432"/>
                    <a:pt x="15763" y="77275"/>
                  </a:cubicBezTo>
                  <a:cubicBezTo>
                    <a:pt x="19838" y="81145"/>
                    <a:pt x="24708" y="84119"/>
                    <a:pt x="30039" y="85964"/>
                  </a:cubicBezTo>
                  <a:cubicBezTo>
                    <a:pt x="34165" y="87399"/>
                    <a:pt x="38522" y="88091"/>
                    <a:pt x="42905" y="87989"/>
                  </a:cubicBezTo>
                  <a:cubicBezTo>
                    <a:pt x="44930" y="87963"/>
                    <a:pt x="46980" y="87707"/>
                    <a:pt x="48954" y="87194"/>
                  </a:cubicBezTo>
                  <a:lnTo>
                    <a:pt x="48954" y="102623"/>
                  </a:lnTo>
                  <a:cubicBezTo>
                    <a:pt x="48851" y="102623"/>
                    <a:pt x="48723" y="102623"/>
                    <a:pt x="48621" y="102649"/>
                  </a:cubicBezTo>
                  <a:cubicBezTo>
                    <a:pt x="42546" y="103623"/>
                    <a:pt x="36677" y="103008"/>
                    <a:pt x="30962" y="10118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90" name="Google Shape;435;p17"/>
            <p:cNvSpPr/>
            <p:nvPr/>
          </p:nvSpPr>
          <p:spPr>
            <a:xfrm rot="10800000">
              <a:off x="720" y="299880"/>
              <a:ext cx="4073760" cy="4843440"/>
            </a:xfrm>
            <a:custGeom>
              <a:avLst/>
              <a:gdLst>
                <a:gd name="textAreaLeft" fmla="*/ 0 w 4073760"/>
                <a:gd name="textAreaRight" fmla="*/ 4074120 w 4073760"/>
                <a:gd name="textAreaTop" fmla="*/ 0 h 4843440"/>
                <a:gd name="textAreaBottom" fmla="*/ 4843800 h 4843440"/>
              </a:gdLst>
              <a:ahLst/>
              <a:cxnLst/>
              <a:rect l="textAreaLeft" t="textAreaTop" r="textAreaRight" b="textAreaBottom"/>
              <a:pathLst>
                <a:path w="126844" h="165698">
                  <a:moveTo>
                    <a:pt x="114055" y="165595"/>
                  </a:moveTo>
                  <a:cubicBezTo>
                    <a:pt x="110184" y="165698"/>
                    <a:pt x="106340" y="165288"/>
                    <a:pt x="102598" y="164365"/>
                  </a:cubicBezTo>
                  <a:cubicBezTo>
                    <a:pt x="99573" y="163571"/>
                    <a:pt x="96600" y="162648"/>
                    <a:pt x="93679" y="161546"/>
                  </a:cubicBezTo>
                  <a:cubicBezTo>
                    <a:pt x="90321" y="160316"/>
                    <a:pt x="86963" y="159034"/>
                    <a:pt x="83580" y="157829"/>
                  </a:cubicBezTo>
                  <a:cubicBezTo>
                    <a:pt x="78019" y="155830"/>
                    <a:pt x="72252" y="154446"/>
                    <a:pt x="66383" y="153703"/>
                  </a:cubicBezTo>
                  <a:cubicBezTo>
                    <a:pt x="63640" y="153344"/>
                    <a:pt x="60898" y="153011"/>
                    <a:pt x="58181" y="152627"/>
                  </a:cubicBezTo>
                  <a:cubicBezTo>
                    <a:pt x="56054" y="152345"/>
                    <a:pt x="53978" y="151858"/>
                    <a:pt x="51953" y="151140"/>
                  </a:cubicBezTo>
                  <a:cubicBezTo>
                    <a:pt x="46904" y="149269"/>
                    <a:pt x="43597" y="146142"/>
                    <a:pt x="42085" y="141734"/>
                  </a:cubicBezTo>
                  <a:cubicBezTo>
                    <a:pt x="41624" y="140401"/>
                    <a:pt x="41342" y="138991"/>
                    <a:pt x="41214" y="137582"/>
                  </a:cubicBezTo>
                  <a:cubicBezTo>
                    <a:pt x="40983" y="135506"/>
                    <a:pt x="41034" y="133455"/>
                    <a:pt x="41009" y="131379"/>
                  </a:cubicBezTo>
                  <a:cubicBezTo>
                    <a:pt x="40983" y="129508"/>
                    <a:pt x="40932" y="127612"/>
                    <a:pt x="40829" y="125741"/>
                  </a:cubicBezTo>
                  <a:cubicBezTo>
                    <a:pt x="40676" y="122460"/>
                    <a:pt x="40470" y="119179"/>
                    <a:pt x="40317" y="115899"/>
                  </a:cubicBezTo>
                  <a:cubicBezTo>
                    <a:pt x="40137" y="112362"/>
                    <a:pt x="40009" y="108825"/>
                    <a:pt x="39778" y="105288"/>
                  </a:cubicBezTo>
                  <a:cubicBezTo>
                    <a:pt x="39573" y="102033"/>
                    <a:pt x="39266" y="98778"/>
                    <a:pt x="38984" y="95523"/>
                  </a:cubicBezTo>
                  <a:cubicBezTo>
                    <a:pt x="38651" y="91499"/>
                    <a:pt x="38241" y="87475"/>
                    <a:pt x="37600" y="83477"/>
                  </a:cubicBezTo>
                  <a:cubicBezTo>
                    <a:pt x="37087" y="80017"/>
                    <a:pt x="36062" y="76634"/>
                    <a:pt x="34499" y="73507"/>
                  </a:cubicBezTo>
                  <a:cubicBezTo>
                    <a:pt x="34063" y="72635"/>
                    <a:pt x="33678" y="71738"/>
                    <a:pt x="33320" y="70841"/>
                  </a:cubicBezTo>
                  <a:cubicBezTo>
                    <a:pt x="32628" y="69124"/>
                    <a:pt x="32448" y="67202"/>
                    <a:pt x="32833" y="65382"/>
                  </a:cubicBezTo>
                  <a:cubicBezTo>
                    <a:pt x="33063" y="64177"/>
                    <a:pt x="33473" y="63024"/>
                    <a:pt x="34037" y="61973"/>
                  </a:cubicBezTo>
                  <a:cubicBezTo>
                    <a:pt x="34781" y="60589"/>
                    <a:pt x="35575" y="59231"/>
                    <a:pt x="36370" y="57898"/>
                  </a:cubicBezTo>
                  <a:cubicBezTo>
                    <a:pt x="37010" y="56822"/>
                    <a:pt x="37677" y="55771"/>
                    <a:pt x="38292" y="54694"/>
                  </a:cubicBezTo>
                  <a:cubicBezTo>
                    <a:pt x="38830" y="53797"/>
                    <a:pt x="39240" y="52849"/>
                    <a:pt x="39497" y="51849"/>
                  </a:cubicBezTo>
                  <a:cubicBezTo>
                    <a:pt x="39702" y="51183"/>
                    <a:pt x="39753" y="50491"/>
                    <a:pt x="39676" y="49799"/>
                  </a:cubicBezTo>
                  <a:cubicBezTo>
                    <a:pt x="39497" y="48646"/>
                    <a:pt x="38753" y="47851"/>
                    <a:pt x="37446" y="47415"/>
                  </a:cubicBezTo>
                  <a:cubicBezTo>
                    <a:pt x="36652" y="47134"/>
                    <a:pt x="35831" y="47005"/>
                    <a:pt x="34986" y="46980"/>
                  </a:cubicBezTo>
                  <a:cubicBezTo>
                    <a:pt x="33909" y="46929"/>
                    <a:pt x="32807" y="46929"/>
                    <a:pt x="31705" y="46929"/>
                  </a:cubicBezTo>
                  <a:cubicBezTo>
                    <a:pt x="30193" y="46929"/>
                    <a:pt x="28655" y="46954"/>
                    <a:pt x="27143" y="46954"/>
                  </a:cubicBezTo>
                  <a:cubicBezTo>
                    <a:pt x="25092" y="46954"/>
                    <a:pt x="23068" y="46775"/>
                    <a:pt x="21068" y="46416"/>
                  </a:cubicBezTo>
                  <a:cubicBezTo>
                    <a:pt x="15763" y="45442"/>
                    <a:pt x="11457" y="43238"/>
                    <a:pt x="8202" y="39650"/>
                  </a:cubicBezTo>
                  <a:cubicBezTo>
                    <a:pt x="7151" y="38496"/>
                    <a:pt x="6229" y="37215"/>
                    <a:pt x="5460" y="35882"/>
                  </a:cubicBezTo>
                  <a:cubicBezTo>
                    <a:pt x="4178" y="33703"/>
                    <a:pt x="3179" y="31345"/>
                    <a:pt x="2512" y="28911"/>
                  </a:cubicBezTo>
                  <a:cubicBezTo>
                    <a:pt x="1410" y="24810"/>
                    <a:pt x="795" y="20581"/>
                    <a:pt x="693" y="16352"/>
                  </a:cubicBezTo>
                  <a:cubicBezTo>
                    <a:pt x="590" y="12507"/>
                    <a:pt x="539" y="8663"/>
                    <a:pt x="462" y="4793"/>
                  </a:cubicBezTo>
                  <a:cubicBezTo>
                    <a:pt x="462" y="3178"/>
                    <a:pt x="308" y="1589"/>
                    <a:pt x="1" y="0"/>
                  </a:cubicBezTo>
                  <a:lnTo>
                    <a:pt x="2743" y="0"/>
                  </a:lnTo>
                  <a:cubicBezTo>
                    <a:pt x="2794" y="1666"/>
                    <a:pt x="2897" y="3306"/>
                    <a:pt x="2871" y="4972"/>
                  </a:cubicBezTo>
                  <a:cubicBezTo>
                    <a:pt x="2871" y="7638"/>
                    <a:pt x="2769" y="10303"/>
                    <a:pt x="2743" y="12969"/>
                  </a:cubicBezTo>
                  <a:cubicBezTo>
                    <a:pt x="2692" y="16403"/>
                    <a:pt x="2897" y="19863"/>
                    <a:pt x="3384" y="23272"/>
                  </a:cubicBezTo>
                  <a:cubicBezTo>
                    <a:pt x="3768" y="25963"/>
                    <a:pt x="4460" y="28603"/>
                    <a:pt x="5460" y="31140"/>
                  </a:cubicBezTo>
                  <a:cubicBezTo>
                    <a:pt x="6511" y="33832"/>
                    <a:pt x="8048" y="36266"/>
                    <a:pt x="10022" y="38368"/>
                  </a:cubicBezTo>
                  <a:cubicBezTo>
                    <a:pt x="12380" y="40777"/>
                    <a:pt x="15353" y="42520"/>
                    <a:pt x="18634" y="43392"/>
                  </a:cubicBezTo>
                  <a:cubicBezTo>
                    <a:pt x="21632" y="44186"/>
                    <a:pt x="24759" y="44442"/>
                    <a:pt x="27835" y="44084"/>
                  </a:cubicBezTo>
                  <a:cubicBezTo>
                    <a:pt x="29834" y="43879"/>
                    <a:pt x="31807" y="43571"/>
                    <a:pt x="33755" y="43135"/>
                  </a:cubicBezTo>
                  <a:cubicBezTo>
                    <a:pt x="36113" y="42648"/>
                    <a:pt x="38446" y="42110"/>
                    <a:pt x="40804" y="41674"/>
                  </a:cubicBezTo>
                  <a:cubicBezTo>
                    <a:pt x="41880" y="41495"/>
                    <a:pt x="42982" y="41367"/>
                    <a:pt x="44059" y="41290"/>
                  </a:cubicBezTo>
                  <a:cubicBezTo>
                    <a:pt x="44853" y="41239"/>
                    <a:pt x="45648" y="41316"/>
                    <a:pt x="46442" y="41521"/>
                  </a:cubicBezTo>
                  <a:cubicBezTo>
                    <a:pt x="47647" y="41828"/>
                    <a:pt x="48416" y="42520"/>
                    <a:pt x="48723" y="43545"/>
                  </a:cubicBezTo>
                  <a:cubicBezTo>
                    <a:pt x="48877" y="44160"/>
                    <a:pt x="48928" y="44776"/>
                    <a:pt x="48826" y="45416"/>
                  </a:cubicBezTo>
                  <a:cubicBezTo>
                    <a:pt x="48672" y="46518"/>
                    <a:pt x="48365" y="47595"/>
                    <a:pt x="47903" y="48594"/>
                  </a:cubicBezTo>
                  <a:cubicBezTo>
                    <a:pt x="47314" y="49927"/>
                    <a:pt x="46622" y="51209"/>
                    <a:pt x="45827" y="52439"/>
                  </a:cubicBezTo>
                  <a:cubicBezTo>
                    <a:pt x="44725" y="54156"/>
                    <a:pt x="43572" y="55873"/>
                    <a:pt x="42521" y="57591"/>
                  </a:cubicBezTo>
                  <a:cubicBezTo>
                    <a:pt x="41854" y="58667"/>
                    <a:pt x="41239" y="59795"/>
                    <a:pt x="40701" y="60922"/>
                  </a:cubicBezTo>
                  <a:cubicBezTo>
                    <a:pt x="39753" y="62845"/>
                    <a:pt x="39368" y="64972"/>
                    <a:pt x="39548" y="67099"/>
                  </a:cubicBezTo>
                  <a:cubicBezTo>
                    <a:pt x="39650" y="68125"/>
                    <a:pt x="39753" y="69150"/>
                    <a:pt x="39932" y="70175"/>
                  </a:cubicBezTo>
                  <a:cubicBezTo>
                    <a:pt x="40394" y="72892"/>
                    <a:pt x="40727" y="75660"/>
                    <a:pt x="40906" y="78402"/>
                  </a:cubicBezTo>
                  <a:cubicBezTo>
                    <a:pt x="41188" y="82810"/>
                    <a:pt x="41419" y="87219"/>
                    <a:pt x="41675" y="91627"/>
                  </a:cubicBezTo>
                  <a:cubicBezTo>
                    <a:pt x="41829" y="94241"/>
                    <a:pt x="41983" y="96830"/>
                    <a:pt x="42188" y="99419"/>
                  </a:cubicBezTo>
                  <a:cubicBezTo>
                    <a:pt x="42393" y="102007"/>
                    <a:pt x="42598" y="104622"/>
                    <a:pt x="42777" y="107210"/>
                  </a:cubicBezTo>
                  <a:cubicBezTo>
                    <a:pt x="42957" y="110055"/>
                    <a:pt x="43110" y="112900"/>
                    <a:pt x="43315" y="115745"/>
                  </a:cubicBezTo>
                  <a:cubicBezTo>
                    <a:pt x="43392" y="116898"/>
                    <a:pt x="43495" y="118052"/>
                    <a:pt x="43623" y="119205"/>
                  </a:cubicBezTo>
                  <a:cubicBezTo>
                    <a:pt x="43854" y="121384"/>
                    <a:pt x="44110" y="123562"/>
                    <a:pt x="44366" y="125766"/>
                  </a:cubicBezTo>
                  <a:cubicBezTo>
                    <a:pt x="44699" y="128509"/>
                    <a:pt x="44981" y="131251"/>
                    <a:pt x="45340" y="133994"/>
                  </a:cubicBezTo>
                  <a:cubicBezTo>
                    <a:pt x="45545" y="135813"/>
                    <a:pt x="46007" y="137607"/>
                    <a:pt x="46699" y="139299"/>
                  </a:cubicBezTo>
                  <a:cubicBezTo>
                    <a:pt x="48185" y="142836"/>
                    <a:pt x="50953" y="145476"/>
                    <a:pt x="55028" y="147142"/>
                  </a:cubicBezTo>
                  <a:cubicBezTo>
                    <a:pt x="55772" y="147449"/>
                    <a:pt x="56566" y="147706"/>
                    <a:pt x="57335" y="147962"/>
                  </a:cubicBezTo>
                  <a:cubicBezTo>
                    <a:pt x="59129" y="148475"/>
                    <a:pt x="60949" y="148910"/>
                    <a:pt x="62794" y="149243"/>
                  </a:cubicBezTo>
                  <a:cubicBezTo>
                    <a:pt x="65998" y="149884"/>
                    <a:pt x="69202" y="150474"/>
                    <a:pt x="72406" y="151191"/>
                  </a:cubicBezTo>
                  <a:cubicBezTo>
                    <a:pt x="77173" y="152293"/>
                    <a:pt x="81735" y="153857"/>
                    <a:pt x="86246" y="155523"/>
                  </a:cubicBezTo>
                  <a:cubicBezTo>
                    <a:pt x="89655" y="156804"/>
                    <a:pt x="93063" y="158086"/>
                    <a:pt x="96524" y="159290"/>
                  </a:cubicBezTo>
                  <a:cubicBezTo>
                    <a:pt x="100471" y="160674"/>
                    <a:pt x="104546" y="161571"/>
                    <a:pt x="108698" y="161905"/>
                  </a:cubicBezTo>
                  <a:cubicBezTo>
                    <a:pt x="111517" y="162135"/>
                    <a:pt x="114311" y="162084"/>
                    <a:pt x="117104" y="161725"/>
                  </a:cubicBezTo>
                  <a:cubicBezTo>
                    <a:pt x="120026" y="161341"/>
                    <a:pt x="122923" y="160726"/>
                    <a:pt x="125767" y="159880"/>
                  </a:cubicBezTo>
                  <a:cubicBezTo>
                    <a:pt x="126126" y="159752"/>
                    <a:pt x="126485" y="159675"/>
                    <a:pt x="126844" y="159598"/>
                  </a:cubicBezTo>
                  <a:lnTo>
                    <a:pt x="126844" y="163160"/>
                  </a:lnTo>
                  <a:cubicBezTo>
                    <a:pt x="125972" y="163442"/>
                    <a:pt x="125075" y="163750"/>
                    <a:pt x="124178" y="163981"/>
                  </a:cubicBezTo>
                  <a:cubicBezTo>
                    <a:pt x="120872" y="164903"/>
                    <a:pt x="117489" y="165442"/>
                    <a:pt x="114055" y="16559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91" name="Google Shape;436;p17"/>
            <p:cNvSpPr/>
            <p:nvPr/>
          </p:nvSpPr>
          <p:spPr>
            <a:xfrm rot="10800000">
              <a:off x="7029000" y="4515840"/>
              <a:ext cx="2113920" cy="627480"/>
            </a:xfrm>
            <a:custGeom>
              <a:avLst/>
              <a:gdLst>
                <a:gd name="textAreaLeft" fmla="*/ 0 w 2113920"/>
                <a:gd name="textAreaRight" fmla="*/ 2114280 w 2113920"/>
                <a:gd name="textAreaTop" fmla="*/ 0 h 627480"/>
                <a:gd name="textAreaBottom" fmla="*/ 627840 h 627480"/>
              </a:gdLst>
              <a:ahLst/>
              <a:cxnLst/>
              <a:rect l="textAreaLeft" t="textAreaTop" r="textAreaRight" b="textAreaBottom"/>
              <a:pathLst>
                <a:path w="65819" h="21478">
                  <a:moveTo>
                    <a:pt x="65152" y="513"/>
                  </a:moveTo>
                  <a:cubicBezTo>
                    <a:pt x="62179" y="2230"/>
                    <a:pt x="59616" y="4537"/>
                    <a:pt x="57565" y="7305"/>
                  </a:cubicBezTo>
                  <a:cubicBezTo>
                    <a:pt x="56591" y="8637"/>
                    <a:pt x="55617" y="9970"/>
                    <a:pt x="54643" y="11328"/>
                  </a:cubicBezTo>
                  <a:cubicBezTo>
                    <a:pt x="53311" y="13148"/>
                    <a:pt x="51875" y="14865"/>
                    <a:pt x="50312" y="16506"/>
                  </a:cubicBezTo>
                  <a:cubicBezTo>
                    <a:pt x="49210" y="17659"/>
                    <a:pt x="47954" y="18684"/>
                    <a:pt x="46596" y="19530"/>
                  </a:cubicBezTo>
                  <a:cubicBezTo>
                    <a:pt x="45032" y="20504"/>
                    <a:pt x="43264" y="21119"/>
                    <a:pt x="41418" y="21350"/>
                  </a:cubicBezTo>
                  <a:cubicBezTo>
                    <a:pt x="39983" y="21478"/>
                    <a:pt x="38548" y="21401"/>
                    <a:pt x="37112" y="21145"/>
                  </a:cubicBezTo>
                  <a:cubicBezTo>
                    <a:pt x="35088" y="20786"/>
                    <a:pt x="33088" y="20299"/>
                    <a:pt x="31141" y="19658"/>
                  </a:cubicBezTo>
                  <a:cubicBezTo>
                    <a:pt x="27578" y="18556"/>
                    <a:pt x="24118" y="17275"/>
                    <a:pt x="20735" y="15891"/>
                  </a:cubicBezTo>
                  <a:cubicBezTo>
                    <a:pt x="14250" y="13251"/>
                    <a:pt x="7817" y="10585"/>
                    <a:pt x="1358" y="7945"/>
                  </a:cubicBezTo>
                  <a:cubicBezTo>
                    <a:pt x="923" y="7766"/>
                    <a:pt x="538" y="7510"/>
                    <a:pt x="0" y="7510"/>
                  </a:cubicBezTo>
                  <a:lnTo>
                    <a:pt x="0" y="0"/>
                  </a:lnTo>
                  <a:lnTo>
                    <a:pt x="14122" y="0"/>
                  </a:lnTo>
                  <a:cubicBezTo>
                    <a:pt x="14302" y="51"/>
                    <a:pt x="14481" y="103"/>
                    <a:pt x="14660" y="128"/>
                  </a:cubicBezTo>
                  <a:cubicBezTo>
                    <a:pt x="18761" y="487"/>
                    <a:pt x="22888" y="718"/>
                    <a:pt x="27040" y="359"/>
                  </a:cubicBezTo>
                  <a:cubicBezTo>
                    <a:pt x="28116" y="282"/>
                    <a:pt x="29218" y="282"/>
                    <a:pt x="30295" y="0"/>
                  </a:cubicBezTo>
                  <a:lnTo>
                    <a:pt x="65818" y="0"/>
                  </a:lnTo>
                  <a:cubicBezTo>
                    <a:pt x="65613" y="179"/>
                    <a:pt x="65382" y="359"/>
                    <a:pt x="65152" y="513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92" name="Google Shape;437;p17"/>
            <p:cNvSpPr/>
            <p:nvPr/>
          </p:nvSpPr>
          <p:spPr>
            <a:xfrm rot="10800000">
              <a:off x="6056280" y="3743280"/>
              <a:ext cx="3086640" cy="1400040"/>
            </a:xfrm>
            <a:custGeom>
              <a:avLst/>
              <a:gdLst>
                <a:gd name="textAreaLeft" fmla="*/ 0 w 3086640"/>
                <a:gd name="textAreaRight" fmla="*/ 3087000 w 3086640"/>
                <a:gd name="textAreaTop" fmla="*/ 0 h 1400040"/>
                <a:gd name="textAreaBottom" fmla="*/ 1400400 h 1400040"/>
              </a:gdLst>
              <a:ahLst/>
              <a:cxnLst/>
              <a:rect l="textAreaLeft" t="textAreaTop" r="textAreaRight" b="textAreaBottom"/>
              <a:pathLst>
                <a:path w="96113" h="47903">
                  <a:moveTo>
                    <a:pt x="90141" y="6894"/>
                  </a:moveTo>
                  <a:cubicBezTo>
                    <a:pt x="89141" y="8073"/>
                    <a:pt x="88168" y="9252"/>
                    <a:pt x="87194" y="10457"/>
                  </a:cubicBezTo>
                  <a:cubicBezTo>
                    <a:pt x="83862" y="14532"/>
                    <a:pt x="81376" y="19248"/>
                    <a:pt x="79915" y="24323"/>
                  </a:cubicBezTo>
                  <a:cubicBezTo>
                    <a:pt x="79018" y="27552"/>
                    <a:pt x="77967" y="30705"/>
                    <a:pt x="76762" y="33832"/>
                  </a:cubicBezTo>
                  <a:cubicBezTo>
                    <a:pt x="75839" y="36138"/>
                    <a:pt x="74712" y="38368"/>
                    <a:pt x="73379" y="40470"/>
                  </a:cubicBezTo>
                  <a:cubicBezTo>
                    <a:pt x="72482" y="41828"/>
                    <a:pt x="71457" y="43084"/>
                    <a:pt x="70303" y="44186"/>
                  </a:cubicBezTo>
                  <a:cubicBezTo>
                    <a:pt x="68484" y="45878"/>
                    <a:pt x="66228" y="47005"/>
                    <a:pt x="63819" y="47492"/>
                  </a:cubicBezTo>
                  <a:cubicBezTo>
                    <a:pt x="61871" y="47851"/>
                    <a:pt x="59872" y="47902"/>
                    <a:pt x="57924" y="47646"/>
                  </a:cubicBezTo>
                  <a:cubicBezTo>
                    <a:pt x="55182" y="47313"/>
                    <a:pt x="52490" y="46621"/>
                    <a:pt x="49953" y="45570"/>
                  </a:cubicBezTo>
                  <a:cubicBezTo>
                    <a:pt x="47441" y="44571"/>
                    <a:pt x="45032" y="43392"/>
                    <a:pt x="42674" y="42059"/>
                  </a:cubicBezTo>
                  <a:cubicBezTo>
                    <a:pt x="39342" y="40188"/>
                    <a:pt x="36164" y="38189"/>
                    <a:pt x="32986" y="36138"/>
                  </a:cubicBezTo>
                  <a:cubicBezTo>
                    <a:pt x="27117" y="32422"/>
                    <a:pt x="21222" y="28731"/>
                    <a:pt x="15096" y="25297"/>
                  </a:cubicBezTo>
                  <a:cubicBezTo>
                    <a:pt x="10534" y="22734"/>
                    <a:pt x="5869" y="20248"/>
                    <a:pt x="1128" y="17890"/>
                  </a:cubicBezTo>
                  <a:cubicBezTo>
                    <a:pt x="795" y="17659"/>
                    <a:pt x="410" y="17531"/>
                    <a:pt x="0" y="17480"/>
                  </a:cubicBezTo>
                  <a:lnTo>
                    <a:pt x="0" y="13533"/>
                  </a:lnTo>
                  <a:cubicBezTo>
                    <a:pt x="513" y="13738"/>
                    <a:pt x="1025" y="13943"/>
                    <a:pt x="1512" y="14173"/>
                  </a:cubicBezTo>
                  <a:cubicBezTo>
                    <a:pt x="11790" y="19043"/>
                    <a:pt x="21837" y="24195"/>
                    <a:pt x="31679" y="29628"/>
                  </a:cubicBezTo>
                  <a:cubicBezTo>
                    <a:pt x="34908" y="31422"/>
                    <a:pt x="38214" y="33165"/>
                    <a:pt x="41521" y="34857"/>
                  </a:cubicBezTo>
                  <a:cubicBezTo>
                    <a:pt x="43802" y="36061"/>
                    <a:pt x="46160" y="37061"/>
                    <a:pt x="48595" y="37881"/>
                  </a:cubicBezTo>
                  <a:cubicBezTo>
                    <a:pt x="50594" y="38599"/>
                    <a:pt x="52721" y="39034"/>
                    <a:pt x="54848" y="39188"/>
                  </a:cubicBezTo>
                  <a:cubicBezTo>
                    <a:pt x="58001" y="39342"/>
                    <a:pt x="60666" y="38547"/>
                    <a:pt x="62819" y="36574"/>
                  </a:cubicBezTo>
                  <a:cubicBezTo>
                    <a:pt x="63998" y="35498"/>
                    <a:pt x="64998" y="34242"/>
                    <a:pt x="65844" y="32858"/>
                  </a:cubicBezTo>
                  <a:cubicBezTo>
                    <a:pt x="67125" y="30756"/>
                    <a:pt x="68176" y="28526"/>
                    <a:pt x="68996" y="26219"/>
                  </a:cubicBezTo>
                  <a:cubicBezTo>
                    <a:pt x="69945" y="23451"/>
                    <a:pt x="70816" y="20658"/>
                    <a:pt x="71739" y="17890"/>
                  </a:cubicBezTo>
                  <a:cubicBezTo>
                    <a:pt x="72097" y="16788"/>
                    <a:pt x="72456" y="15711"/>
                    <a:pt x="72866" y="14635"/>
                  </a:cubicBezTo>
                  <a:cubicBezTo>
                    <a:pt x="73866" y="12097"/>
                    <a:pt x="75353" y="9765"/>
                    <a:pt x="77223" y="7766"/>
                  </a:cubicBezTo>
                  <a:cubicBezTo>
                    <a:pt x="78633" y="6254"/>
                    <a:pt x="80120" y="4844"/>
                    <a:pt x="81709" y="3511"/>
                  </a:cubicBezTo>
                  <a:cubicBezTo>
                    <a:pt x="82836" y="2537"/>
                    <a:pt x="83964" y="1589"/>
                    <a:pt x="85092" y="589"/>
                  </a:cubicBezTo>
                  <a:cubicBezTo>
                    <a:pt x="85271" y="410"/>
                    <a:pt x="85451" y="205"/>
                    <a:pt x="85630" y="0"/>
                  </a:cubicBezTo>
                  <a:lnTo>
                    <a:pt x="96113" y="0"/>
                  </a:lnTo>
                  <a:cubicBezTo>
                    <a:pt x="95857" y="333"/>
                    <a:pt x="95626" y="641"/>
                    <a:pt x="95370" y="948"/>
                  </a:cubicBezTo>
                  <a:cubicBezTo>
                    <a:pt x="93627" y="2922"/>
                    <a:pt x="91884" y="4895"/>
                    <a:pt x="90141" y="6894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93" name="Google Shape;438;p17"/>
            <p:cNvSpPr/>
            <p:nvPr/>
          </p:nvSpPr>
          <p:spPr>
            <a:xfrm rot="10800000">
              <a:off x="5669280" y="1080"/>
              <a:ext cx="3473640" cy="3142800"/>
            </a:xfrm>
            <a:custGeom>
              <a:avLst/>
              <a:gdLst>
                <a:gd name="textAreaLeft" fmla="*/ 0 w 3473640"/>
                <a:gd name="textAreaRight" fmla="*/ 3474000 w 3473640"/>
                <a:gd name="textAreaTop" fmla="*/ 0 h 3142800"/>
                <a:gd name="textAreaBottom" fmla="*/ 3143160 h 3142800"/>
              </a:gdLst>
              <a:ahLst/>
              <a:cxnLst/>
              <a:rect l="textAreaLeft" t="textAreaTop" r="textAreaRight" b="textAreaBottom"/>
              <a:pathLst>
                <a:path w="108160" h="107519">
                  <a:moveTo>
                    <a:pt x="897" y="6280"/>
                  </a:moveTo>
                  <a:cubicBezTo>
                    <a:pt x="1717" y="5331"/>
                    <a:pt x="2614" y="4486"/>
                    <a:pt x="3588" y="3717"/>
                  </a:cubicBezTo>
                  <a:cubicBezTo>
                    <a:pt x="5869" y="1923"/>
                    <a:pt x="8586" y="769"/>
                    <a:pt x="11457" y="359"/>
                  </a:cubicBezTo>
                  <a:cubicBezTo>
                    <a:pt x="12918" y="129"/>
                    <a:pt x="14378" y="0"/>
                    <a:pt x="15865" y="0"/>
                  </a:cubicBezTo>
                  <a:cubicBezTo>
                    <a:pt x="19197" y="26"/>
                    <a:pt x="22503" y="308"/>
                    <a:pt x="25784" y="846"/>
                  </a:cubicBezTo>
                  <a:cubicBezTo>
                    <a:pt x="30423" y="1513"/>
                    <a:pt x="35011" y="2410"/>
                    <a:pt x="39573" y="3281"/>
                  </a:cubicBezTo>
                  <a:cubicBezTo>
                    <a:pt x="46954" y="4716"/>
                    <a:pt x="54387" y="5998"/>
                    <a:pt x="61948" y="6664"/>
                  </a:cubicBezTo>
                  <a:cubicBezTo>
                    <a:pt x="65306" y="6997"/>
                    <a:pt x="68689" y="7151"/>
                    <a:pt x="72097" y="7100"/>
                  </a:cubicBezTo>
                  <a:cubicBezTo>
                    <a:pt x="75968" y="6997"/>
                    <a:pt x="79863" y="6587"/>
                    <a:pt x="83682" y="5921"/>
                  </a:cubicBezTo>
                  <a:cubicBezTo>
                    <a:pt x="85605" y="5613"/>
                    <a:pt x="87552" y="5280"/>
                    <a:pt x="89500" y="4998"/>
                  </a:cubicBezTo>
                  <a:cubicBezTo>
                    <a:pt x="90910" y="4793"/>
                    <a:pt x="92371" y="4742"/>
                    <a:pt x="93806" y="4896"/>
                  </a:cubicBezTo>
                  <a:cubicBezTo>
                    <a:pt x="95985" y="5101"/>
                    <a:pt x="97779" y="5895"/>
                    <a:pt x="99086" y="7382"/>
                  </a:cubicBezTo>
                  <a:cubicBezTo>
                    <a:pt x="99573" y="7946"/>
                    <a:pt x="100009" y="8561"/>
                    <a:pt x="100419" y="9227"/>
                  </a:cubicBezTo>
                  <a:cubicBezTo>
                    <a:pt x="101034" y="10304"/>
                    <a:pt x="101495" y="11483"/>
                    <a:pt x="101777" y="12687"/>
                  </a:cubicBezTo>
                  <a:cubicBezTo>
                    <a:pt x="102623" y="15942"/>
                    <a:pt x="102572" y="19223"/>
                    <a:pt x="102162" y="22504"/>
                  </a:cubicBezTo>
                  <a:cubicBezTo>
                    <a:pt x="101752" y="25246"/>
                    <a:pt x="101239" y="27988"/>
                    <a:pt x="100547" y="30680"/>
                  </a:cubicBezTo>
                  <a:cubicBezTo>
                    <a:pt x="99394" y="35549"/>
                    <a:pt x="98317" y="40445"/>
                    <a:pt x="97625" y="45417"/>
                  </a:cubicBezTo>
                  <a:cubicBezTo>
                    <a:pt x="97164" y="48518"/>
                    <a:pt x="96882" y="51619"/>
                    <a:pt x="96779" y="54772"/>
                  </a:cubicBezTo>
                  <a:cubicBezTo>
                    <a:pt x="96677" y="58052"/>
                    <a:pt x="96728" y="61333"/>
                    <a:pt x="96959" y="64639"/>
                  </a:cubicBezTo>
                  <a:cubicBezTo>
                    <a:pt x="97241" y="68484"/>
                    <a:pt x="97728" y="72303"/>
                    <a:pt x="98445" y="76121"/>
                  </a:cubicBezTo>
                  <a:cubicBezTo>
                    <a:pt x="99188" y="80222"/>
                    <a:pt x="100188" y="84297"/>
                    <a:pt x="101341" y="88373"/>
                  </a:cubicBezTo>
                  <a:cubicBezTo>
                    <a:pt x="103059" y="94524"/>
                    <a:pt x="105160" y="100572"/>
                    <a:pt x="107646" y="106493"/>
                  </a:cubicBezTo>
                  <a:cubicBezTo>
                    <a:pt x="107800" y="106826"/>
                    <a:pt x="108005" y="107185"/>
                    <a:pt x="108159" y="107518"/>
                  </a:cubicBezTo>
                  <a:lnTo>
                    <a:pt x="102238" y="107518"/>
                  </a:lnTo>
                  <a:cubicBezTo>
                    <a:pt x="102238" y="107364"/>
                    <a:pt x="102213" y="107211"/>
                    <a:pt x="102187" y="107057"/>
                  </a:cubicBezTo>
                  <a:cubicBezTo>
                    <a:pt x="101726" y="105340"/>
                    <a:pt x="101239" y="103648"/>
                    <a:pt x="100778" y="101931"/>
                  </a:cubicBezTo>
                  <a:cubicBezTo>
                    <a:pt x="98753" y="94370"/>
                    <a:pt x="96907" y="86809"/>
                    <a:pt x="95575" y="79146"/>
                  </a:cubicBezTo>
                  <a:cubicBezTo>
                    <a:pt x="94729" y="74353"/>
                    <a:pt x="94165" y="69509"/>
                    <a:pt x="93883" y="64665"/>
                  </a:cubicBezTo>
                  <a:cubicBezTo>
                    <a:pt x="93499" y="57770"/>
                    <a:pt x="93781" y="50850"/>
                    <a:pt x="94780" y="44033"/>
                  </a:cubicBezTo>
                  <a:cubicBezTo>
                    <a:pt x="95370" y="39753"/>
                    <a:pt x="96215" y="35524"/>
                    <a:pt x="97087" y="31295"/>
                  </a:cubicBezTo>
                  <a:cubicBezTo>
                    <a:pt x="97728" y="28475"/>
                    <a:pt x="98189" y="25630"/>
                    <a:pt x="98496" y="22734"/>
                  </a:cubicBezTo>
                  <a:cubicBezTo>
                    <a:pt x="98702" y="20556"/>
                    <a:pt x="98573" y="18351"/>
                    <a:pt x="98112" y="16199"/>
                  </a:cubicBezTo>
                  <a:cubicBezTo>
                    <a:pt x="97830" y="14840"/>
                    <a:pt x="97317" y="13533"/>
                    <a:pt x="96549" y="12380"/>
                  </a:cubicBezTo>
                  <a:cubicBezTo>
                    <a:pt x="95344" y="10586"/>
                    <a:pt x="93524" y="9458"/>
                    <a:pt x="91064" y="9022"/>
                  </a:cubicBezTo>
                  <a:cubicBezTo>
                    <a:pt x="89603" y="8766"/>
                    <a:pt x="88142" y="8689"/>
                    <a:pt x="86655" y="8766"/>
                  </a:cubicBezTo>
                  <a:cubicBezTo>
                    <a:pt x="83810" y="8945"/>
                    <a:pt x="80991" y="9125"/>
                    <a:pt x="78146" y="9304"/>
                  </a:cubicBezTo>
                  <a:cubicBezTo>
                    <a:pt x="75224" y="9484"/>
                    <a:pt x="72303" y="9560"/>
                    <a:pt x="69381" y="9509"/>
                  </a:cubicBezTo>
                  <a:cubicBezTo>
                    <a:pt x="64306" y="9407"/>
                    <a:pt x="59231" y="9073"/>
                    <a:pt x="54182" y="8510"/>
                  </a:cubicBezTo>
                  <a:cubicBezTo>
                    <a:pt x="49620" y="7971"/>
                    <a:pt x="45032" y="7459"/>
                    <a:pt x="40444" y="6895"/>
                  </a:cubicBezTo>
                  <a:cubicBezTo>
                    <a:pt x="35575" y="6305"/>
                    <a:pt x="30679" y="5767"/>
                    <a:pt x="25758" y="5562"/>
                  </a:cubicBezTo>
                  <a:cubicBezTo>
                    <a:pt x="22683" y="5408"/>
                    <a:pt x="19607" y="5588"/>
                    <a:pt x="16583" y="6049"/>
                  </a:cubicBezTo>
                  <a:cubicBezTo>
                    <a:pt x="12149" y="6741"/>
                    <a:pt x="8407" y="8484"/>
                    <a:pt x="5382" y="11252"/>
                  </a:cubicBezTo>
                  <a:cubicBezTo>
                    <a:pt x="3742" y="12790"/>
                    <a:pt x="2307" y="14558"/>
                    <a:pt x="1102" y="16455"/>
                  </a:cubicBezTo>
                  <a:cubicBezTo>
                    <a:pt x="923" y="16737"/>
                    <a:pt x="743" y="17019"/>
                    <a:pt x="589" y="17275"/>
                  </a:cubicBezTo>
                  <a:cubicBezTo>
                    <a:pt x="461" y="17480"/>
                    <a:pt x="231" y="17634"/>
                    <a:pt x="0" y="17685"/>
                  </a:cubicBezTo>
                  <a:lnTo>
                    <a:pt x="0" y="6972"/>
                  </a:lnTo>
                  <a:cubicBezTo>
                    <a:pt x="359" y="6844"/>
                    <a:pt x="692" y="6587"/>
                    <a:pt x="897" y="6280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94" name="Google Shape;439;p17"/>
            <p:cNvSpPr/>
            <p:nvPr/>
          </p:nvSpPr>
          <p:spPr>
            <a:xfrm rot="10800000">
              <a:off x="6543360" y="360"/>
              <a:ext cx="2599560" cy="2420280"/>
            </a:xfrm>
            <a:custGeom>
              <a:avLst/>
              <a:gdLst>
                <a:gd name="textAreaLeft" fmla="*/ 0 w 2599560"/>
                <a:gd name="textAreaRight" fmla="*/ 2599920 w 2599560"/>
                <a:gd name="textAreaTop" fmla="*/ 0 h 2420280"/>
                <a:gd name="textAreaBottom" fmla="*/ 2420640 h 2420280"/>
              </a:gdLst>
              <a:ahLst/>
              <a:cxnLst/>
              <a:rect l="textAreaLeft" t="textAreaTop" r="textAreaRight" b="textAreaBottom"/>
              <a:pathLst>
                <a:path w="80940" h="82811">
                  <a:moveTo>
                    <a:pt x="1333" y="34498"/>
                  </a:moveTo>
                  <a:cubicBezTo>
                    <a:pt x="3921" y="32294"/>
                    <a:pt x="6331" y="29962"/>
                    <a:pt x="8637" y="27553"/>
                  </a:cubicBezTo>
                  <a:cubicBezTo>
                    <a:pt x="12097" y="24016"/>
                    <a:pt x="15378" y="20376"/>
                    <a:pt x="18659" y="16737"/>
                  </a:cubicBezTo>
                  <a:cubicBezTo>
                    <a:pt x="20248" y="14943"/>
                    <a:pt x="21939" y="13251"/>
                    <a:pt x="23708" y="11662"/>
                  </a:cubicBezTo>
                  <a:cubicBezTo>
                    <a:pt x="27681" y="8125"/>
                    <a:pt x="32320" y="5408"/>
                    <a:pt x="37369" y="3717"/>
                  </a:cubicBezTo>
                  <a:cubicBezTo>
                    <a:pt x="39983" y="2820"/>
                    <a:pt x="42674" y="2102"/>
                    <a:pt x="45365" y="1589"/>
                  </a:cubicBezTo>
                  <a:cubicBezTo>
                    <a:pt x="49312" y="846"/>
                    <a:pt x="53311" y="385"/>
                    <a:pt x="57309" y="205"/>
                  </a:cubicBezTo>
                  <a:cubicBezTo>
                    <a:pt x="60513" y="0"/>
                    <a:pt x="63742" y="103"/>
                    <a:pt x="66946" y="462"/>
                  </a:cubicBezTo>
                  <a:cubicBezTo>
                    <a:pt x="68740" y="667"/>
                    <a:pt x="70508" y="1051"/>
                    <a:pt x="72226" y="1615"/>
                  </a:cubicBezTo>
                  <a:cubicBezTo>
                    <a:pt x="75481" y="2717"/>
                    <a:pt x="77787" y="4588"/>
                    <a:pt x="79018" y="7331"/>
                  </a:cubicBezTo>
                  <a:cubicBezTo>
                    <a:pt x="79274" y="7920"/>
                    <a:pt x="79505" y="8510"/>
                    <a:pt x="79710" y="9125"/>
                  </a:cubicBezTo>
                  <a:cubicBezTo>
                    <a:pt x="80197" y="10791"/>
                    <a:pt x="80504" y="12508"/>
                    <a:pt x="80607" y="14225"/>
                  </a:cubicBezTo>
                  <a:cubicBezTo>
                    <a:pt x="80940" y="17736"/>
                    <a:pt x="80837" y="21222"/>
                    <a:pt x="80760" y="24733"/>
                  </a:cubicBezTo>
                  <a:cubicBezTo>
                    <a:pt x="80581" y="31243"/>
                    <a:pt x="80376" y="37753"/>
                    <a:pt x="80222" y="44289"/>
                  </a:cubicBezTo>
                  <a:cubicBezTo>
                    <a:pt x="80094" y="49364"/>
                    <a:pt x="80043" y="54438"/>
                    <a:pt x="79966" y="59488"/>
                  </a:cubicBezTo>
                  <a:cubicBezTo>
                    <a:pt x="79889" y="63101"/>
                    <a:pt x="79658" y="66690"/>
                    <a:pt x="79274" y="70278"/>
                  </a:cubicBezTo>
                  <a:cubicBezTo>
                    <a:pt x="78889" y="74225"/>
                    <a:pt x="78172" y="78146"/>
                    <a:pt x="77121" y="81965"/>
                  </a:cubicBezTo>
                  <a:cubicBezTo>
                    <a:pt x="77044" y="82247"/>
                    <a:pt x="76993" y="82529"/>
                    <a:pt x="76967" y="82811"/>
                  </a:cubicBezTo>
                  <a:lnTo>
                    <a:pt x="70816" y="82811"/>
                  </a:lnTo>
                  <a:cubicBezTo>
                    <a:pt x="70918" y="82478"/>
                    <a:pt x="71021" y="82119"/>
                    <a:pt x="71149" y="81811"/>
                  </a:cubicBezTo>
                  <a:cubicBezTo>
                    <a:pt x="72379" y="78864"/>
                    <a:pt x="73328" y="75839"/>
                    <a:pt x="74020" y="72738"/>
                  </a:cubicBezTo>
                  <a:cubicBezTo>
                    <a:pt x="74994" y="68381"/>
                    <a:pt x="75660" y="63947"/>
                    <a:pt x="76019" y="59513"/>
                  </a:cubicBezTo>
                  <a:cubicBezTo>
                    <a:pt x="76403" y="55130"/>
                    <a:pt x="76634" y="50748"/>
                    <a:pt x="76762" y="46365"/>
                  </a:cubicBezTo>
                  <a:cubicBezTo>
                    <a:pt x="76865" y="43623"/>
                    <a:pt x="76993" y="40855"/>
                    <a:pt x="77095" y="38112"/>
                  </a:cubicBezTo>
                  <a:cubicBezTo>
                    <a:pt x="77275" y="32909"/>
                    <a:pt x="77403" y="27706"/>
                    <a:pt x="77198" y="22503"/>
                  </a:cubicBezTo>
                  <a:cubicBezTo>
                    <a:pt x="77121" y="20222"/>
                    <a:pt x="76813" y="17941"/>
                    <a:pt x="76301" y="15712"/>
                  </a:cubicBezTo>
                  <a:cubicBezTo>
                    <a:pt x="75942" y="14071"/>
                    <a:pt x="75301" y="12508"/>
                    <a:pt x="74455" y="11073"/>
                  </a:cubicBezTo>
                  <a:cubicBezTo>
                    <a:pt x="73123" y="8971"/>
                    <a:pt x="71149" y="7407"/>
                    <a:pt x="68535" y="6459"/>
                  </a:cubicBezTo>
                  <a:cubicBezTo>
                    <a:pt x="67715" y="6177"/>
                    <a:pt x="66895" y="5947"/>
                    <a:pt x="66074" y="5741"/>
                  </a:cubicBezTo>
                  <a:cubicBezTo>
                    <a:pt x="63511" y="5203"/>
                    <a:pt x="60897" y="4998"/>
                    <a:pt x="58283" y="5101"/>
                  </a:cubicBezTo>
                  <a:cubicBezTo>
                    <a:pt x="52619" y="5255"/>
                    <a:pt x="47031" y="6280"/>
                    <a:pt x="41675" y="8099"/>
                  </a:cubicBezTo>
                  <a:cubicBezTo>
                    <a:pt x="36856" y="9765"/>
                    <a:pt x="32345" y="12200"/>
                    <a:pt x="28296" y="15276"/>
                  </a:cubicBezTo>
                  <a:cubicBezTo>
                    <a:pt x="26040" y="16967"/>
                    <a:pt x="23939" y="18787"/>
                    <a:pt x="21888" y="20607"/>
                  </a:cubicBezTo>
                  <a:cubicBezTo>
                    <a:pt x="18172" y="23913"/>
                    <a:pt x="14455" y="27245"/>
                    <a:pt x="10739" y="30551"/>
                  </a:cubicBezTo>
                  <a:cubicBezTo>
                    <a:pt x="7715" y="33242"/>
                    <a:pt x="4537" y="35754"/>
                    <a:pt x="1230" y="38112"/>
                  </a:cubicBezTo>
                  <a:cubicBezTo>
                    <a:pt x="1000" y="38292"/>
                    <a:pt x="769" y="38445"/>
                    <a:pt x="538" y="38573"/>
                  </a:cubicBezTo>
                  <a:cubicBezTo>
                    <a:pt x="359" y="38625"/>
                    <a:pt x="179" y="38625"/>
                    <a:pt x="0" y="38625"/>
                  </a:cubicBezTo>
                  <a:lnTo>
                    <a:pt x="0" y="35242"/>
                  </a:lnTo>
                  <a:cubicBezTo>
                    <a:pt x="179" y="35242"/>
                    <a:pt x="359" y="35216"/>
                    <a:pt x="513" y="35165"/>
                  </a:cubicBezTo>
                  <a:cubicBezTo>
                    <a:pt x="820" y="34960"/>
                    <a:pt x="1076" y="34729"/>
                    <a:pt x="1333" y="3449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95" name="Google Shape;440;p17"/>
            <p:cNvSpPr/>
            <p:nvPr/>
          </p:nvSpPr>
          <p:spPr>
            <a:xfrm rot="10800000">
              <a:off x="360" y="522360"/>
              <a:ext cx="3917520" cy="4620960"/>
            </a:xfrm>
            <a:custGeom>
              <a:avLst/>
              <a:gdLst>
                <a:gd name="textAreaLeft" fmla="*/ 0 w 3917520"/>
                <a:gd name="textAreaRight" fmla="*/ 3917880 w 3917520"/>
                <a:gd name="textAreaTop" fmla="*/ 0 h 4620960"/>
                <a:gd name="textAreaBottom" fmla="*/ 4621320 h 4620960"/>
              </a:gdLst>
              <a:ahLst/>
              <a:cxnLst/>
              <a:rect l="textAreaLeft" t="textAreaTop" r="textAreaRight" b="textAreaBottom"/>
              <a:pathLst>
                <a:path w="121974" h="158086">
                  <a:moveTo>
                    <a:pt x="100009" y="157368"/>
                  </a:moveTo>
                  <a:cubicBezTo>
                    <a:pt x="96703" y="156856"/>
                    <a:pt x="93473" y="156061"/>
                    <a:pt x="90321" y="154959"/>
                  </a:cubicBezTo>
                  <a:cubicBezTo>
                    <a:pt x="88065" y="154190"/>
                    <a:pt x="85810" y="153370"/>
                    <a:pt x="83554" y="152498"/>
                  </a:cubicBezTo>
                  <a:cubicBezTo>
                    <a:pt x="78685" y="150679"/>
                    <a:pt x="73789" y="148885"/>
                    <a:pt x="68740" y="147424"/>
                  </a:cubicBezTo>
                  <a:cubicBezTo>
                    <a:pt x="65818" y="146578"/>
                    <a:pt x="62871" y="145758"/>
                    <a:pt x="59923" y="144938"/>
                  </a:cubicBezTo>
                  <a:cubicBezTo>
                    <a:pt x="58155" y="144425"/>
                    <a:pt x="56412" y="143810"/>
                    <a:pt x="54721" y="143041"/>
                  </a:cubicBezTo>
                  <a:cubicBezTo>
                    <a:pt x="50876" y="141298"/>
                    <a:pt x="48185" y="138709"/>
                    <a:pt x="46647" y="135326"/>
                  </a:cubicBezTo>
                  <a:cubicBezTo>
                    <a:pt x="46083" y="133994"/>
                    <a:pt x="45596" y="132635"/>
                    <a:pt x="45263" y="131251"/>
                  </a:cubicBezTo>
                  <a:cubicBezTo>
                    <a:pt x="44443" y="128124"/>
                    <a:pt x="43776" y="124997"/>
                    <a:pt x="43213" y="121819"/>
                  </a:cubicBezTo>
                  <a:cubicBezTo>
                    <a:pt x="42879" y="119871"/>
                    <a:pt x="42546" y="117924"/>
                    <a:pt x="42290" y="115950"/>
                  </a:cubicBezTo>
                  <a:cubicBezTo>
                    <a:pt x="41982" y="113515"/>
                    <a:pt x="41777" y="111080"/>
                    <a:pt x="41521" y="108646"/>
                  </a:cubicBezTo>
                  <a:cubicBezTo>
                    <a:pt x="41239" y="105698"/>
                    <a:pt x="40957" y="102725"/>
                    <a:pt x="40726" y="99752"/>
                  </a:cubicBezTo>
                  <a:cubicBezTo>
                    <a:pt x="40445" y="96010"/>
                    <a:pt x="40240" y="92242"/>
                    <a:pt x="40163" y="88500"/>
                  </a:cubicBezTo>
                  <a:cubicBezTo>
                    <a:pt x="39983" y="81247"/>
                    <a:pt x="40445" y="73994"/>
                    <a:pt x="41598" y="66843"/>
                  </a:cubicBezTo>
                  <a:cubicBezTo>
                    <a:pt x="41957" y="64357"/>
                    <a:pt x="42700" y="61922"/>
                    <a:pt x="43751" y="59641"/>
                  </a:cubicBezTo>
                  <a:cubicBezTo>
                    <a:pt x="44520" y="58052"/>
                    <a:pt x="45391" y="56488"/>
                    <a:pt x="46263" y="54925"/>
                  </a:cubicBezTo>
                  <a:cubicBezTo>
                    <a:pt x="47749" y="52362"/>
                    <a:pt x="49313" y="49799"/>
                    <a:pt x="50799" y="47236"/>
                  </a:cubicBezTo>
                  <a:cubicBezTo>
                    <a:pt x="52183" y="44852"/>
                    <a:pt x="53413" y="42392"/>
                    <a:pt x="54439" y="39855"/>
                  </a:cubicBezTo>
                  <a:cubicBezTo>
                    <a:pt x="55002" y="38573"/>
                    <a:pt x="55387" y="37215"/>
                    <a:pt x="55592" y="35831"/>
                  </a:cubicBezTo>
                  <a:cubicBezTo>
                    <a:pt x="55720" y="35113"/>
                    <a:pt x="55694" y="34395"/>
                    <a:pt x="55541" y="33678"/>
                  </a:cubicBezTo>
                  <a:cubicBezTo>
                    <a:pt x="55207" y="32473"/>
                    <a:pt x="54310" y="31756"/>
                    <a:pt x="52824" y="31627"/>
                  </a:cubicBezTo>
                  <a:cubicBezTo>
                    <a:pt x="52132" y="31551"/>
                    <a:pt x="51440" y="31576"/>
                    <a:pt x="50773" y="31679"/>
                  </a:cubicBezTo>
                  <a:cubicBezTo>
                    <a:pt x="49851" y="31807"/>
                    <a:pt x="48928" y="32012"/>
                    <a:pt x="48031" y="32268"/>
                  </a:cubicBezTo>
                  <a:cubicBezTo>
                    <a:pt x="46032" y="32832"/>
                    <a:pt x="44084" y="33524"/>
                    <a:pt x="42187" y="34344"/>
                  </a:cubicBezTo>
                  <a:cubicBezTo>
                    <a:pt x="39804" y="35318"/>
                    <a:pt x="37446" y="36343"/>
                    <a:pt x="35062" y="37317"/>
                  </a:cubicBezTo>
                  <a:cubicBezTo>
                    <a:pt x="32961" y="38163"/>
                    <a:pt x="30833" y="39009"/>
                    <a:pt x="28655" y="39752"/>
                  </a:cubicBezTo>
                  <a:cubicBezTo>
                    <a:pt x="26399" y="40572"/>
                    <a:pt x="24067" y="41136"/>
                    <a:pt x="21683" y="41418"/>
                  </a:cubicBezTo>
                  <a:cubicBezTo>
                    <a:pt x="16506" y="41956"/>
                    <a:pt x="12021" y="40752"/>
                    <a:pt x="8202" y="37804"/>
                  </a:cubicBezTo>
                  <a:cubicBezTo>
                    <a:pt x="6920" y="36779"/>
                    <a:pt x="5818" y="35574"/>
                    <a:pt x="4896" y="34242"/>
                  </a:cubicBezTo>
                  <a:cubicBezTo>
                    <a:pt x="3742" y="32576"/>
                    <a:pt x="2845" y="30782"/>
                    <a:pt x="2179" y="28885"/>
                  </a:cubicBezTo>
                  <a:cubicBezTo>
                    <a:pt x="846" y="25117"/>
                    <a:pt x="333" y="21273"/>
                    <a:pt x="154" y="17377"/>
                  </a:cubicBezTo>
                  <a:cubicBezTo>
                    <a:pt x="0" y="13148"/>
                    <a:pt x="257" y="8919"/>
                    <a:pt x="487" y="4690"/>
                  </a:cubicBezTo>
                  <a:cubicBezTo>
                    <a:pt x="564" y="3127"/>
                    <a:pt x="564" y="1563"/>
                    <a:pt x="590" y="0"/>
                  </a:cubicBezTo>
                  <a:lnTo>
                    <a:pt x="1717" y="0"/>
                  </a:lnTo>
                  <a:cubicBezTo>
                    <a:pt x="1692" y="1153"/>
                    <a:pt x="1717" y="2332"/>
                    <a:pt x="1641" y="3486"/>
                  </a:cubicBezTo>
                  <a:cubicBezTo>
                    <a:pt x="1512" y="6254"/>
                    <a:pt x="1333" y="9047"/>
                    <a:pt x="1179" y="11841"/>
                  </a:cubicBezTo>
                  <a:cubicBezTo>
                    <a:pt x="1000" y="14917"/>
                    <a:pt x="1102" y="18044"/>
                    <a:pt x="1461" y="21119"/>
                  </a:cubicBezTo>
                  <a:cubicBezTo>
                    <a:pt x="1717" y="23349"/>
                    <a:pt x="2179" y="25553"/>
                    <a:pt x="2871" y="27680"/>
                  </a:cubicBezTo>
                  <a:cubicBezTo>
                    <a:pt x="3640" y="30166"/>
                    <a:pt x="4870" y="32473"/>
                    <a:pt x="6510" y="34524"/>
                  </a:cubicBezTo>
                  <a:cubicBezTo>
                    <a:pt x="7792" y="36113"/>
                    <a:pt x="9407" y="37445"/>
                    <a:pt x="11252" y="38394"/>
                  </a:cubicBezTo>
                  <a:cubicBezTo>
                    <a:pt x="14148" y="39906"/>
                    <a:pt x="17429" y="40572"/>
                    <a:pt x="20684" y="40265"/>
                  </a:cubicBezTo>
                  <a:cubicBezTo>
                    <a:pt x="22709" y="40085"/>
                    <a:pt x="24682" y="39650"/>
                    <a:pt x="26604" y="39009"/>
                  </a:cubicBezTo>
                  <a:cubicBezTo>
                    <a:pt x="29014" y="38214"/>
                    <a:pt x="31372" y="37266"/>
                    <a:pt x="33627" y="36138"/>
                  </a:cubicBezTo>
                  <a:cubicBezTo>
                    <a:pt x="36626" y="34652"/>
                    <a:pt x="39599" y="33140"/>
                    <a:pt x="42597" y="31679"/>
                  </a:cubicBezTo>
                  <a:cubicBezTo>
                    <a:pt x="44955" y="30525"/>
                    <a:pt x="47313" y="29372"/>
                    <a:pt x="49723" y="28296"/>
                  </a:cubicBezTo>
                  <a:cubicBezTo>
                    <a:pt x="51184" y="27655"/>
                    <a:pt x="52721" y="27142"/>
                    <a:pt x="54259" y="26604"/>
                  </a:cubicBezTo>
                  <a:cubicBezTo>
                    <a:pt x="55361" y="26219"/>
                    <a:pt x="56515" y="25989"/>
                    <a:pt x="57668" y="25861"/>
                  </a:cubicBezTo>
                  <a:cubicBezTo>
                    <a:pt x="58386" y="25784"/>
                    <a:pt x="59103" y="25809"/>
                    <a:pt x="59821" y="25938"/>
                  </a:cubicBezTo>
                  <a:cubicBezTo>
                    <a:pt x="60923" y="26143"/>
                    <a:pt x="61641" y="26706"/>
                    <a:pt x="61923" y="27603"/>
                  </a:cubicBezTo>
                  <a:cubicBezTo>
                    <a:pt x="62076" y="28014"/>
                    <a:pt x="62153" y="28449"/>
                    <a:pt x="62153" y="28885"/>
                  </a:cubicBezTo>
                  <a:cubicBezTo>
                    <a:pt x="62128" y="29474"/>
                    <a:pt x="62076" y="30064"/>
                    <a:pt x="61948" y="30653"/>
                  </a:cubicBezTo>
                  <a:cubicBezTo>
                    <a:pt x="61564" y="32473"/>
                    <a:pt x="60795" y="34216"/>
                    <a:pt x="59949" y="35933"/>
                  </a:cubicBezTo>
                  <a:cubicBezTo>
                    <a:pt x="58437" y="39086"/>
                    <a:pt x="56694" y="42136"/>
                    <a:pt x="54951" y="45186"/>
                  </a:cubicBezTo>
                  <a:cubicBezTo>
                    <a:pt x="52824" y="48928"/>
                    <a:pt x="50671" y="52670"/>
                    <a:pt x="48595" y="56437"/>
                  </a:cubicBezTo>
                  <a:cubicBezTo>
                    <a:pt x="46852" y="59513"/>
                    <a:pt x="45494" y="62768"/>
                    <a:pt x="44520" y="66177"/>
                  </a:cubicBezTo>
                  <a:cubicBezTo>
                    <a:pt x="43161" y="71123"/>
                    <a:pt x="42316" y="76198"/>
                    <a:pt x="41982" y="81324"/>
                  </a:cubicBezTo>
                  <a:cubicBezTo>
                    <a:pt x="41700" y="86219"/>
                    <a:pt x="41752" y="91166"/>
                    <a:pt x="42111" y="96061"/>
                  </a:cubicBezTo>
                  <a:cubicBezTo>
                    <a:pt x="42316" y="99086"/>
                    <a:pt x="42597" y="102110"/>
                    <a:pt x="42931" y="105134"/>
                  </a:cubicBezTo>
                  <a:cubicBezTo>
                    <a:pt x="43238" y="108338"/>
                    <a:pt x="43623" y="111516"/>
                    <a:pt x="44084" y="114669"/>
                  </a:cubicBezTo>
                  <a:cubicBezTo>
                    <a:pt x="44699" y="119103"/>
                    <a:pt x="45647" y="123511"/>
                    <a:pt x="46878" y="127817"/>
                  </a:cubicBezTo>
                  <a:cubicBezTo>
                    <a:pt x="47390" y="129713"/>
                    <a:pt x="48057" y="131584"/>
                    <a:pt x="48877" y="133378"/>
                  </a:cubicBezTo>
                  <a:cubicBezTo>
                    <a:pt x="50492" y="136787"/>
                    <a:pt x="53157" y="139427"/>
                    <a:pt x="56976" y="141247"/>
                  </a:cubicBezTo>
                  <a:cubicBezTo>
                    <a:pt x="57950" y="141683"/>
                    <a:pt x="58898" y="142118"/>
                    <a:pt x="59923" y="142503"/>
                  </a:cubicBezTo>
                  <a:cubicBezTo>
                    <a:pt x="61333" y="143015"/>
                    <a:pt x="62768" y="143528"/>
                    <a:pt x="64204" y="143989"/>
                  </a:cubicBezTo>
                  <a:cubicBezTo>
                    <a:pt x="68817" y="145450"/>
                    <a:pt x="73431" y="146860"/>
                    <a:pt x="77941" y="148551"/>
                  </a:cubicBezTo>
                  <a:cubicBezTo>
                    <a:pt x="81171" y="149730"/>
                    <a:pt x="84451" y="150935"/>
                    <a:pt x="87706" y="152140"/>
                  </a:cubicBezTo>
                  <a:cubicBezTo>
                    <a:pt x="89859" y="152934"/>
                    <a:pt x="92038" y="153652"/>
                    <a:pt x="94268" y="154216"/>
                  </a:cubicBezTo>
                  <a:cubicBezTo>
                    <a:pt x="98727" y="155446"/>
                    <a:pt x="103341" y="155984"/>
                    <a:pt x="107954" y="155830"/>
                  </a:cubicBezTo>
                  <a:cubicBezTo>
                    <a:pt x="111261" y="155677"/>
                    <a:pt x="114567" y="155190"/>
                    <a:pt x="117796" y="154395"/>
                  </a:cubicBezTo>
                  <a:cubicBezTo>
                    <a:pt x="119206" y="154087"/>
                    <a:pt x="120616" y="153703"/>
                    <a:pt x="121974" y="153190"/>
                  </a:cubicBezTo>
                  <a:lnTo>
                    <a:pt x="121974" y="155266"/>
                  </a:lnTo>
                  <a:cubicBezTo>
                    <a:pt x="119308" y="156112"/>
                    <a:pt x="116566" y="156779"/>
                    <a:pt x="113824" y="157240"/>
                  </a:cubicBezTo>
                  <a:cubicBezTo>
                    <a:pt x="109236" y="158034"/>
                    <a:pt x="104571" y="158086"/>
                    <a:pt x="100009" y="15736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96" name="Google Shape;441;p17"/>
            <p:cNvSpPr/>
            <p:nvPr/>
          </p:nvSpPr>
          <p:spPr>
            <a:xfrm rot="10800000">
              <a:off x="4045680" y="360"/>
              <a:ext cx="5097240" cy="4172040"/>
            </a:xfrm>
            <a:custGeom>
              <a:avLst/>
              <a:gdLst>
                <a:gd name="textAreaLeft" fmla="*/ 0 w 5097240"/>
                <a:gd name="textAreaRight" fmla="*/ 5097600 w 5097240"/>
                <a:gd name="textAreaTop" fmla="*/ 0 h 4172040"/>
                <a:gd name="textAreaBottom" fmla="*/ 4172400 h 4172040"/>
              </a:gdLst>
              <a:ahLst/>
              <a:cxnLst/>
              <a:rect l="textAreaLeft" t="textAreaTop" r="textAreaRight" b="textAreaBottom"/>
              <a:pathLst>
                <a:path w="158702" h="142734">
                  <a:moveTo>
                    <a:pt x="1256" y="436"/>
                  </a:moveTo>
                  <a:cubicBezTo>
                    <a:pt x="5331" y="2358"/>
                    <a:pt x="9329" y="4460"/>
                    <a:pt x="13123" y="6741"/>
                  </a:cubicBezTo>
                  <a:cubicBezTo>
                    <a:pt x="17403" y="9304"/>
                    <a:pt x="21606" y="11893"/>
                    <a:pt x="25810" y="14533"/>
                  </a:cubicBezTo>
                  <a:cubicBezTo>
                    <a:pt x="29295" y="16686"/>
                    <a:pt x="32781" y="18864"/>
                    <a:pt x="36446" y="20838"/>
                  </a:cubicBezTo>
                  <a:cubicBezTo>
                    <a:pt x="41239" y="23426"/>
                    <a:pt x="46288" y="25579"/>
                    <a:pt x="51491" y="27220"/>
                  </a:cubicBezTo>
                  <a:cubicBezTo>
                    <a:pt x="56079" y="28680"/>
                    <a:pt x="60795" y="29783"/>
                    <a:pt x="65716" y="30013"/>
                  </a:cubicBezTo>
                  <a:cubicBezTo>
                    <a:pt x="68766" y="30193"/>
                    <a:pt x="71841" y="29859"/>
                    <a:pt x="74789" y="29065"/>
                  </a:cubicBezTo>
                  <a:cubicBezTo>
                    <a:pt x="77890" y="28168"/>
                    <a:pt x="80786" y="26656"/>
                    <a:pt x="83272" y="24605"/>
                  </a:cubicBezTo>
                  <a:cubicBezTo>
                    <a:pt x="84913" y="23272"/>
                    <a:pt x="86476" y="21786"/>
                    <a:pt x="87886" y="20197"/>
                  </a:cubicBezTo>
                  <a:cubicBezTo>
                    <a:pt x="89500" y="18352"/>
                    <a:pt x="91089" y="16455"/>
                    <a:pt x="92678" y="14610"/>
                  </a:cubicBezTo>
                  <a:cubicBezTo>
                    <a:pt x="93960" y="13123"/>
                    <a:pt x="95241" y="11636"/>
                    <a:pt x="96574" y="10201"/>
                  </a:cubicBezTo>
                  <a:cubicBezTo>
                    <a:pt x="97728" y="8971"/>
                    <a:pt x="99035" y="7920"/>
                    <a:pt x="100496" y="7074"/>
                  </a:cubicBezTo>
                  <a:cubicBezTo>
                    <a:pt x="101546" y="6434"/>
                    <a:pt x="102725" y="5947"/>
                    <a:pt x="103930" y="5639"/>
                  </a:cubicBezTo>
                  <a:cubicBezTo>
                    <a:pt x="106006" y="5075"/>
                    <a:pt x="108236" y="5357"/>
                    <a:pt x="110107" y="6408"/>
                  </a:cubicBezTo>
                  <a:cubicBezTo>
                    <a:pt x="110696" y="6741"/>
                    <a:pt x="111260" y="7126"/>
                    <a:pt x="111773" y="7561"/>
                  </a:cubicBezTo>
                  <a:cubicBezTo>
                    <a:pt x="112644" y="8253"/>
                    <a:pt x="113439" y="9073"/>
                    <a:pt x="114105" y="9971"/>
                  </a:cubicBezTo>
                  <a:cubicBezTo>
                    <a:pt x="115028" y="11175"/>
                    <a:pt x="115874" y="12431"/>
                    <a:pt x="116566" y="13764"/>
                  </a:cubicBezTo>
                  <a:cubicBezTo>
                    <a:pt x="118360" y="17147"/>
                    <a:pt x="119821" y="20684"/>
                    <a:pt x="120923" y="24349"/>
                  </a:cubicBezTo>
                  <a:cubicBezTo>
                    <a:pt x="122819" y="30295"/>
                    <a:pt x="124203" y="36421"/>
                    <a:pt x="125075" y="42597"/>
                  </a:cubicBezTo>
                  <a:cubicBezTo>
                    <a:pt x="125562" y="45929"/>
                    <a:pt x="125844" y="49287"/>
                    <a:pt x="125946" y="52619"/>
                  </a:cubicBezTo>
                  <a:cubicBezTo>
                    <a:pt x="126126" y="57617"/>
                    <a:pt x="125972" y="62589"/>
                    <a:pt x="125818" y="67561"/>
                  </a:cubicBezTo>
                  <a:cubicBezTo>
                    <a:pt x="125639" y="72533"/>
                    <a:pt x="125972" y="77480"/>
                    <a:pt x="126843" y="82375"/>
                  </a:cubicBezTo>
                  <a:cubicBezTo>
                    <a:pt x="127459" y="85835"/>
                    <a:pt x="128766" y="89116"/>
                    <a:pt x="130714" y="92063"/>
                  </a:cubicBezTo>
                  <a:cubicBezTo>
                    <a:pt x="131457" y="93140"/>
                    <a:pt x="132174" y="94242"/>
                    <a:pt x="132918" y="95344"/>
                  </a:cubicBezTo>
                  <a:cubicBezTo>
                    <a:pt x="134353" y="97420"/>
                    <a:pt x="135378" y="99727"/>
                    <a:pt x="135968" y="102187"/>
                  </a:cubicBezTo>
                  <a:cubicBezTo>
                    <a:pt x="136506" y="104494"/>
                    <a:pt x="137019" y="106801"/>
                    <a:pt x="137506" y="109107"/>
                  </a:cubicBezTo>
                  <a:cubicBezTo>
                    <a:pt x="139171" y="116745"/>
                    <a:pt x="142503" y="123870"/>
                    <a:pt x="147450" y="130457"/>
                  </a:cubicBezTo>
                  <a:cubicBezTo>
                    <a:pt x="150808" y="134891"/>
                    <a:pt x="154575" y="138992"/>
                    <a:pt x="158702" y="142734"/>
                  </a:cubicBezTo>
                  <a:lnTo>
                    <a:pt x="155318" y="142734"/>
                  </a:lnTo>
                  <a:lnTo>
                    <a:pt x="153114" y="140453"/>
                  </a:lnTo>
                  <a:cubicBezTo>
                    <a:pt x="145656" y="132789"/>
                    <a:pt x="139915" y="124332"/>
                    <a:pt x="136275" y="114951"/>
                  </a:cubicBezTo>
                  <a:cubicBezTo>
                    <a:pt x="135378" y="112619"/>
                    <a:pt x="134507" y="110286"/>
                    <a:pt x="133661" y="107954"/>
                  </a:cubicBezTo>
                  <a:cubicBezTo>
                    <a:pt x="132661" y="105212"/>
                    <a:pt x="131354" y="102597"/>
                    <a:pt x="129740" y="100162"/>
                  </a:cubicBezTo>
                  <a:cubicBezTo>
                    <a:pt x="128817" y="98804"/>
                    <a:pt x="127945" y="97394"/>
                    <a:pt x="127100" y="95985"/>
                  </a:cubicBezTo>
                  <a:cubicBezTo>
                    <a:pt x="125331" y="93114"/>
                    <a:pt x="124152" y="89936"/>
                    <a:pt x="123640" y="86604"/>
                  </a:cubicBezTo>
                  <a:cubicBezTo>
                    <a:pt x="123230" y="83913"/>
                    <a:pt x="123024" y="81171"/>
                    <a:pt x="122999" y="78454"/>
                  </a:cubicBezTo>
                  <a:cubicBezTo>
                    <a:pt x="122896" y="73789"/>
                    <a:pt x="123178" y="69125"/>
                    <a:pt x="123511" y="64460"/>
                  </a:cubicBezTo>
                  <a:cubicBezTo>
                    <a:pt x="123793" y="60205"/>
                    <a:pt x="123973" y="55951"/>
                    <a:pt x="123845" y="51696"/>
                  </a:cubicBezTo>
                  <a:cubicBezTo>
                    <a:pt x="123768" y="48723"/>
                    <a:pt x="123537" y="45750"/>
                    <a:pt x="123127" y="42777"/>
                  </a:cubicBezTo>
                  <a:cubicBezTo>
                    <a:pt x="122691" y="39650"/>
                    <a:pt x="122102" y="36523"/>
                    <a:pt x="121359" y="33422"/>
                  </a:cubicBezTo>
                  <a:cubicBezTo>
                    <a:pt x="120461" y="29449"/>
                    <a:pt x="119231" y="25579"/>
                    <a:pt x="117719" y="21786"/>
                  </a:cubicBezTo>
                  <a:cubicBezTo>
                    <a:pt x="116694" y="19249"/>
                    <a:pt x="115438" y="16839"/>
                    <a:pt x="113951" y="14558"/>
                  </a:cubicBezTo>
                  <a:cubicBezTo>
                    <a:pt x="113208" y="13431"/>
                    <a:pt x="112337" y="12405"/>
                    <a:pt x="111388" y="11457"/>
                  </a:cubicBezTo>
                  <a:cubicBezTo>
                    <a:pt x="110620" y="10714"/>
                    <a:pt x="109748" y="10099"/>
                    <a:pt x="108825" y="9612"/>
                  </a:cubicBezTo>
                  <a:cubicBezTo>
                    <a:pt x="107236" y="8792"/>
                    <a:pt x="105442" y="8535"/>
                    <a:pt x="103699" y="8868"/>
                  </a:cubicBezTo>
                  <a:cubicBezTo>
                    <a:pt x="102777" y="9048"/>
                    <a:pt x="101880" y="9330"/>
                    <a:pt x="101059" y="9714"/>
                  </a:cubicBezTo>
                  <a:cubicBezTo>
                    <a:pt x="99881" y="10252"/>
                    <a:pt x="98804" y="10944"/>
                    <a:pt x="97830" y="11790"/>
                  </a:cubicBezTo>
                  <a:cubicBezTo>
                    <a:pt x="96651" y="12841"/>
                    <a:pt x="95472" y="13918"/>
                    <a:pt x="94396" y="15045"/>
                  </a:cubicBezTo>
                  <a:cubicBezTo>
                    <a:pt x="92935" y="16532"/>
                    <a:pt x="91602" y="18095"/>
                    <a:pt x="90167" y="19582"/>
                  </a:cubicBezTo>
                  <a:cubicBezTo>
                    <a:pt x="88731" y="21094"/>
                    <a:pt x="87296" y="22504"/>
                    <a:pt x="85810" y="23939"/>
                  </a:cubicBezTo>
                  <a:cubicBezTo>
                    <a:pt x="84502" y="25143"/>
                    <a:pt x="83093" y="26246"/>
                    <a:pt x="81555" y="27194"/>
                  </a:cubicBezTo>
                  <a:cubicBezTo>
                    <a:pt x="77890" y="29501"/>
                    <a:pt x="73738" y="30705"/>
                    <a:pt x="69150" y="30910"/>
                  </a:cubicBezTo>
                  <a:cubicBezTo>
                    <a:pt x="65408" y="31038"/>
                    <a:pt x="61666" y="30680"/>
                    <a:pt x="58001" y="29834"/>
                  </a:cubicBezTo>
                  <a:cubicBezTo>
                    <a:pt x="51747" y="28450"/>
                    <a:pt x="45673" y="26374"/>
                    <a:pt x="39855" y="23657"/>
                  </a:cubicBezTo>
                  <a:cubicBezTo>
                    <a:pt x="35754" y="21709"/>
                    <a:pt x="31756" y="19531"/>
                    <a:pt x="27886" y="17147"/>
                  </a:cubicBezTo>
                  <a:cubicBezTo>
                    <a:pt x="23452" y="14507"/>
                    <a:pt x="19069" y="11842"/>
                    <a:pt x="14609" y="9227"/>
                  </a:cubicBezTo>
                  <a:cubicBezTo>
                    <a:pt x="10560" y="6844"/>
                    <a:pt x="6356" y="4665"/>
                    <a:pt x="2076" y="2768"/>
                  </a:cubicBezTo>
                  <a:cubicBezTo>
                    <a:pt x="1615" y="2538"/>
                    <a:pt x="1128" y="2358"/>
                    <a:pt x="641" y="2153"/>
                  </a:cubicBezTo>
                  <a:cubicBezTo>
                    <a:pt x="436" y="2128"/>
                    <a:pt x="205" y="2102"/>
                    <a:pt x="0" y="2128"/>
                  </a:cubicBezTo>
                  <a:lnTo>
                    <a:pt x="0" y="52"/>
                  </a:lnTo>
                  <a:cubicBezTo>
                    <a:pt x="513" y="0"/>
                    <a:pt x="871" y="257"/>
                    <a:pt x="1256" y="436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97" name="Google Shape;442;p17"/>
            <p:cNvSpPr/>
            <p:nvPr/>
          </p:nvSpPr>
          <p:spPr>
            <a:xfrm rot="10800000">
              <a:off x="7971120" y="1080"/>
              <a:ext cx="1171800" cy="764640"/>
            </a:xfrm>
            <a:custGeom>
              <a:avLst/>
              <a:gdLst>
                <a:gd name="textAreaLeft" fmla="*/ 0 w 1171800"/>
                <a:gd name="textAreaRight" fmla="*/ 1172160 w 1171800"/>
                <a:gd name="textAreaTop" fmla="*/ 0 h 764640"/>
                <a:gd name="textAreaBottom" fmla="*/ 765000 h 764640"/>
              </a:gdLst>
              <a:ahLst/>
              <a:cxnLst/>
              <a:rect l="textAreaLeft" t="textAreaTop" r="textAreaRight" b="textAreaBottom"/>
              <a:pathLst>
                <a:path w="36498" h="26169">
                  <a:moveTo>
                    <a:pt x="641" y="9355"/>
                  </a:moveTo>
                  <a:cubicBezTo>
                    <a:pt x="974" y="9150"/>
                    <a:pt x="1307" y="8945"/>
                    <a:pt x="1640" y="8740"/>
                  </a:cubicBezTo>
                  <a:cubicBezTo>
                    <a:pt x="4690" y="6766"/>
                    <a:pt x="7894" y="5023"/>
                    <a:pt x="11200" y="3511"/>
                  </a:cubicBezTo>
                  <a:cubicBezTo>
                    <a:pt x="13456" y="2435"/>
                    <a:pt x="15814" y="1563"/>
                    <a:pt x="18249" y="897"/>
                  </a:cubicBezTo>
                  <a:cubicBezTo>
                    <a:pt x="20478" y="282"/>
                    <a:pt x="22760" y="0"/>
                    <a:pt x="25066" y="51"/>
                  </a:cubicBezTo>
                  <a:cubicBezTo>
                    <a:pt x="26040" y="77"/>
                    <a:pt x="27014" y="179"/>
                    <a:pt x="27988" y="384"/>
                  </a:cubicBezTo>
                  <a:cubicBezTo>
                    <a:pt x="30577" y="948"/>
                    <a:pt x="32525" y="2179"/>
                    <a:pt x="33934" y="4050"/>
                  </a:cubicBezTo>
                  <a:cubicBezTo>
                    <a:pt x="34934" y="5485"/>
                    <a:pt x="35626" y="7100"/>
                    <a:pt x="35985" y="8817"/>
                  </a:cubicBezTo>
                  <a:cubicBezTo>
                    <a:pt x="36318" y="10406"/>
                    <a:pt x="36497" y="12020"/>
                    <a:pt x="36497" y="13661"/>
                  </a:cubicBezTo>
                  <a:cubicBezTo>
                    <a:pt x="36497" y="15967"/>
                    <a:pt x="36369" y="18300"/>
                    <a:pt x="36062" y="20581"/>
                  </a:cubicBezTo>
                  <a:cubicBezTo>
                    <a:pt x="35857" y="22247"/>
                    <a:pt x="35651" y="23887"/>
                    <a:pt x="35472" y="25527"/>
                  </a:cubicBezTo>
                  <a:cubicBezTo>
                    <a:pt x="35472" y="25758"/>
                    <a:pt x="35498" y="25963"/>
                    <a:pt x="35523" y="26168"/>
                  </a:cubicBezTo>
                  <a:lnTo>
                    <a:pt x="26425" y="26168"/>
                  </a:lnTo>
                  <a:cubicBezTo>
                    <a:pt x="26066" y="24400"/>
                    <a:pt x="25733" y="22606"/>
                    <a:pt x="25066" y="20863"/>
                  </a:cubicBezTo>
                  <a:cubicBezTo>
                    <a:pt x="24733" y="19991"/>
                    <a:pt x="24349" y="19146"/>
                    <a:pt x="23913" y="18325"/>
                  </a:cubicBezTo>
                  <a:cubicBezTo>
                    <a:pt x="23477" y="17582"/>
                    <a:pt x="22990" y="16916"/>
                    <a:pt x="22426" y="16301"/>
                  </a:cubicBezTo>
                  <a:cubicBezTo>
                    <a:pt x="20504" y="14250"/>
                    <a:pt x="17915" y="13456"/>
                    <a:pt x="14840" y="13661"/>
                  </a:cubicBezTo>
                  <a:cubicBezTo>
                    <a:pt x="12584" y="13840"/>
                    <a:pt x="10380" y="14353"/>
                    <a:pt x="8304" y="15199"/>
                  </a:cubicBezTo>
                  <a:cubicBezTo>
                    <a:pt x="6638" y="15839"/>
                    <a:pt x="4998" y="16583"/>
                    <a:pt x="3434" y="17403"/>
                  </a:cubicBezTo>
                  <a:cubicBezTo>
                    <a:pt x="2666" y="17813"/>
                    <a:pt x="1922" y="18223"/>
                    <a:pt x="1128" y="18607"/>
                  </a:cubicBezTo>
                  <a:cubicBezTo>
                    <a:pt x="769" y="18787"/>
                    <a:pt x="384" y="18889"/>
                    <a:pt x="0" y="19043"/>
                  </a:cubicBezTo>
                  <a:lnTo>
                    <a:pt x="0" y="9457"/>
                  </a:lnTo>
                  <a:cubicBezTo>
                    <a:pt x="205" y="9509"/>
                    <a:pt x="461" y="9483"/>
                    <a:pt x="641" y="935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98" name="Google Shape;443;p17"/>
            <p:cNvSpPr/>
            <p:nvPr/>
          </p:nvSpPr>
          <p:spPr>
            <a:xfrm rot="10800000">
              <a:off x="720" y="2671920"/>
              <a:ext cx="996480" cy="1850400"/>
            </a:xfrm>
            <a:custGeom>
              <a:avLst/>
              <a:gdLst>
                <a:gd name="textAreaLeft" fmla="*/ 0 w 996480"/>
                <a:gd name="textAreaRight" fmla="*/ 996840 w 996480"/>
                <a:gd name="textAreaTop" fmla="*/ 0 h 1850400"/>
                <a:gd name="textAreaBottom" fmla="*/ 1850760 h 1850400"/>
              </a:gdLst>
              <a:ahLst/>
              <a:cxnLst/>
              <a:rect l="textAreaLeft" t="textAreaTop" r="textAreaRight" b="textAreaBottom"/>
              <a:pathLst>
                <a:path w="31039" h="63307">
                  <a:moveTo>
                    <a:pt x="20172" y="62948"/>
                  </a:moveTo>
                  <a:cubicBezTo>
                    <a:pt x="16660" y="62537"/>
                    <a:pt x="13303" y="61615"/>
                    <a:pt x="10381" y="59872"/>
                  </a:cubicBezTo>
                  <a:cubicBezTo>
                    <a:pt x="6050" y="57283"/>
                    <a:pt x="3128" y="53874"/>
                    <a:pt x="1641" y="49620"/>
                  </a:cubicBezTo>
                  <a:cubicBezTo>
                    <a:pt x="513" y="46288"/>
                    <a:pt x="1" y="42802"/>
                    <a:pt x="129" y="39317"/>
                  </a:cubicBezTo>
                  <a:cubicBezTo>
                    <a:pt x="283" y="34985"/>
                    <a:pt x="1564" y="30884"/>
                    <a:pt x="3615" y="26937"/>
                  </a:cubicBezTo>
                  <a:cubicBezTo>
                    <a:pt x="5998" y="22350"/>
                    <a:pt x="9202" y="18198"/>
                    <a:pt x="12995" y="14327"/>
                  </a:cubicBezTo>
                  <a:cubicBezTo>
                    <a:pt x="17327" y="9970"/>
                    <a:pt x="22043" y="6023"/>
                    <a:pt x="27066" y="2486"/>
                  </a:cubicBezTo>
                  <a:cubicBezTo>
                    <a:pt x="28194" y="1692"/>
                    <a:pt x="29373" y="974"/>
                    <a:pt x="30552" y="205"/>
                  </a:cubicBezTo>
                  <a:cubicBezTo>
                    <a:pt x="30706" y="128"/>
                    <a:pt x="30860" y="52"/>
                    <a:pt x="31039" y="0"/>
                  </a:cubicBezTo>
                  <a:lnTo>
                    <a:pt x="31039" y="2640"/>
                  </a:lnTo>
                  <a:cubicBezTo>
                    <a:pt x="30936" y="2691"/>
                    <a:pt x="30834" y="2743"/>
                    <a:pt x="30757" y="2794"/>
                  </a:cubicBezTo>
                  <a:cubicBezTo>
                    <a:pt x="27425" y="5024"/>
                    <a:pt x="24221" y="7484"/>
                    <a:pt x="21171" y="10124"/>
                  </a:cubicBezTo>
                  <a:cubicBezTo>
                    <a:pt x="17660" y="13097"/>
                    <a:pt x="14508" y="16455"/>
                    <a:pt x="11765" y="20120"/>
                  </a:cubicBezTo>
                  <a:cubicBezTo>
                    <a:pt x="9407" y="23349"/>
                    <a:pt x="7485" y="26758"/>
                    <a:pt x="6357" y="30423"/>
                  </a:cubicBezTo>
                  <a:cubicBezTo>
                    <a:pt x="4461" y="36446"/>
                    <a:pt x="5332" y="42213"/>
                    <a:pt x="8818" y="47723"/>
                  </a:cubicBezTo>
                  <a:cubicBezTo>
                    <a:pt x="10022" y="49646"/>
                    <a:pt x="11586" y="51337"/>
                    <a:pt x="13405" y="52696"/>
                  </a:cubicBezTo>
                  <a:cubicBezTo>
                    <a:pt x="15917" y="54515"/>
                    <a:pt x="18813" y="55669"/>
                    <a:pt x="22043" y="56361"/>
                  </a:cubicBezTo>
                  <a:cubicBezTo>
                    <a:pt x="24298" y="56822"/>
                    <a:pt x="26579" y="57104"/>
                    <a:pt x="28886" y="57206"/>
                  </a:cubicBezTo>
                  <a:lnTo>
                    <a:pt x="31039" y="57335"/>
                  </a:lnTo>
                  <a:lnTo>
                    <a:pt x="31039" y="62768"/>
                  </a:lnTo>
                  <a:cubicBezTo>
                    <a:pt x="30860" y="62819"/>
                    <a:pt x="30680" y="62871"/>
                    <a:pt x="30501" y="62896"/>
                  </a:cubicBezTo>
                  <a:cubicBezTo>
                    <a:pt x="27066" y="63306"/>
                    <a:pt x="23606" y="63306"/>
                    <a:pt x="20172" y="6294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199" name="Google Shape;444;p17"/>
            <p:cNvSpPr/>
            <p:nvPr/>
          </p:nvSpPr>
          <p:spPr>
            <a:xfrm rot="10800000">
              <a:off x="6049440" y="0"/>
              <a:ext cx="3094200" cy="2824920"/>
            </a:xfrm>
            <a:custGeom>
              <a:avLst/>
              <a:gdLst>
                <a:gd name="textAreaLeft" fmla="*/ 0 w 3094200"/>
                <a:gd name="textAreaRight" fmla="*/ 3094560 w 3094200"/>
                <a:gd name="textAreaTop" fmla="*/ 0 h 2824920"/>
                <a:gd name="textAreaBottom" fmla="*/ 2825280 h 2824920"/>
              </a:gdLst>
              <a:ahLst/>
              <a:cxnLst/>
              <a:rect l="textAreaLeft" t="textAreaTop" r="textAreaRight" b="textAreaBottom"/>
              <a:pathLst>
                <a:path w="96344" h="96651">
                  <a:moveTo>
                    <a:pt x="436" y="22093"/>
                  </a:moveTo>
                  <a:cubicBezTo>
                    <a:pt x="564" y="21837"/>
                    <a:pt x="667" y="21581"/>
                    <a:pt x="769" y="21299"/>
                  </a:cubicBezTo>
                  <a:cubicBezTo>
                    <a:pt x="1692" y="18582"/>
                    <a:pt x="2897" y="15968"/>
                    <a:pt x="4357" y="13507"/>
                  </a:cubicBezTo>
                  <a:cubicBezTo>
                    <a:pt x="5767" y="11149"/>
                    <a:pt x="7459" y="9022"/>
                    <a:pt x="9432" y="7177"/>
                  </a:cubicBezTo>
                  <a:cubicBezTo>
                    <a:pt x="12277" y="4485"/>
                    <a:pt x="15763" y="2614"/>
                    <a:pt x="19889" y="1564"/>
                  </a:cubicBezTo>
                  <a:cubicBezTo>
                    <a:pt x="21555" y="1128"/>
                    <a:pt x="23273" y="795"/>
                    <a:pt x="24990" y="564"/>
                  </a:cubicBezTo>
                  <a:cubicBezTo>
                    <a:pt x="27886" y="205"/>
                    <a:pt x="30782" y="26"/>
                    <a:pt x="33704" y="26"/>
                  </a:cubicBezTo>
                  <a:cubicBezTo>
                    <a:pt x="39035" y="0"/>
                    <a:pt x="44315" y="359"/>
                    <a:pt x="49620" y="667"/>
                  </a:cubicBezTo>
                  <a:cubicBezTo>
                    <a:pt x="53337" y="897"/>
                    <a:pt x="57027" y="1128"/>
                    <a:pt x="60744" y="1307"/>
                  </a:cubicBezTo>
                  <a:cubicBezTo>
                    <a:pt x="65024" y="1512"/>
                    <a:pt x="69304" y="1589"/>
                    <a:pt x="73610" y="1615"/>
                  </a:cubicBezTo>
                  <a:cubicBezTo>
                    <a:pt x="76481" y="1615"/>
                    <a:pt x="79377" y="1666"/>
                    <a:pt x="82247" y="1743"/>
                  </a:cubicBezTo>
                  <a:cubicBezTo>
                    <a:pt x="83913" y="1769"/>
                    <a:pt x="85579" y="1948"/>
                    <a:pt x="87194" y="2307"/>
                  </a:cubicBezTo>
                  <a:cubicBezTo>
                    <a:pt x="89962" y="2948"/>
                    <a:pt x="91910" y="4357"/>
                    <a:pt x="93012" y="6587"/>
                  </a:cubicBezTo>
                  <a:cubicBezTo>
                    <a:pt x="93576" y="7792"/>
                    <a:pt x="93960" y="9073"/>
                    <a:pt x="94088" y="10406"/>
                  </a:cubicBezTo>
                  <a:cubicBezTo>
                    <a:pt x="94319" y="12482"/>
                    <a:pt x="94294" y="14609"/>
                    <a:pt x="93986" y="16685"/>
                  </a:cubicBezTo>
                  <a:cubicBezTo>
                    <a:pt x="93602" y="19761"/>
                    <a:pt x="93115" y="22836"/>
                    <a:pt x="92628" y="25912"/>
                  </a:cubicBezTo>
                  <a:cubicBezTo>
                    <a:pt x="92038" y="29577"/>
                    <a:pt x="91525" y="33242"/>
                    <a:pt x="91167" y="36933"/>
                  </a:cubicBezTo>
                  <a:cubicBezTo>
                    <a:pt x="90757" y="40983"/>
                    <a:pt x="90577" y="45058"/>
                    <a:pt x="90577" y="49133"/>
                  </a:cubicBezTo>
                  <a:cubicBezTo>
                    <a:pt x="90577" y="51465"/>
                    <a:pt x="90654" y="53823"/>
                    <a:pt x="90782" y="56181"/>
                  </a:cubicBezTo>
                  <a:cubicBezTo>
                    <a:pt x="90910" y="58513"/>
                    <a:pt x="91090" y="60923"/>
                    <a:pt x="91346" y="63306"/>
                  </a:cubicBezTo>
                  <a:cubicBezTo>
                    <a:pt x="91551" y="65510"/>
                    <a:pt x="91807" y="67715"/>
                    <a:pt x="92141" y="69919"/>
                  </a:cubicBezTo>
                  <a:cubicBezTo>
                    <a:pt x="92525" y="72661"/>
                    <a:pt x="92935" y="75404"/>
                    <a:pt x="93371" y="78120"/>
                  </a:cubicBezTo>
                  <a:cubicBezTo>
                    <a:pt x="93858" y="81170"/>
                    <a:pt x="94396" y="84220"/>
                    <a:pt x="94883" y="87245"/>
                  </a:cubicBezTo>
                  <a:cubicBezTo>
                    <a:pt x="95396" y="90372"/>
                    <a:pt x="95857" y="93524"/>
                    <a:pt x="96344" y="96651"/>
                  </a:cubicBezTo>
                  <a:lnTo>
                    <a:pt x="93627" y="96651"/>
                  </a:lnTo>
                  <a:cubicBezTo>
                    <a:pt x="93627" y="96446"/>
                    <a:pt x="93627" y="96215"/>
                    <a:pt x="93602" y="96010"/>
                  </a:cubicBezTo>
                  <a:cubicBezTo>
                    <a:pt x="93191" y="91269"/>
                    <a:pt x="92551" y="86527"/>
                    <a:pt x="91936" y="81811"/>
                  </a:cubicBezTo>
                  <a:cubicBezTo>
                    <a:pt x="91525" y="78659"/>
                    <a:pt x="91064" y="75532"/>
                    <a:pt x="90705" y="72379"/>
                  </a:cubicBezTo>
                  <a:cubicBezTo>
                    <a:pt x="90321" y="69124"/>
                    <a:pt x="90013" y="65895"/>
                    <a:pt x="89680" y="62640"/>
                  </a:cubicBezTo>
                  <a:cubicBezTo>
                    <a:pt x="89321" y="58924"/>
                    <a:pt x="89193" y="55207"/>
                    <a:pt x="89116" y="51465"/>
                  </a:cubicBezTo>
                  <a:cubicBezTo>
                    <a:pt x="89065" y="47749"/>
                    <a:pt x="89219" y="43956"/>
                    <a:pt x="89475" y="40214"/>
                  </a:cubicBezTo>
                  <a:cubicBezTo>
                    <a:pt x="89706" y="36805"/>
                    <a:pt x="90065" y="33396"/>
                    <a:pt x="90500" y="30013"/>
                  </a:cubicBezTo>
                  <a:cubicBezTo>
                    <a:pt x="90936" y="26399"/>
                    <a:pt x="91449" y="22785"/>
                    <a:pt x="91910" y="19171"/>
                  </a:cubicBezTo>
                  <a:cubicBezTo>
                    <a:pt x="92217" y="16890"/>
                    <a:pt x="92269" y="14558"/>
                    <a:pt x="92038" y="12226"/>
                  </a:cubicBezTo>
                  <a:cubicBezTo>
                    <a:pt x="91910" y="11047"/>
                    <a:pt x="91602" y="9868"/>
                    <a:pt x="91141" y="8766"/>
                  </a:cubicBezTo>
                  <a:cubicBezTo>
                    <a:pt x="90167" y="6613"/>
                    <a:pt x="88399" y="5101"/>
                    <a:pt x="85759" y="4357"/>
                  </a:cubicBezTo>
                  <a:cubicBezTo>
                    <a:pt x="84964" y="4101"/>
                    <a:pt x="84144" y="3922"/>
                    <a:pt x="83324" y="3768"/>
                  </a:cubicBezTo>
                  <a:cubicBezTo>
                    <a:pt x="80889" y="3435"/>
                    <a:pt x="78428" y="3230"/>
                    <a:pt x="75968" y="3204"/>
                  </a:cubicBezTo>
                  <a:cubicBezTo>
                    <a:pt x="71406" y="3101"/>
                    <a:pt x="66844" y="2999"/>
                    <a:pt x="62307" y="2871"/>
                  </a:cubicBezTo>
                  <a:cubicBezTo>
                    <a:pt x="57335" y="2717"/>
                    <a:pt x="52363" y="2538"/>
                    <a:pt x="47416" y="2358"/>
                  </a:cubicBezTo>
                  <a:cubicBezTo>
                    <a:pt x="42598" y="2204"/>
                    <a:pt x="37779" y="2153"/>
                    <a:pt x="32961" y="2486"/>
                  </a:cubicBezTo>
                  <a:cubicBezTo>
                    <a:pt x="29654" y="2666"/>
                    <a:pt x="26348" y="3153"/>
                    <a:pt x="23144" y="3973"/>
                  </a:cubicBezTo>
                  <a:cubicBezTo>
                    <a:pt x="18915" y="5049"/>
                    <a:pt x="15225" y="6843"/>
                    <a:pt x="12175" y="9483"/>
                  </a:cubicBezTo>
                  <a:cubicBezTo>
                    <a:pt x="10201" y="11226"/>
                    <a:pt x="8484" y="13225"/>
                    <a:pt x="7049" y="15455"/>
                  </a:cubicBezTo>
                  <a:cubicBezTo>
                    <a:pt x="5716" y="17531"/>
                    <a:pt x="4563" y="19761"/>
                    <a:pt x="3640" y="22093"/>
                  </a:cubicBezTo>
                  <a:cubicBezTo>
                    <a:pt x="2717" y="24451"/>
                    <a:pt x="1820" y="26809"/>
                    <a:pt x="897" y="29167"/>
                  </a:cubicBezTo>
                  <a:cubicBezTo>
                    <a:pt x="769" y="29526"/>
                    <a:pt x="615" y="29885"/>
                    <a:pt x="436" y="30218"/>
                  </a:cubicBezTo>
                  <a:cubicBezTo>
                    <a:pt x="359" y="30320"/>
                    <a:pt x="154" y="30397"/>
                    <a:pt x="0" y="30474"/>
                  </a:cubicBezTo>
                  <a:lnTo>
                    <a:pt x="0" y="22375"/>
                  </a:lnTo>
                  <a:cubicBezTo>
                    <a:pt x="180" y="22298"/>
                    <a:pt x="359" y="22221"/>
                    <a:pt x="436" y="22093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00" name="Google Shape;445;p17"/>
            <p:cNvSpPr/>
            <p:nvPr/>
          </p:nvSpPr>
          <p:spPr>
            <a:xfrm rot="10800000">
              <a:off x="6347520" y="720"/>
              <a:ext cx="2795400" cy="2610720"/>
            </a:xfrm>
            <a:custGeom>
              <a:avLst/>
              <a:gdLst>
                <a:gd name="textAreaLeft" fmla="*/ 0 w 2795400"/>
                <a:gd name="textAreaRight" fmla="*/ 2795760 w 2795400"/>
                <a:gd name="textAreaTop" fmla="*/ 0 h 2610720"/>
                <a:gd name="textAreaBottom" fmla="*/ 2611080 h 2610720"/>
              </a:gdLst>
              <a:ahLst/>
              <a:cxnLst/>
              <a:rect l="textAreaLeft" t="textAreaTop" r="textAreaRight" b="textAreaBottom"/>
              <a:pathLst>
                <a:path w="87040" h="89322">
                  <a:moveTo>
                    <a:pt x="948" y="33499"/>
                  </a:moveTo>
                  <a:cubicBezTo>
                    <a:pt x="3511" y="30244"/>
                    <a:pt x="5869" y="26784"/>
                    <a:pt x="7997" y="23196"/>
                  </a:cubicBezTo>
                  <a:cubicBezTo>
                    <a:pt x="9047" y="21351"/>
                    <a:pt x="10098" y="19531"/>
                    <a:pt x="11200" y="17711"/>
                  </a:cubicBezTo>
                  <a:cubicBezTo>
                    <a:pt x="12456" y="15558"/>
                    <a:pt x="13943" y="13533"/>
                    <a:pt x="15583" y="11662"/>
                  </a:cubicBezTo>
                  <a:cubicBezTo>
                    <a:pt x="19069" y="7818"/>
                    <a:pt x="23528" y="4999"/>
                    <a:pt x="28962" y="3204"/>
                  </a:cubicBezTo>
                  <a:cubicBezTo>
                    <a:pt x="31858" y="2282"/>
                    <a:pt x="34806" y="1615"/>
                    <a:pt x="37830" y="1180"/>
                  </a:cubicBezTo>
                  <a:cubicBezTo>
                    <a:pt x="42520" y="513"/>
                    <a:pt x="47236" y="154"/>
                    <a:pt x="51978" y="103"/>
                  </a:cubicBezTo>
                  <a:cubicBezTo>
                    <a:pt x="56335" y="1"/>
                    <a:pt x="60692" y="26"/>
                    <a:pt x="65075" y="52"/>
                  </a:cubicBezTo>
                  <a:cubicBezTo>
                    <a:pt x="68125" y="78"/>
                    <a:pt x="71200" y="257"/>
                    <a:pt x="74250" y="616"/>
                  </a:cubicBezTo>
                  <a:cubicBezTo>
                    <a:pt x="76173" y="795"/>
                    <a:pt x="78044" y="1180"/>
                    <a:pt x="79863" y="1769"/>
                  </a:cubicBezTo>
                  <a:cubicBezTo>
                    <a:pt x="82862" y="2769"/>
                    <a:pt x="84887" y="4537"/>
                    <a:pt x="85861" y="7075"/>
                  </a:cubicBezTo>
                  <a:cubicBezTo>
                    <a:pt x="86373" y="8407"/>
                    <a:pt x="86681" y="9817"/>
                    <a:pt x="86758" y="11252"/>
                  </a:cubicBezTo>
                  <a:cubicBezTo>
                    <a:pt x="87040" y="14943"/>
                    <a:pt x="86707" y="18634"/>
                    <a:pt x="86450" y="22324"/>
                  </a:cubicBezTo>
                  <a:cubicBezTo>
                    <a:pt x="86194" y="25656"/>
                    <a:pt x="85886" y="29014"/>
                    <a:pt x="85681" y="32346"/>
                  </a:cubicBezTo>
                  <a:cubicBezTo>
                    <a:pt x="85323" y="37882"/>
                    <a:pt x="85169" y="43444"/>
                    <a:pt x="85297" y="48980"/>
                  </a:cubicBezTo>
                  <a:cubicBezTo>
                    <a:pt x="85374" y="53875"/>
                    <a:pt x="85630" y="58745"/>
                    <a:pt x="85886" y="63640"/>
                  </a:cubicBezTo>
                  <a:cubicBezTo>
                    <a:pt x="86092" y="67484"/>
                    <a:pt x="86348" y="71329"/>
                    <a:pt x="86527" y="75173"/>
                  </a:cubicBezTo>
                  <a:cubicBezTo>
                    <a:pt x="86784" y="79710"/>
                    <a:pt x="86732" y="84246"/>
                    <a:pt x="86425" y="88783"/>
                  </a:cubicBezTo>
                  <a:cubicBezTo>
                    <a:pt x="86450" y="88962"/>
                    <a:pt x="86476" y="89142"/>
                    <a:pt x="86527" y="89321"/>
                  </a:cubicBezTo>
                  <a:lnTo>
                    <a:pt x="83580" y="89321"/>
                  </a:lnTo>
                  <a:cubicBezTo>
                    <a:pt x="83605" y="88886"/>
                    <a:pt x="83605" y="88450"/>
                    <a:pt x="83657" y="88014"/>
                  </a:cubicBezTo>
                  <a:cubicBezTo>
                    <a:pt x="83836" y="85810"/>
                    <a:pt x="84118" y="83580"/>
                    <a:pt x="84221" y="81376"/>
                  </a:cubicBezTo>
                  <a:cubicBezTo>
                    <a:pt x="84502" y="75814"/>
                    <a:pt x="84323" y="70278"/>
                    <a:pt x="84144" y="64742"/>
                  </a:cubicBezTo>
                  <a:cubicBezTo>
                    <a:pt x="84041" y="61385"/>
                    <a:pt x="83913" y="58053"/>
                    <a:pt x="83836" y="54695"/>
                  </a:cubicBezTo>
                  <a:cubicBezTo>
                    <a:pt x="83657" y="47083"/>
                    <a:pt x="83708" y="39471"/>
                    <a:pt x="84195" y="31859"/>
                  </a:cubicBezTo>
                  <a:cubicBezTo>
                    <a:pt x="84451" y="28296"/>
                    <a:pt x="84605" y="24734"/>
                    <a:pt x="84810" y="21171"/>
                  </a:cubicBezTo>
                  <a:cubicBezTo>
                    <a:pt x="84989" y="18557"/>
                    <a:pt x="84938" y="15968"/>
                    <a:pt x="84707" y="13380"/>
                  </a:cubicBezTo>
                  <a:cubicBezTo>
                    <a:pt x="84554" y="11842"/>
                    <a:pt x="84195" y="10355"/>
                    <a:pt x="83631" y="8946"/>
                  </a:cubicBezTo>
                  <a:cubicBezTo>
                    <a:pt x="82580" y="6562"/>
                    <a:pt x="80658" y="4845"/>
                    <a:pt x="77839" y="3820"/>
                  </a:cubicBezTo>
                  <a:cubicBezTo>
                    <a:pt x="76660" y="3410"/>
                    <a:pt x="75481" y="3076"/>
                    <a:pt x="74276" y="2846"/>
                  </a:cubicBezTo>
                  <a:cubicBezTo>
                    <a:pt x="71124" y="2282"/>
                    <a:pt x="67971" y="2000"/>
                    <a:pt x="64793" y="1974"/>
                  </a:cubicBezTo>
                  <a:cubicBezTo>
                    <a:pt x="57770" y="1769"/>
                    <a:pt x="50748" y="2051"/>
                    <a:pt x="43776" y="2871"/>
                  </a:cubicBezTo>
                  <a:cubicBezTo>
                    <a:pt x="40444" y="3230"/>
                    <a:pt x="37164" y="3871"/>
                    <a:pt x="33934" y="4768"/>
                  </a:cubicBezTo>
                  <a:cubicBezTo>
                    <a:pt x="28731" y="6229"/>
                    <a:pt x="24144" y="8484"/>
                    <a:pt x="20350" y="11765"/>
                  </a:cubicBezTo>
                  <a:cubicBezTo>
                    <a:pt x="18223" y="13636"/>
                    <a:pt x="16301" y="15763"/>
                    <a:pt x="14660" y="18095"/>
                  </a:cubicBezTo>
                  <a:cubicBezTo>
                    <a:pt x="13379" y="19864"/>
                    <a:pt x="12174" y="21684"/>
                    <a:pt x="10944" y="23478"/>
                  </a:cubicBezTo>
                  <a:cubicBezTo>
                    <a:pt x="7971" y="27912"/>
                    <a:pt x="4716" y="32141"/>
                    <a:pt x="1205" y="36165"/>
                  </a:cubicBezTo>
                  <a:cubicBezTo>
                    <a:pt x="974" y="36421"/>
                    <a:pt x="743" y="36677"/>
                    <a:pt x="513" y="36908"/>
                  </a:cubicBezTo>
                  <a:cubicBezTo>
                    <a:pt x="333" y="36985"/>
                    <a:pt x="179" y="37036"/>
                    <a:pt x="0" y="37062"/>
                  </a:cubicBezTo>
                  <a:lnTo>
                    <a:pt x="0" y="34242"/>
                  </a:lnTo>
                  <a:cubicBezTo>
                    <a:pt x="564" y="34217"/>
                    <a:pt x="692" y="33807"/>
                    <a:pt x="948" y="3349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01" name="Google Shape;446;p17"/>
            <p:cNvSpPr/>
            <p:nvPr/>
          </p:nvSpPr>
          <p:spPr>
            <a:xfrm rot="10800000">
              <a:off x="7662960" y="720"/>
              <a:ext cx="1479960" cy="1058400"/>
            </a:xfrm>
            <a:custGeom>
              <a:avLst/>
              <a:gdLst>
                <a:gd name="textAreaLeft" fmla="*/ 0 w 1479960"/>
                <a:gd name="textAreaRight" fmla="*/ 1480320 w 1479960"/>
                <a:gd name="textAreaTop" fmla="*/ 0 h 1058400"/>
                <a:gd name="textAreaBottom" fmla="*/ 1058760 h 1058400"/>
              </a:gdLst>
              <a:ahLst/>
              <a:cxnLst/>
              <a:rect l="textAreaLeft" t="textAreaTop" r="textAreaRight" b="textAreaBottom"/>
              <a:pathLst>
                <a:path w="46083" h="36216">
                  <a:moveTo>
                    <a:pt x="11149" y="6818"/>
                  </a:moveTo>
                  <a:cubicBezTo>
                    <a:pt x="13994" y="5357"/>
                    <a:pt x="16916" y="4101"/>
                    <a:pt x="19940" y="3050"/>
                  </a:cubicBezTo>
                  <a:cubicBezTo>
                    <a:pt x="23785" y="1717"/>
                    <a:pt x="27757" y="641"/>
                    <a:pt x="31935" y="231"/>
                  </a:cubicBezTo>
                  <a:cubicBezTo>
                    <a:pt x="33806" y="0"/>
                    <a:pt x="35703" y="26"/>
                    <a:pt x="37599" y="308"/>
                  </a:cubicBezTo>
                  <a:cubicBezTo>
                    <a:pt x="40265" y="769"/>
                    <a:pt x="42315" y="1948"/>
                    <a:pt x="43725" y="3896"/>
                  </a:cubicBezTo>
                  <a:cubicBezTo>
                    <a:pt x="44314" y="4742"/>
                    <a:pt x="44776" y="5664"/>
                    <a:pt x="45109" y="6664"/>
                  </a:cubicBezTo>
                  <a:cubicBezTo>
                    <a:pt x="45622" y="8330"/>
                    <a:pt x="45929" y="10098"/>
                    <a:pt x="45980" y="11867"/>
                  </a:cubicBezTo>
                  <a:cubicBezTo>
                    <a:pt x="46083" y="14635"/>
                    <a:pt x="45929" y="17454"/>
                    <a:pt x="45468" y="20196"/>
                  </a:cubicBezTo>
                  <a:cubicBezTo>
                    <a:pt x="44904" y="23887"/>
                    <a:pt x="44109" y="27501"/>
                    <a:pt x="43110" y="31089"/>
                  </a:cubicBezTo>
                  <a:cubicBezTo>
                    <a:pt x="42725" y="32473"/>
                    <a:pt x="42341" y="33832"/>
                    <a:pt x="41982" y="35216"/>
                  </a:cubicBezTo>
                  <a:cubicBezTo>
                    <a:pt x="41905" y="35523"/>
                    <a:pt x="41649" y="35856"/>
                    <a:pt x="41905" y="36215"/>
                  </a:cubicBezTo>
                  <a:lnTo>
                    <a:pt x="38701" y="36215"/>
                  </a:lnTo>
                  <a:cubicBezTo>
                    <a:pt x="38804" y="35600"/>
                    <a:pt x="38881" y="34959"/>
                    <a:pt x="39009" y="34370"/>
                  </a:cubicBezTo>
                  <a:cubicBezTo>
                    <a:pt x="39752" y="31140"/>
                    <a:pt x="40444" y="27885"/>
                    <a:pt x="40880" y="24630"/>
                  </a:cubicBezTo>
                  <a:cubicBezTo>
                    <a:pt x="41264" y="21683"/>
                    <a:pt x="41495" y="18710"/>
                    <a:pt x="41188" y="15737"/>
                  </a:cubicBezTo>
                  <a:cubicBezTo>
                    <a:pt x="41085" y="14276"/>
                    <a:pt x="40777" y="12866"/>
                    <a:pt x="40291" y="11508"/>
                  </a:cubicBezTo>
                  <a:cubicBezTo>
                    <a:pt x="40009" y="10790"/>
                    <a:pt x="39650" y="10098"/>
                    <a:pt x="39240" y="9432"/>
                  </a:cubicBezTo>
                  <a:cubicBezTo>
                    <a:pt x="37779" y="7074"/>
                    <a:pt x="35395" y="5690"/>
                    <a:pt x="32268" y="5203"/>
                  </a:cubicBezTo>
                  <a:cubicBezTo>
                    <a:pt x="30423" y="4947"/>
                    <a:pt x="28552" y="4921"/>
                    <a:pt x="26707" y="5126"/>
                  </a:cubicBezTo>
                  <a:cubicBezTo>
                    <a:pt x="22554" y="5562"/>
                    <a:pt x="18505" y="6664"/>
                    <a:pt x="14660" y="8330"/>
                  </a:cubicBezTo>
                  <a:cubicBezTo>
                    <a:pt x="10944" y="9919"/>
                    <a:pt x="7356" y="11790"/>
                    <a:pt x="3896" y="13917"/>
                  </a:cubicBezTo>
                  <a:cubicBezTo>
                    <a:pt x="2896" y="14532"/>
                    <a:pt x="1922" y="15173"/>
                    <a:pt x="923" y="15788"/>
                  </a:cubicBezTo>
                  <a:cubicBezTo>
                    <a:pt x="666" y="16019"/>
                    <a:pt x="333" y="16121"/>
                    <a:pt x="0" y="16121"/>
                  </a:cubicBezTo>
                  <a:lnTo>
                    <a:pt x="0" y="13123"/>
                  </a:lnTo>
                  <a:cubicBezTo>
                    <a:pt x="513" y="13123"/>
                    <a:pt x="820" y="12815"/>
                    <a:pt x="1179" y="12584"/>
                  </a:cubicBezTo>
                  <a:cubicBezTo>
                    <a:pt x="4383" y="10508"/>
                    <a:pt x="7689" y="8586"/>
                    <a:pt x="11149" y="681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02" name="Google Shape;447;p17"/>
            <p:cNvSpPr/>
            <p:nvPr/>
          </p:nvSpPr>
          <p:spPr>
            <a:xfrm rot="10800000">
              <a:off x="6503040" y="4092480"/>
              <a:ext cx="2639880" cy="1050840"/>
            </a:xfrm>
            <a:custGeom>
              <a:avLst/>
              <a:gdLst>
                <a:gd name="textAreaLeft" fmla="*/ 0 w 2639880"/>
                <a:gd name="textAreaRight" fmla="*/ 2640240 w 2639880"/>
                <a:gd name="textAreaTop" fmla="*/ 0 h 1050840"/>
                <a:gd name="textAreaBottom" fmla="*/ 1051200 h 1050840"/>
              </a:gdLst>
              <a:ahLst/>
              <a:cxnLst/>
              <a:rect l="textAreaLeft" t="textAreaTop" r="textAreaRight" b="textAreaBottom"/>
              <a:pathLst>
                <a:path w="82196" h="35959">
                  <a:moveTo>
                    <a:pt x="74737" y="6049"/>
                  </a:moveTo>
                  <a:cubicBezTo>
                    <a:pt x="72918" y="7766"/>
                    <a:pt x="71431" y="9791"/>
                    <a:pt x="70355" y="12046"/>
                  </a:cubicBezTo>
                  <a:cubicBezTo>
                    <a:pt x="69663" y="13558"/>
                    <a:pt x="69047" y="15096"/>
                    <a:pt x="68535" y="16685"/>
                  </a:cubicBezTo>
                  <a:cubicBezTo>
                    <a:pt x="67612" y="19402"/>
                    <a:pt x="66715" y="22144"/>
                    <a:pt x="65587" y="24784"/>
                  </a:cubicBezTo>
                  <a:cubicBezTo>
                    <a:pt x="64742" y="26809"/>
                    <a:pt x="63716" y="28782"/>
                    <a:pt x="62486" y="30628"/>
                  </a:cubicBezTo>
                  <a:cubicBezTo>
                    <a:pt x="61692" y="31832"/>
                    <a:pt x="60718" y="32935"/>
                    <a:pt x="59616" y="33857"/>
                  </a:cubicBezTo>
                  <a:cubicBezTo>
                    <a:pt x="57924" y="35216"/>
                    <a:pt x="55848" y="35959"/>
                    <a:pt x="53695" y="35933"/>
                  </a:cubicBezTo>
                  <a:cubicBezTo>
                    <a:pt x="51773" y="35933"/>
                    <a:pt x="49851" y="35626"/>
                    <a:pt x="48005" y="35087"/>
                  </a:cubicBezTo>
                  <a:cubicBezTo>
                    <a:pt x="45750" y="34395"/>
                    <a:pt x="43546" y="33575"/>
                    <a:pt x="41393" y="32576"/>
                  </a:cubicBezTo>
                  <a:cubicBezTo>
                    <a:pt x="37933" y="31012"/>
                    <a:pt x="34575" y="29295"/>
                    <a:pt x="31243" y="27552"/>
                  </a:cubicBezTo>
                  <a:cubicBezTo>
                    <a:pt x="24682" y="24169"/>
                    <a:pt x="18095" y="20786"/>
                    <a:pt x="11405" y="17582"/>
                  </a:cubicBezTo>
                  <a:cubicBezTo>
                    <a:pt x="8022" y="15993"/>
                    <a:pt x="4639" y="14378"/>
                    <a:pt x="1256" y="12789"/>
                  </a:cubicBezTo>
                  <a:cubicBezTo>
                    <a:pt x="871" y="12610"/>
                    <a:pt x="513" y="12354"/>
                    <a:pt x="0" y="12405"/>
                  </a:cubicBezTo>
                  <a:lnTo>
                    <a:pt x="0" y="11277"/>
                  </a:lnTo>
                  <a:cubicBezTo>
                    <a:pt x="179" y="11252"/>
                    <a:pt x="359" y="11252"/>
                    <a:pt x="538" y="11277"/>
                  </a:cubicBezTo>
                  <a:cubicBezTo>
                    <a:pt x="897" y="11405"/>
                    <a:pt x="1205" y="11559"/>
                    <a:pt x="1538" y="11713"/>
                  </a:cubicBezTo>
                  <a:cubicBezTo>
                    <a:pt x="11072" y="16044"/>
                    <a:pt x="20504" y="20504"/>
                    <a:pt x="29885" y="25092"/>
                  </a:cubicBezTo>
                  <a:cubicBezTo>
                    <a:pt x="33370" y="26809"/>
                    <a:pt x="36882" y="28475"/>
                    <a:pt x="40521" y="29961"/>
                  </a:cubicBezTo>
                  <a:cubicBezTo>
                    <a:pt x="42315" y="30705"/>
                    <a:pt x="44186" y="31345"/>
                    <a:pt x="46083" y="31884"/>
                  </a:cubicBezTo>
                  <a:cubicBezTo>
                    <a:pt x="47749" y="32345"/>
                    <a:pt x="49466" y="32576"/>
                    <a:pt x="51209" y="32550"/>
                  </a:cubicBezTo>
                  <a:cubicBezTo>
                    <a:pt x="53131" y="32550"/>
                    <a:pt x="55002" y="31909"/>
                    <a:pt x="56514" y="30730"/>
                  </a:cubicBezTo>
                  <a:cubicBezTo>
                    <a:pt x="57437" y="29987"/>
                    <a:pt x="58232" y="29167"/>
                    <a:pt x="58949" y="28244"/>
                  </a:cubicBezTo>
                  <a:cubicBezTo>
                    <a:pt x="59821" y="27117"/>
                    <a:pt x="60590" y="25938"/>
                    <a:pt x="61256" y="24682"/>
                  </a:cubicBezTo>
                  <a:cubicBezTo>
                    <a:pt x="62384" y="22580"/>
                    <a:pt x="63358" y="20401"/>
                    <a:pt x="64229" y="18197"/>
                  </a:cubicBezTo>
                  <a:cubicBezTo>
                    <a:pt x="65049" y="16147"/>
                    <a:pt x="65844" y="14096"/>
                    <a:pt x="66715" y="12046"/>
                  </a:cubicBezTo>
                  <a:cubicBezTo>
                    <a:pt x="67792" y="9560"/>
                    <a:pt x="69355" y="7279"/>
                    <a:pt x="71329" y="5408"/>
                  </a:cubicBezTo>
                  <a:cubicBezTo>
                    <a:pt x="72764" y="4075"/>
                    <a:pt x="74302" y="2871"/>
                    <a:pt x="75942" y="1794"/>
                  </a:cubicBezTo>
                  <a:cubicBezTo>
                    <a:pt x="76813" y="1205"/>
                    <a:pt x="77685" y="589"/>
                    <a:pt x="78556" y="0"/>
                  </a:cubicBezTo>
                  <a:lnTo>
                    <a:pt x="82196" y="0"/>
                  </a:lnTo>
                  <a:cubicBezTo>
                    <a:pt x="81273" y="692"/>
                    <a:pt x="80376" y="1410"/>
                    <a:pt x="79453" y="2102"/>
                  </a:cubicBezTo>
                  <a:cubicBezTo>
                    <a:pt x="77813" y="3332"/>
                    <a:pt x="76224" y="4639"/>
                    <a:pt x="74737" y="604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03" name="Google Shape;448;p17"/>
            <p:cNvSpPr/>
            <p:nvPr/>
          </p:nvSpPr>
          <p:spPr>
            <a:xfrm rot="10800000">
              <a:off x="2026440" y="4494240"/>
              <a:ext cx="1460880" cy="649080"/>
            </a:xfrm>
            <a:custGeom>
              <a:avLst/>
              <a:gdLst>
                <a:gd name="textAreaLeft" fmla="*/ 0 w 1460880"/>
                <a:gd name="textAreaRight" fmla="*/ 1461240 w 1460880"/>
                <a:gd name="textAreaTop" fmla="*/ 0 h 649080"/>
                <a:gd name="textAreaBottom" fmla="*/ 649440 h 649080"/>
              </a:gdLst>
              <a:ahLst/>
              <a:cxnLst/>
              <a:rect l="textAreaLeft" t="textAreaTop" r="textAreaRight" b="textAreaBottom"/>
              <a:pathLst>
                <a:path w="45495" h="22222">
                  <a:moveTo>
                    <a:pt x="39240" y="3024"/>
                  </a:moveTo>
                  <a:cubicBezTo>
                    <a:pt x="32192" y="6356"/>
                    <a:pt x="25528" y="10406"/>
                    <a:pt x="19377" y="15173"/>
                  </a:cubicBezTo>
                  <a:cubicBezTo>
                    <a:pt x="18173" y="16096"/>
                    <a:pt x="16968" y="17018"/>
                    <a:pt x="15738" y="17890"/>
                  </a:cubicBezTo>
                  <a:cubicBezTo>
                    <a:pt x="14482" y="18761"/>
                    <a:pt x="13277" y="19556"/>
                    <a:pt x="11996" y="20325"/>
                  </a:cubicBezTo>
                  <a:cubicBezTo>
                    <a:pt x="11150" y="20837"/>
                    <a:pt x="10253" y="21247"/>
                    <a:pt x="9305" y="21555"/>
                  </a:cubicBezTo>
                  <a:cubicBezTo>
                    <a:pt x="7228" y="22221"/>
                    <a:pt x="5357" y="21914"/>
                    <a:pt x="3743" y="20658"/>
                  </a:cubicBezTo>
                  <a:cubicBezTo>
                    <a:pt x="2923" y="19991"/>
                    <a:pt x="2231" y="19197"/>
                    <a:pt x="1744" y="18274"/>
                  </a:cubicBezTo>
                  <a:cubicBezTo>
                    <a:pt x="1077" y="16993"/>
                    <a:pt x="616" y="15634"/>
                    <a:pt x="411" y="14199"/>
                  </a:cubicBezTo>
                  <a:cubicBezTo>
                    <a:pt x="26" y="11508"/>
                    <a:pt x="1" y="8765"/>
                    <a:pt x="334" y="6049"/>
                  </a:cubicBezTo>
                  <a:cubicBezTo>
                    <a:pt x="539" y="4050"/>
                    <a:pt x="821" y="2025"/>
                    <a:pt x="1103" y="0"/>
                  </a:cubicBezTo>
                  <a:lnTo>
                    <a:pt x="3589" y="0"/>
                  </a:lnTo>
                  <a:cubicBezTo>
                    <a:pt x="3486" y="897"/>
                    <a:pt x="3384" y="1820"/>
                    <a:pt x="3307" y="2717"/>
                  </a:cubicBezTo>
                  <a:cubicBezTo>
                    <a:pt x="3025" y="5075"/>
                    <a:pt x="2846" y="7458"/>
                    <a:pt x="3128" y="9842"/>
                  </a:cubicBezTo>
                  <a:cubicBezTo>
                    <a:pt x="3256" y="11021"/>
                    <a:pt x="3563" y="12200"/>
                    <a:pt x="4025" y="13302"/>
                  </a:cubicBezTo>
                  <a:cubicBezTo>
                    <a:pt x="4332" y="14045"/>
                    <a:pt x="4742" y="14712"/>
                    <a:pt x="5281" y="15301"/>
                  </a:cubicBezTo>
                  <a:cubicBezTo>
                    <a:pt x="5768" y="15839"/>
                    <a:pt x="6383" y="16275"/>
                    <a:pt x="7075" y="16557"/>
                  </a:cubicBezTo>
                  <a:cubicBezTo>
                    <a:pt x="8074" y="16941"/>
                    <a:pt x="9176" y="16967"/>
                    <a:pt x="10176" y="16634"/>
                  </a:cubicBezTo>
                  <a:cubicBezTo>
                    <a:pt x="10996" y="16378"/>
                    <a:pt x="11765" y="16070"/>
                    <a:pt x="12508" y="15686"/>
                  </a:cubicBezTo>
                  <a:cubicBezTo>
                    <a:pt x="13636" y="15070"/>
                    <a:pt x="14764" y="14404"/>
                    <a:pt x="15815" y="13686"/>
                  </a:cubicBezTo>
                  <a:cubicBezTo>
                    <a:pt x="17737" y="12405"/>
                    <a:pt x="19582" y="11072"/>
                    <a:pt x="21453" y="9739"/>
                  </a:cubicBezTo>
                  <a:cubicBezTo>
                    <a:pt x="26630" y="6049"/>
                    <a:pt x="32167" y="2896"/>
                    <a:pt x="37985" y="359"/>
                  </a:cubicBezTo>
                  <a:cubicBezTo>
                    <a:pt x="38241" y="256"/>
                    <a:pt x="38446" y="128"/>
                    <a:pt x="38651" y="0"/>
                  </a:cubicBezTo>
                  <a:lnTo>
                    <a:pt x="45494" y="0"/>
                  </a:lnTo>
                  <a:cubicBezTo>
                    <a:pt x="45264" y="154"/>
                    <a:pt x="45007" y="308"/>
                    <a:pt x="44777" y="436"/>
                  </a:cubicBezTo>
                  <a:cubicBezTo>
                    <a:pt x="42931" y="1307"/>
                    <a:pt x="41060" y="2153"/>
                    <a:pt x="39240" y="3024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04" name="Google Shape;449;p17"/>
            <p:cNvSpPr/>
            <p:nvPr/>
          </p:nvSpPr>
          <p:spPr>
            <a:xfrm rot="10800000">
              <a:off x="7418520" y="720"/>
              <a:ext cx="1724400" cy="1312200"/>
            </a:xfrm>
            <a:custGeom>
              <a:avLst/>
              <a:gdLst>
                <a:gd name="textAreaLeft" fmla="*/ 0 w 1724400"/>
                <a:gd name="textAreaRight" fmla="*/ 1724760 w 1724400"/>
                <a:gd name="textAreaTop" fmla="*/ 0 h 1312200"/>
                <a:gd name="textAreaBottom" fmla="*/ 1312560 h 1312200"/>
              </a:gdLst>
              <a:ahLst/>
              <a:cxnLst/>
              <a:rect l="textAreaLeft" t="textAreaTop" r="textAreaRight" b="textAreaBottom"/>
              <a:pathLst>
                <a:path w="53696" h="44905">
                  <a:moveTo>
                    <a:pt x="5024" y="14199"/>
                  </a:moveTo>
                  <a:cubicBezTo>
                    <a:pt x="12456" y="9766"/>
                    <a:pt x="20350" y="6100"/>
                    <a:pt x="28552" y="3281"/>
                  </a:cubicBezTo>
                  <a:cubicBezTo>
                    <a:pt x="31602" y="2179"/>
                    <a:pt x="34729" y="1308"/>
                    <a:pt x="37907" y="667"/>
                  </a:cubicBezTo>
                  <a:cubicBezTo>
                    <a:pt x="40085" y="180"/>
                    <a:pt x="42315" y="0"/>
                    <a:pt x="44545" y="129"/>
                  </a:cubicBezTo>
                  <a:cubicBezTo>
                    <a:pt x="47621" y="359"/>
                    <a:pt x="49902" y="1590"/>
                    <a:pt x="51363" y="3845"/>
                  </a:cubicBezTo>
                  <a:cubicBezTo>
                    <a:pt x="52003" y="4819"/>
                    <a:pt x="52516" y="5921"/>
                    <a:pt x="52824" y="7074"/>
                  </a:cubicBezTo>
                  <a:cubicBezTo>
                    <a:pt x="53413" y="9150"/>
                    <a:pt x="53695" y="11329"/>
                    <a:pt x="53669" y="13482"/>
                  </a:cubicBezTo>
                  <a:cubicBezTo>
                    <a:pt x="53695" y="16250"/>
                    <a:pt x="53464" y="18992"/>
                    <a:pt x="53003" y="21735"/>
                  </a:cubicBezTo>
                  <a:cubicBezTo>
                    <a:pt x="52414" y="25297"/>
                    <a:pt x="51619" y="28834"/>
                    <a:pt x="50645" y="32346"/>
                  </a:cubicBezTo>
                  <a:cubicBezTo>
                    <a:pt x="49620" y="36216"/>
                    <a:pt x="48390" y="40060"/>
                    <a:pt x="47134" y="43879"/>
                  </a:cubicBezTo>
                  <a:cubicBezTo>
                    <a:pt x="47031" y="44212"/>
                    <a:pt x="46980" y="44545"/>
                    <a:pt x="46929" y="44904"/>
                  </a:cubicBezTo>
                  <a:lnTo>
                    <a:pt x="45314" y="44904"/>
                  </a:lnTo>
                  <a:cubicBezTo>
                    <a:pt x="45314" y="44648"/>
                    <a:pt x="45340" y="44392"/>
                    <a:pt x="45391" y="44161"/>
                  </a:cubicBezTo>
                  <a:cubicBezTo>
                    <a:pt x="45545" y="43648"/>
                    <a:pt x="45724" y="43136"/>
                    <a:pt x="45904" y="42623"/>
                  </a:cubicBezTo>
                  <a:cubicBezTo>
                    <a:pt x="48082" y="35780"/>
                    <a:pt x="50004" y="28885"/>
                    <a:pt x="50901" y="21837"/>
                  </a:cubicBezTo>
                  <a:cubicBezTo>
                    <a:pt x="51260" y="19223"/>
                    <a:pt x="51337" y="16583"/>
                    <a:pt x="51183" y="13969"/>
                  </a:cubicBezTo>
                  <a:cubicBezTo>
                    <a:pt x="51106" y="12636"/>
                    <a:pt x="50876" y="11329"/>
                    <a:pt x="50543" y="10047"/>
                  </a:cubicBezTo>
                  <a:cubicBezTo>
                    <a:pt x="50184" y="8715"/>
                    <a:pt x="49594" y="7433"/>
                    <a:pt x="48774" y="6305"/>
                  </a:cubicBezTo>
                  <a:cubicBezTo>
                    <a:pt x="47493" y="4588"/>
                    <a:pt x="45673" y="3512"/>
                    <a:pt x="43264" y="3102"/>
                  </a:cubicBezTo>
                  <a:cubicBezTo>
                    <a:pt x="41470" y="2845"/>
                    <a:pt x="39624" y="2820"/>
                    <a:pt x="37830" y="3076"/>
                  </a:cubicBezTo>
                  <a:cubicBezTo>
                    <a:pt x="35805" y="3307"/>
                    <a:pt x="33806" y="3691"/>
                    <a:pt x="31858" y="4204"/>
                  </a:cubicBezTo>
                  <a:cubicBezTo>
                    <a:pt x="25989" y="5742"/>
                    <a:pt x="20299" y="7818"/>
                    <a:pt x="14814" y="10406"/>
                  </a:cubicBezTo>
                  <a:cubicBezTo>
                    <a:pt x="10175" y="12636"/>
                    <a:pt x="5664" y="15122"/>
                    <a:pt x="1333" y="17890"/>
                  </a:cubicBezTo>
                  <a:cubicBezTo>
                    <a:pt x="923" y="18147"/>
                    <a:pt x="436" y="18352"/>
                    <a:pt x="0" y="18608"/>
                  </a:cubicBezTo>
                  <a:lnTo>
                    <a:pt x="0" y="17096"/>
                  </a:lnTo>
                  <a:cubicBezTo>
                    <a:pt x="384" y="17019"/>
                    <a:pt x="769" y="16839"/>
                    <a:pt x="1076" y="16609"/>
                  </a:cubicBezTo>
                  <a:cubicBezTo>
                    <a:pt x="2384" y="15814"/>
                    <a:pt x="3691" y="14994"/>
                    <a:pt x="5024" y="1419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05" name="Google Shape;450;p17"/>
            <p:cNvSpPr/>
            <p:nvPr/>
          </p:nvSpPr>
          <p:spPr>
            <a:xfrm rot="10800000">
              <a:off x="720" y="3336120"/>
              <a:ext cx="301680" cy="823680"/>
            </a:xfrm>
            <a:custGeom>
              <a:avLst/>
              <a:gdLst>
                <a:gd name="textAreaLeft" fmla="*/ 0 w 301680"/>
                <a:gd name="textAreaRight" fmla="*/ 302040 w 301680"/>
                <a:gd name="textAreaTop" fmla="*/ 0 h 823680"/>
                <a:gd name="textAreaBottom" fmla="*/ 824040 h 823680"/>
              </a:gdLst>
              <a:ahLst/>
              <a:cxnLst/>
              <a:rect l="textAreaLeft" t="textAreaTop" r="textAreaRight" b="textAreaBottom"/>
              <a:pathLst>
                <a:path w="9407" h="28194">
                  <a:moveTo>
                    <a:pt x="4050" y="24579"/>
                  </a:moveTo>
                  <a:cubicBezTo>
                    <a:pt x="1462" y="22273"/>
                    <a:pt x="129" y="19556"/>
                    <a:pt x="26" y="16429"/>
                  </a:cubicBezTo>
                  <a:cubicBezTo>
                    <a:pt x="1" y="14481"/>
                    <a:pt x="359" y="12533"/>
                    <a:pt x="1103" y="10714"/>
                  </a:cubicBezTo>
                  <a:cubicBezTo>
                    <a:pt x="2743" y="6536"/>
                    <a:pt x="5639" y="3025"/>
                    <a:pt x="9407" y="0"/>
                  </a:cubicBezTo>
                  <a:lnTo>
                    <a:pt x="9407" y="7125"/>
                  </a:lnTo>
                  <a:cubicBezTo>
                    <a:pt x="9356" y="7177"/>
                    <a:pt x="9279" y="7202"/>
                    <a:pt x="9228" y="7253"/>
                  </a:cubicBezTo>
                  <a:cubicBezTo>
                    <a:pt x="7741" y="9842"/>
                    <a:pt x="7126" y="12559"/>
                    <a:pt x="7792" y="15429"/>
                  </a:cubicBezTo>
                  <a:cubicBezTo>
                    <a:pt x="8074" y="16660"/>
                    <a:pt x="8612" y="17813"/>
                    <a:pt x="9407" y="18787"/>
                  </a:cubicBezTo>
                  <a:lnTo>
                    <a:pt x="9407" y="28193"/>
                  </a:lnTo>
                  <a:lnTo>
                    <a:pt x="8100" y="27424"/>
                  </a:lnTo>
                  <a:cubicBezTo>
                    <a:pt x="6639" y="26630"/>
                    <a:pt x="5280" y="25681"/>
                    <a:pt x="4050" y="2457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06" name="Google Shape;451;p17"/>
            <p:cNvSpPr/>
            <p:nvPr/>
          </p:nvSpPr>
          <p:spPr>
            <a:xfrm rot="10800000">
              <a:off x="6773040" y="4313520"/>
              <a:ext cx="2369880" cy="829800"/>
            </a:xfrm>
            <a:custGeom>
              <a:avLst/>
              <a:gdLst>
                <a:gd name="textAreaLeft" fmla="*/ 0 w 2369880"/>
                <a:gd name="textAreaRight" fmla="*/ 2370240 w 2369880"/>
                <a:gd name="textAreaTop" fmla="*/ 0 h 829800"/>
                <a:gd name="textAreaBottom" fmla="*/ 830160 h 829800"/>
              </a:gdLst>
              <a:ahLst/>
              <a:cxnLst/>
              <a:rect l="textAreaLeft" t="textAreaTop" r="textAreaRight" b="textAreaBottom"/>
              <a:pathLst>
                <a:path w="73790" h="28399">
                  <a:moveTo>
                    <a:pt x="63076" y="10355"/>
                  </a:moveTo>
                  <a:cubicBezTo>
                    <a:pt x="62537" y="11405"/>
                    <a:pt x="61999" y="12482"/>
                    <a:pt x="61461" y="13558"/>
                  </a:cubicBezTo>
                  <a:cubicBezTo>
                    <a:pt x="60308" y="16044"/>
                    <a:pt x="59000" y="18479"/>
                    <a:pt x="57591" y="20863"/>
                  </a:cubicBezTo>
                  <a:cubicBezTo>
                    <a:pt x="56745" y="22247"/>
                    <a:pt x="55771" y="23554"/>
                    <a:pt x="54669" y="24784"/>
                  </a:cubicBezTo>
                  <a:cubicBezTo>
                    <a:pt x="53900" y="25630"/>
                    <a:pt x="53029" y="26373"/>
                    <a:pt x="52080" y="26988"/>
                  </a:cubicBezTo>
                  <a:cubicBezTo>
                    <a:pt x="51004" y="27680"/>
                    <a:pt x="49799" y="28090"/>
                    <a:pt x="48543" y="28244"/>
                  </a:cubicBezTo>
                  <a:cubicBezTo>
                    <a:pt x="47211" y="28398"/>
                    <a:pt x="45878" y="28347"/>
                    <a:pt x="44596" y="28090"/>
                  </a:cubicBezTo>
                  <a:cubicBezTo>
                    <a:pt x="42674" y="27757"/>
                    <a:pt x="40803" y="27245"/>
                    <a:pt x="38983" y="26604"/>
                  </a:cubicBezTo>
                  <a:cubicBezTo>
                    <a:pt x="35780" y="25502"/>
                    <a:pt x="32730" y="24195"/>
                    <a:pt x="29705" y="22836"/>
                  </a:cubicBezTo>
                  <a:cubicBezTo>
                    <a:pt x="24169" y="20401"/>
                    <a:pt x="18684" y="17941"/>
                    <a:pt x="13174" y="15481"/>
                  </a:cubicBezTo>
                  <a:cubicBezTo>
                    <a:pt x="9201" y="13686"/>
                    <a:pt x="5229" y="11944"/>
                    <a:pt x="1256" y="10175"/>
                  </a:cubicBezTo>
                  <a:cubicBezTo>
                    <a:pt x="871" y="9996"/>
                    <a:pt x="487" y="9739"/>
                    <a:pt x="0" y="9765"/>
                  </a:cubicBezTo>
                  <a:lnTo>
                    <a:pt x="0" y="9022"/>
                  </a:lnTo>
                  <a:cubicBezTo>
                    <a:pt x="461" y="9176"/>
                    <a:pt x="923" y="9329"/>
                    <a:pt x="1358" y="9509"/>
                  </a:cubicBezTo>
                  <a:cubicBezTo>
                    <a:pt x="9252" y="12943"/>
                    <a:pt x="17172" y="16378"/>
                    <a:pt x="25066" y="19838"/>
                  </a:cubicBezTo>
                  <a:cubicBezTo>
                    <a:pt x="28475" y="21299"/>
                    <a:pt x="31884" y="22708"/>
                    <a:pt x="35395" y="23990"/>
                  </a:cubicBezTo>
                  <a:cubicBezTo>
                    <a:pt x="37215" y="24656"/>
                    <a:pt x="39060" y="25194"/>
                    <a:pt x="40931" y="25656"/>
                  </a:cubicBezTo>
                  <a:cubicBezTo>
                    <a:pt x="42443" y="26014"/>
                    <a:pt x="43981" y="26194"/>
                    <a:pt x="45545" y="26168"/>
                  </a:cubicBezTo>
                  <a:cubicBezTo>
                    <a:pt x="47082" y="26168"/>
                    <a:pt x="48569" y="25758"/>
                    <a:pt x="49902" y="24989"/>
                  </a:cubicBezTo>
                  <a:cubicBezTo>
                    <a:pt x="50927" y="24374"/>
                    <a:pt x="51850" y="23656"/>
                    <a:pt x="52695" y="22811"/>
                  </a:cubicBezTo>
                  <a:cubicBezTo>
                    <a:pt x="53746" y="21734"/>
                    <a:pt x="54695" y="20555"/>
                    <a:pt x="55540" y="19299"/>
                  </a:cubicBezTo>
                  <a:cubicBezTo>
                    <a:pt x="56950" y="17198"/>
                    <a:pt x="58257" y="15045"/>
                    <a:pt x="59436" y="12815"/>
                  </a:cubicBezTo>
                  <a:cubicBezTo>
                    <a:pt x="60103" y="11585"/>
                    <a:pt x="60769" y="10355"/>
                    <a:pt x="61461" y="9150"/>
                  </a:cubicBezTo>
                  <a:cubicBezTo>
                    <a:pt x="62409" y="7510"/>
                    <a:pt x="63588" y="5997"/>
                    <a:pt x="64947" y="4665"/>
                  </a:cubicBezTo>
                  <a:cubicBezTo>
                    <a:pt x="66587" y="3076"/>
                    <a:pt x="68432" y="1717"/>
                    <a:pt x="70432" y="589"/>
                  </a:cubicBezTo>
                  <a:cubicBezTo>
                    <a:pt x="70739" y="410"/>
                    <a:pt x="70995" y="205"/>
                    <a:pt x="71277" y="0"/>
                  </a:cubicBezTo>
                  <a:lnTo>
                    <a:pt x="73789" y="0"/>
                  </a:lnTo>
                  <a:cubicBezTo>
                    <a:pt x="73123" y="410"/>
                    <a:pt x="72482" y="846"/>
                    <a:pt x="71790" y="1256"/>
                  </a:cubicBezTo>
                  <a:cubicBezTo>
                    <a:pt x="67869" y="3614"/>
                    <a:pt x="64947" y="6638"/>
                    <a:pt x="63076" y="1035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07" name="Google Shape;452;p17"/>
            <p:cNvSpPr/>
            <p:nvPr/>
          </p:nvSpPr>
          <p:spPr>
            <a:xfrm rot="10800000">
              <a:off x="2508840" y="4835880"/>
              <a:ext cx="762840" cy="307440"/>
            </a:xfrm>
            <a:custGeom>
              <a:avLst/>
              <a:gdLst>
                <a:gd name="textAreaLeft" fmla="*/ 0 w 762840"/>
                <a:gd name="textAreaRight" fmla="*/ 763200 w 762840"/>
                <a:gd name="textAreaTop" fmla="*/ 0 h 307440"/>
                <a:gd name="textAreaBottom" fmla="*/ 307800 h 307440"/>
              </a:gdLst>
              <a:ahLst/>
              <a:cxnLst/>
              <a:rect l="textAreaLeft" t="textAreaTop" r="textAreaRight" b="textAreaBottom"/>
              <a:pathLst>
                <a:path w="23760" h="10534">
                  <a:moveTo>
                    <a:pt x="13944" y="5895"/>
                  </a:moveTo>
                  <a:cubicBezTo>
                    <a:pt x="12534" y="6792"/>
                    <a:pt x="11099" y="7663"/>
                    <a:pt x="9663" y="8509"/>
                  </a:cubicBezTo>
                  <a:cubicBezTo>
                    <a:pt x="8895" y="8945"/>
                    <a:pt x="8126" y="9329"/>
                    <a:pt x="7331" y="9688"/>
                  </a:cubicBezTo>
                  <a:cubicBezTo>
                    <a:pt x="6742" y="9919"/>
                    <a:pt x="6152" y="10124"/>
                    <a:pt x="5537" y="10252"/>
                  </a:cubicBezTo>
                  <a:cubicBezTo>
                    <a:pt x="4153" y="10534"/>
                    <a:pt x="2974" y="10226"/>
                    <a:pt x="2077" y="9329"/>
                  </a:cubicBezTo>
                  <a:cubicBezTo>
                    <a:pt x="1692" y="8919"/>
                    <a:pt x="1359" y="8458"/>
                    <a:pt x="1077" y="7971"/>
                  </a:cubicBezTo>
                  <a:cubicBezTo>
                    <a:pt x="667" y="7176"/>
                    <a:pt x="411" y="6305"/>
                    <a:pt x="283" y="5434"/>
                  </a:cubicBezTo>
                  <a:cubicBezTo>
                    <a:pt x="78" y="3947"/>
                    <a:pt x="1" y="2435"/>
                    <a:pt x="129" y="948"/>
                  </a:cubicBezTo>
                  <a:cubicBezTo>
                    <a:pt x="129" y="615"/>
                    <a:pt x="78" y="333"/>
                    <a:pt x="78" y="26"/>
                  </a:cubicBezTo>
                  <a:lnTo>
                    <a:pt x="2128" y="26"/>
                  </a:lnTo>
                  <a:cubicBezTo>
                    <a:pt x="2077" y="1025"/>
                    <a:pt x="2179" y="1999"/>
                    <a:pt x="2384" y="2973"/>
                  </a:cubicBezTo>
                  <a:cubicBezTo>
                    <a:pt x="2538" y="3870"/>
                    <a:pt x="2871" y="4716"/>
                    <a:pt x="3384" y="5459"/>
                  </a:cubicBezTo>
                  <a:cubicBezTo>
                    <a:pt x="4358" y="6792"/>
                    <a:pt x="5742" y="7279"/>
                    <a:pt x="7536" y="6818"/>
                  </a:cubicBezTo>
                  <a:cubicBezTo>
                    <a:pt x="8356" y="6613"/>
                    <a:pt x="9151" y="6305"/>
                    <a:pt x="9894" y="5946"/>
                  </a:cubicBezTo>
                  <a:cubicBezTo>
                    <a:pt x="11047" y="5408"/>
                    <a:pt x="12150" y="4793"/>
                    <a:pt x="13252" y="4178"/>
                  </a:cubicBezTo>
                  <a:cubicBezTo>
                    <a:pt x="15533" y="2896"/>
                    <a:pt x="17763" y="1563"/>
                    <a:pt x="20018" y="256"/>
                  </a:cubicBezTo>
                  <a:cubicBezTo>
                    <a:pt x="20146" y="179"/>
                    <a:pt x="20249" y="103"/>
                    <a:pt x="20351" y="0"/>
                  </a:cubicBezTo>
                  <a:lnTo>
                    <a:pt x="23760" y="0"/>
                  </a:lnTo>
                  <a:cubicBezTo>
                    <a:pt x="23581" y="154"/>
                    <a:pt x="23376" y="308"/>
                    <a:pt x="23171" y="436"/>
                  </a:cubicBezTo>
                  <a:cubicBezTo>
                    <a:pt x="19967" y="2127"/>
                    <a:pt x="16968" y="3998"/>
                    <a:pt x="13944" y="589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208" name="Google Shape;453;p17"/>
          <p:cNvSpPr/>
          <p:nvPr/>
        </p:nvSpPr>
        <p:spPr>
          <a:xfrm>
            <a:off x="222480" y="245880"/>
            <a:ext cx="8698320" cy="4651560"/>
          </a:xfrm>
          <a:prstGeom prst="roundRect">
            <a:avLst>
              <a:gd name="adj" fmla="val 10431"/>
            </a:avLst>
          </a:prstGeom>
          <a:solidFill>
            <a:schemeClr val="accent6"/>
          </a:solidFill>
          <a:ln w="0">
            <a:noFill/>
          </a:ln>
          <a:effectLst>
            <a:outerShdw blurRad="585720" algn="bl" rotWithShape="0">
              <a:schemeClr val="dk2">
                <a:alpha val="81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  <a:endParaRPr lang="fr-FR" sz="35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/>
    <p:bodyStyle/>
    <p:otherStyle/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7477FB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" name="Google Shape;462;p18"/>
          <p:cNvGrpSpPr/>
          <p:nvPr/>
        </p:nvGrpSpPr>
        <p:grpSpPr>
          <a:xfrm>
            <a:off x="360" y="360"/>
            <a:ext cx="9143280" cy="5142960"/>
            <a:chOff x="360" y="360"/>
            <a:chExt cx="9143280" cy="5142960"/>
          </a:xfrm>
        </p:grpSpPr>
        <p:sp>
          <p:nvSpPr>
            <p:cNvPr id="211" name="Google Shape;463;p18"/>
            <p:cNvSpPr/>
            <p:nvPr/>
          </p:nvSpPr>
          <p:spPr>
            <a:xfrm rot="10800000">
              <a:off x="360" y="715680"/>
              <a:ext cx="3819600" cy="4427640"/>
            </a:xfrm>
            <a:custGeom>
              <a:avLst/>
              <a:gdLst>
                <a:gd name="textAreaLeft" fmla="*/ 0 w 3819600"/>
                <a:gd name="textAreaRight" fmla="*/ 3819960 w 3819600"/>
                <a:gd name="textAreaTop" fmla="*/ 0 h 4427640"/>
                <a:gd name="textAreaBottom" fmla="*/ 4428000 h 4427640"/>
              </a:gdLst>
              <a:ahLst/>
              <a:cxnLst/>
              <a:rect l="textAreaLeft" t="textAreaTop" r="textAreaRight" b="textAreaBottom"/>
              <a:pathLst>
                <a:path w="118924" h="151474">
                  <a:moveTo>
                    <a:pt x="103008" y="151473"/>
                  </a:moveTo>
                  <a:cubicBezTo>
                    <a:pt x="98522" y="151448"/>
                    <a:pt x="94063" y="150781"/>
                    <a:pt x="89731" y="149525"/>
                  </a:cubicBezTo>
                  <a:cubicBezTo>
                    <a:pt x="87425" y="148833"/>
                    <a:pt x="85118" y="148090"/>
                    <a:pt x="82862" y="147270"/>
                  </a:cubicBezTo>
                  <a:cubicBezTo>
                    <a:pt x="77531" y="145348"/>
                    <a:pt x="72200" y="143374"/>
                    <a:pt x="66869" y="141375"/>
                  </a:cubicBezTo>
                  <a:cubicBezTo>
                    <a:pt x="65024" y="140657"/>
                    <a:pt x="63178" y="139888"/>
                    <a:pt x="61384" y="139094"/>
                  </a:cubicBezTo>
                  <a:cubicBezTo>
                    <a:pt x="56130" y="136787"/>
                    <a:pt x="52414" y="133302"/>
                    <a:pt x="50158" y="128739"/>
                  </a:cubicBezTo>
                  <a:cubicBezTo>
                    <a:pt x="48979" y="126407"/>
                    <a:pt x="48031" y="123947"/>
                    <a:pt x="47288" y="121435"/>
                  </a:cubicBezTo>
                  <a:cubicBezTo>
                    <a:pt x="46493" y="118616"/>
                    <a:pt x="45724" y="115822"/>
                    <a:pt x="45084" y="112977"/>
                  </a:cubicBezTo>
                  <a:cubicBezTo>
                    <a:pt x="44545" y="110465"/>
                    <a:pt x="44161" y="107902"/>
                    <a:pt x="43776" y="105365"/>
                  </a:cubicBezTo>
                  <a:cubicBezTo>
                    <a:pt x="43469" y="103084"/>
                    <a:pt x="43187" y="100803"/>
                    <a:pt x="42982" y="98522"/>
                  </a:cubicBezTo>
                  <a:cubicBezTo>
                    <a:pt x="42444" y="93114"/>
                    <a:pt x="42187" y="87706"/>
                    <a:pt x="42674" y="82298"/>
                  </a:cubicBezTo>
                  <a:cubicBezTo>
                    <a:pt x="43161" y="77351"/>
                    <a:pt x="44340" y="72507"/>
                    <a:pt x="46160" y="67868"/>
                  </a:cubicBezTo>
                  <a:cubicBezTo>
                    <a:pt x="47518" y="64357"/>
                    <a:pt x="49236" y="60948"/>
                    <a:pt x="50902" y="57514"/>
                  </a:cubicBezTo>
                  <a:cubicBezTo>
                    <a:pt x="55028" y="49081"/>
                    <a:pt x="59975" y="40982"/>
                    <a:pt x="65460" y="33088"/>
                  </a:cubicBezTo>
                  <a:cubicBezTo>
                    <a:pt x="67664" y="29961"/>
                    <a:pt x="69765" y="26758"/>
                    <a:pt x="71867" y="23554"/>
                  </a:cubicBezTo>
                  <a:cubicBezTo>
                    <a:pt x="72585" y="22503"/>
                    <a:pt x="73200" y="21375"/>
                    <a:pt x="73789" y="20273"/>
                  </a:cubicBezTo>
                  <a:cubicBezTo>
                    <a:pt x="74456" y="19094"/>
                    <a:pt x="74917" y="17813"/>
                    <a:pt x="75148" y="16480"/>
                  </a:cubicBezTo>
                  <a:cubicBezTo>
                    <a:pt x="75225" y="15967"/>
                    <a:pt x="75225" y="15429"/>
                    <a:pt x="75148" y="14891"/>
                  </a:cubicBezTo>
                  <a:cubicBezTo>
                    <a:pt x="75020" y="13866"/>
                    <a:pt x="74251" y="13276"/>
                    <a:pt x="73097" y="12994"/>
                  </a:cubicBezTo>
                  <a:cubicBezTo>
                    <a:pt x="72303" y="12815"/>
                    <a:pt x="71508" y="12764"/>
                    <a:pt x="70714" y="12841"/>
                  </a:cubicBezTo>
                  <a:cubicBezTo>
                    <a:pt x="69560" y="12943"/>
                    <a:pt x="68407" y="13123"/>
                    <a:pt x="67254" y="13404"/>
                  </a:cubicBezTo>
                  <a:cubicBezTo>
                    <a:pt x="65460" y="13866"/>
                    <a:pt x="63691" y="14430"/>
                    <a:pt x="61974" y="15122"/>
                  </a:cubicBezTo>
                  <a:cubicBezTo>
                    <a:pt x="58693" y="16378"/>
                    <a:pt x="55489" y="17838"/>
                    <a:pt x="52414" y="19479"/>
                  </a:cubicBezTo>
                  <a:cubicBezTo>
                    <a:pt x="48339" y="21606"/>
                    <a:pt x="44468" y="23964"/>
                    <a:pt x="40624" y="26373"/>
                  </a:cubicBezTo>
                  <a:cubicBezTo>
                    <a:pt x="37830" y="28142"/>
                    <a:pt x="35011" y="29910"/>
                    <a:pt x="32192" y="31653"/>
                  </a:cubicBezTo>
                  <a:cubicBezTo>
                    <a:pt x="30193" y="32883"/>
                    <a:pt x="28142" y="34037"/>
                    <a:pt x="26040" y="35062"/>
                  </a:cubicBezTo>
                  <a:cubicBezTo>
                    <a:pt x="24169" y="36010"/>
                    <a:pt x="22196" y="36753"/>
                    <a:pt x="20171" y="37292"/>
                  </a:cubicBezTo>
                  <a:cubicBezTo>
                    <a:pt x="14686" y="38650"/>
                    <a:pt x="10073" y="37445"/>
                    <a:pt x="6228" y="34037"/>
                  </a:cubicBezTo>
                  <a:cubicBezTo>
                    <a:pt x="5229" y="33114"/>
                    <a:pt x="4383" y="32089"/>
                    <a:pt x="3717" y="30935"/>
                  </a:cubicBezTo>
                  <a:cubicBezTo>
                    <a:pt x="2563" y="29039"/>
                    <a:pt x="1717" y="27014"/>
                    <a:pt x="1205" y="24912"/>
                  </a:cubicBezTo>
                  <a:cubicBezTo>
                    <a:pt x="564" y="22452"/>
                    <a:pt x="205" y="19966"/>
                    <a:pt x="103" y="17454"/>
                  </a:cubicBezTo>
                  <a:cubicBezTo>
                    <a:pt x="0" y="15173"/>
                    <a:pt x="26" y="12866"/>
                    <a:pt x="205" y="10585"/>
                  </a:cubicBezTo>
                  <a:cubicBezTo>
                    <a:pt x="436" y="7612"/>
                    <a:pt x="667" y="4665"/>
                    <a:pt x="897" y="1692"/>
                  </a:cubicBezTo>
                  <a:cubicBezTo>
                    <a:pt x="949" y="1128"/>
                    <a:pt x="949" y="564"/>
                    <a:pt x="949" y="0"/>
                  </a:cubicBezTo>
                  <a:lnTo>
                    <a:pt x="8689" y="0"/>
                  </a:lnTo>
                  <a:cubicBezTo>
                    <a:pt x="8766" y="179"/>
                    <a:pt x="8791" y="359"/>
                    <a:pt x="8791" y="538"/>
                  </a:cubicBezTo>
                  <a:cubicBezTo>
                    <a:pt x="8586" y="2153"/>
                    <a:pt x="8356" y="3768"/>
                    <a:pt x="8151" y="5382"/>
                  </a:cubicBezTo>
                  <a:cubicBezTo>
                    <a:pt x="7715" y="8637"/>
                    <a:pt x="7587" y="11944"/>
                    <a:pt x="7817" y="15224"/>
                  </a:cubicBezTo>
                  <a:cubicBezTo>
                    <a:pt x="7946" y="16993"/>
                    <a:pt x="8330" y="18736"/>
                    <a:pt x="8945" y="20401"/>
                  </a:cubicBezTo>
                  <a:cubicBezTo>
                    <a:pt x="9355" y="21606"/>
                    <a:pt x="9996" y="22708"/>
                    <a:pt x="10816" y="23682"/>
                  </a:cubicBezTo>
                  <a:cubicBezTo>
                    <a:pt x="11559" y="24579"/>
                    <a:pt x="12482" y="25297"/>
                    <a:pt x="13507" y="25809"/>
                  </a:cubicBezTo>
                  <a:cubicBezTo>
                    <a:pt x="15071" y="26604"/>
                    <a:pt x="16865" y="26809"/>
                    <a:pt x="18531" y="26348"/>
                  </a:cubicBezTo>
                  <a:cubicBezTo>
                    <a:pt x="19530" y="26091"/>
                    <a:pt x="20504" y="25707"/>
                    <a:pt x="21427" y="25220"/>
                  </a:cubicBezTo>
                  <a:cubicBezTo>
                    <a:pt x="22785" y="24528"/>
                    <a:pt x="24093" y="23733"/>
                    <a:pt x="25323" y="22811"/>
                  </a:cubicBezTo>
                  <a:cubicBezTo>
                    <a:pt x="26630" y="21862"/>
                    <a:pt x="27963" y="20914"/>
                    <a:pt x="29193" y="19914"/>
                  </a:cubicBezTo>
                  <a:cubicBezTo>
                    <a:pt x="36190" y="14302"/>
                    <a:pt x="43930" y="9483"/>
                    <a:pt x="52183" y="5229"/>
                  </a:cubicBezTo>
                  <a:cubicBezTo>
                    <a:pt x="55464" y="3537"/>
                    <a:pt x="58796" y="1820"/>
                    <a:pt x="62204" y="256"/>
                  </a:cubicBezTo>
                  <a:cubicBezTo>
                    <a:pt x="62384" y="179"/>
                    <a:pt x="62538" y="77"/>
                    <a:pt x="62691" y="0"/>
                  </a:cubicBezTo>
                  <a:lnTo>
                    <a:pt x="118924" y="0"/>
                  </a:lnTo>
                  <a:lnTo>
                    <a:pt x="118924" y="8278"/>
                  </a:lnTo>
                  <a:cubicBezTo>
                    <a:pt x="118616" y="8407"/>
                    <a:pt x="118334" y="8535"/>
                    <a:pt x="118027" y="8663"/>
                  </a:cubicBezTo>
                  <a:cubicBezTo>
                    <a:pt x="112029" y="10995"/>
                    <a:pt x="106416" y="14225"/>
                    <a:pt x="101393" y="18274"/>
                  </a:cubicBezTo>
                  <a:cubicBezTo>
                    <a:pt x="94729" y="23554"/>
                    <a:pt x="88527" y="29372"/>
                    <a:pt x="82811" y="35651"/>
                  </a:cubicBezTo>
                  <a:cubicBezTo>
                    <a:pt x="76532" y="42571"/>
                    <a:pt x="71893" y="50158"/>
                    <a:pt x="68843" y="58411"/>
                  </a:cubicBezTo>
                  <a:cubicBezTo>
                    <a:pt x="67510" y="62025"/>
                    <a:pt x="66126" y="65587"/>
                    <a:pt x="65101" y="69252"/>
                  </a:cubicBezTo>
                  <a:cubicBezTo>
                    <a:pt x="63691" y="74096"/>
                    <a:pt x="62897" y="78992"/>
                    <a:pt x="63102" y="83964"/>
                  </a:cubicBezTo>
                  <a:cubicBezTo>
                    <a:pt x="63281" y="88654"/>
                    <a:pt x="64383" y="93216"/>
                    <a:pt x="66075" y="97702"/>
                  </a:cubicBezTo>
                  <a:cubicBezTo>
                    <a:pt x="68202" y="103238"/>
                    <a:pt x="71278" y="108389"/>
                    <a:pt x="75199" y="112849"/>
                  </a:cubicBezTo>
                  <a:cubicBezTo>
                    <a:pt x="78505" y="116668"/>
                    <a:pt x="82427" y="119923"/>
                    <a:pt x="86758" y="122486"/>
                  </a:cubicBezTo>
                  <a:cubicBezTo>
                    <a:pt x="94447" y="127073"/>
                    <a:pt x="103059" y="129201"/>
                    <a:pt x="112568" y="128739"/>
                  </a:cubicBezTo>
                  <a:cubicBezTo>
                    <a:pt x="114362" y="128663"/>
                    <a:pt x="116182" y="128432"/>
                    <a:pt x="117950" y="128073"/>
                  </a:cubicBezTo>
                  <a:cubicBezTo>
                    <a:pt x="118283" y="128022"/>
                    <a:pt x="118591" y="127894"/>
                    <a:pt x="118924" y="127817"/>
                  </a:cubicBezTo>
                  <a:lnTo>
                    <a:pt x="118924" y="149064"/>
                  </a:lnTo>
                  <a:cubicBezTo>
                    <a:pt x="118514" y="149141"/>
                    <a:pt x="118129" y="149218"/>
                    <a:pt x="117719" y="149346"/>
                  </a:cubicBezTo>
                  <a:cubicBezTo>
                    <a:pt x="112952" y="150730"/>
                    <a:pt x="108005" y="151448"/>
                    <a:pt x="103008" y="151473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12" name="Google Shape;464;p18"/>
            <p:cNvSpPr/>
            <p:nvPr/>
          </p:nvSpPr>
          <p:spPr>
            <a:xfrm rot="10800000">
              <a:off x="2516040" y="720"/>
              <a:ext cx="6626880" cy="5142240"/>
            </a:xfrm>
            <a:custGeom>
              <a:avLst/>
              <a:gdLst>
                <a:gd name="textAreaLeft" fmla="*/ 0 w 6626880"/>
                <a:gd name="textAreaRight" fmla="*/ 6627240 w 6626880"/>
                <a:gd name="textAreaTop" fmla="*/ 0 h 5142240"/>
                <a:gd name="textAreaBottom" fmla="*/ 5142600 h 5142240"/>
              </a:gdLst>
              <a:ahLst/>
              <a:cxnLst/>
              <a:rect l="textAreaLeft" t="textAreaTop" r="textAreaRight" b="textAreaBottom"/>
              <a:pathLst>
                <a:path w="206323" h="175925">
                  <a:moveTo>
                    <a:pt x="141196" y="19504"/>
                  </a:moveTo>
                  <a:cubicBezTo>
                    <a:pt x="142093" y="23041"/>
                    <a:pt x="142965" y="26604"/>
                    <a:pt x="143836" y="30166"/>
                  </a:cubicBezTo>
                  <a:cubicBezTo>
                    <a:pt x="145400" y="36318"/>
                    <a:pt x="147424" y="42315"/>
                    <a:pt x="149936" y="48133"/>
                  </a:cubicBezTo>
                  <a:cubicBezTo>
                    <a:pt x="151089" y="50824"/>
                    <a:pt x="152217" y="53515"/>
                    <a:pt x="153089" y="56283"/>
                  </a:cubicBezTo>
                  <a:cubicBezTo>
                    <a:pt x="153858" y="58770"/>
                    <a:pt x="154447" y="61333"/>
                    <a:pt x="154831" y="63921"/>
                  </a:cubicBezTo>
                  <a:cubicBezTo>
                    <a:pt x="155421" y="67612"/>
                    <a:pt x="155703" y="71277"/>
                    <a:pt x="156036" y="74968"/>
                  </a:cubicBezTo>
                  <a:cubicBezTo>
                    <a:pt x="156241" y="77813"/>
                    <a:pt x="156600" y="80658"/>
                    <a:pt x="157138" y="83477"/>
                  </a:cubicBezTo>
                  <a:cubicBezTo>
                    <a:pt x="157574" y="85912"/>
                    <a:pt x="158343" y="88270"/>
                    <a:pt x="159394" y="90525"/>
                  </a:cubicBezTo>
                  <a:cubicBezTo>
                    <a:pt x="160675" y="93191"/>
                    <a:pt x="162520" y="95549"/>
                    <a:pt x="164802" y="97420"/>
                  </a:cubicBezTo>
                  <a:cubicBezTo>
                    <a:pt x="165776" y="98214"/>
                    <a:pt x="166724" y="99034"/>
                    <a:pt x="167723" y="99803"/>
                  </a:cubicBezTo>
                  <a:cubicBezTo>
                    <a:pt x="171645" y="102751"/>
                    <a:pt x="174618" y="106826"/>
                    <a:pt x="176207" y="111490"/>
                  </a:cubicBezTo>
                  <a:cubicBezTo>
                    <a:pt x="177027" y="113797"/>
                    <a:pt x="177565" y="116155"/>
                    <a:pt x="177873" y="118590"/>
                  </a:cubicBezTo>
                  <a:cubicBezTo>
                    <a:pt x="178155" y="120820"/>
                    <a:pt x="178257" y="123075"/>
                    <a:pt x="178129" y="125331"/>
                  </a:cubicBezTo>
                  <a:cubicBezTo>
                    <a:pt x="178027" y="127330"/>
                    <a:pt x="177565" y="129278"/>
                    <a:pt x="176796" y="131123"/>
                  </a:cubicBezTo>
                  <a:cubicBezTo>
                    <a:pt x="175694" y="133686"/>
                    <a:pt x="174567" y="136249"/>
                    <a:pt x="173439" y="138812"/>
                  </a:cubicBezTo>
                  <a:cubicBezTo>
                    <a:pt x="172824" y="140222"/>
                    <a:pt x="172209" y="141631"/>
                    <a:pt x="171645" y="143067"/>
                  </a:cubicBezTo>
                  <a:cubicBezTo>
                    <a:pt x="170491" y="146040"/>
                    <a:pt x="170696" y="148987"/>
                    <a:pt x="172055" y="151909"/>
                  </a:cubicBezTo>
                  <a:cubicBezTo>
                    <a:pt x="172798" y="153447"/>
                    <a:pt x="173721" y="154882"/>
                    <a:pt x="174797" y="156215"/>
                  </a:cubicBezTo>
                  <a:cubicBezTo>
                    <a:pt x="176925" y="158829"/>
                    <a:pt x="179488" y="161136"/>
                    <a:pt x="182281" y="163263"/>
                  </a:cubicBezTo>
                  <a:cubicBezTo>
                    <a:pt x="188971" y="168415"/>
                    <a:pt x="196609" y="172387"/>
                    <a:pt x="205015" y="175386"/>
                  </a:cubicBezTo>
                  <a:cubicBezTo>
                    <a:pt x="205451" y="175540"/>
                    <a:pt x="205887" y="175745"/>
                    <a:pt x="206322" y="175924"/>
                  </a:cubicBezTo>
                  <a:lnTo>
                    <a:pt x="178539" y="175924"/>
                  </a:lnTo>
                  <a:cubicBezTo>
                    <a:pt x="178257" y="175668"/>
                    <a:pt x="178001" y="175412"/>
                    <a:pt x="177694" y="175181"/>
                  </a:cubicBezTo>
                  <a:cubicBezTo>
                    <a:pt x="174054" y="172439"/>
                    <a:pt x="170594" y="169491"/>
                    <a:pt x="167313" y="166364"/>
                  </a:cubicBezTo>
                  <a:cubicBezTo>
                    <a:pt x="164597" y="163801"/>
                    <a:pt x="162136" y="161008"/>
                    <a:pt x="159932" y="158009"/>
                  </a:cubicBezTo>
                  <a:cubicBezTo>
                    <a:pt x="157753" y="154985"/>
                    <a:pt x="156010" y="151806"/>
                    <a:pt x="154960" y="148372"/>
                  </a:cubicBezTo>
                  <a:cubicBezTo>
                    <a:pt x="154550" y="146988"/>
                    <a:pt x="154268" y="145553"/>
                    <a:pt x="154139" y="144117"/>
                  </a:cubicBezTo>
                  <a:cubicBezTo>
                    <a:pt x="153909" y="141401"/>
                    <a:pt x="154344" y="138658"/>
                    <a:pt x="155421" y="136146"/>
                  </a:cubicBezTo>
                  <a:cubicBezTo>
                    <a:pt x="156036" y="134686"/>
                    <a:pt x="156754" y="133225"/>
                    <a:pt x="157394" y="131764"/>
                  </a:cubicBezTo>
                  <a:cubicBezTo>
                    <a:pt x="157856" y="130739"/>
                    <a:pt x="158266" y="129688"/>
                    <a:pt x="158625" y="128637"/>
                  </a:cubicBezTo>
                  <a:cubicBezTo>
                    <a:pt x="159650" y="125356"/>
                    <a:pt x="159163" y="122178"/>
                    <a:pt x="157471" y="119103"/>
                  </a:cubicBezTo>
                  <a:cubicBezTo>
                    <a:pt x="156779" y="117898"/>
                    <a:pt x="155959" y="116745"/>
                    <a:pt x="154985" y="115745"/>
                  </a:cubicBezTo>
                  <a:cubicBezTo>
                    <a:pt x="154344" y="115079"/>
                    <a:pt x="153678" y="114438"/>
                    <a:pt x="152986" y="113823"/>
                  </a:cubicBezTo>
                  <a:cubicBezTo>
                    <a:pt x="152422" y="113285"/>
                    <a:pt x="151833" y="112746"/>
                    <a:pt x="151218" y="112234"/>
                  </a:cubicBezTo>
                  <a:cubicBezTo>
                    <a:pt x="147040" y="108748"/>
                    <a:pt x="144016" y="104083"/>
                    <a:pt x="142580" y="98829"/>
                  </a:cubicBezTo>
                  <a:cubicBezTo>
                    <a:pt x="141837" y="96164"/>
                    <a:pt x="141299" y="93473"/>
                    <a:pt x="140966" y="90756"/>
                  </a:cubicBezTo>
                  <a:cubicBezTo>
                    <a:pt x="140402" y="86476"/>
                    <a:pt x="139915" y="82170"/>
                    <a:pt x="139325" y="77864"/>
                  </a:cubicBezTo>
                  <a:cubicBezTo>
                    <a:pt x="138813" y="74173"/>
                    <a:pt x="138172" y="70482"/>
                    <a:pt x="137403" y="66817"/>
                  </a:cubicBezTo>
                  <a:cubicBezTo>
                    <a:pt x="136685" y="63409"/>
                    <a:pt x="136045" y="60025"/>
                    <a:pt x="135250" y="56642"/>
                  </a:cubicBezTo>
                  <a:cubicBezTo>
                    <a:pt x="133533" y="49107"/>
                    <a:pt x="131636" y="41572"/>
                    <a:pt x="129124" y="34216"/>
                  </a:cubicBezTo>
                  <a:cubicBezTo>
                    <a:pt x="128279" y="31576"/>
                    <a:pt x="127202" y="29039"/>
                    <a:pt x="125946" y="26578"/>
                  </a:cubicBezTo>
                  <a:cubicBezTo>
                    <a:pt x="125152" y="25015"/>
                    <a:pt x="124203" y="23554"/>
                    <a:pt x="123127" y="22170"/>
                  </a:cubicBezTo>
                  <a:cubicBezTo>
                    <a:pt x="122025" y="20786"/>
                    <a:pt x="120718" y="19530"/>
                    <a:pt x="119231" y="18530"/>
                  </a:cubicBezTo>
                  <a:cubicBezTo>
                    <a:pt x="118360" y="17941"/>
                    <a:pt x="117437" y="17454"/>
                    <a:pt x="116463" y="17070"/>
                  </a:cubicBezTo>
                  <a:cubicBezTo>
                    <a:pt x="113951" y="16096"/>
                    <a:pt x="111183" y="15942"/>
                    <a:pt x="108595" y="16659"/>
                  </a:cubicBezTo>
                  <a:cubicBezTo>
                    <a:pt x="107031" y="17095"/>
                    <a:pt x="105519" y="17710"/>
                    <a:pt x="104135" y="18530"/>
                  </a:cubicBezTo>
                  <a:cubicBezTo>
                    <a:pt x="101880" y="19838"/>
                    <a:pt x="99829" y="21478"/>
                    <a:pt x="98035" y="23400"/>
                  </a:cubicBezTo>
                  <a:cubicBezTo>
                    <a:pt x="95370" y="26194"/>
                    <a:pt x="93114" y="29321"/>
                    <a:pt x="91320" y="32729"/>
                  </a:cubicBezTo>
                  <a:cubicBezTo>
                    <a:pt x="90218" y="34806"/>
                    <a:pt x="89167" y="36907"/>
                    <a:pt x="88116" y="38958"/>
                  </a:cubicBezTo>
                  <a:cubicBezTo>
                    <a:pt x="86758" y="41674"/>
                    <a:pt x="85246" y="44314"/>
                    <a:pt x="83580" y="46852"/>
                  </a:cubicBezTo>
                  <a:cubicBezTo>
                    <a:pt x="82298" y="48748"/>
                    <a:pt x="80837" y="50491"/>
                    <a:pt x="79197" y="52080"/>
                  </a:cubicBezTo>
                  <a:cubicBezTo>
                    <a:pt x="78300" y="52926"/>
                    <a:pt x="77352" y="53695"/>
                    <a:pt x="76326" y="54387"/>
                  </a:cubicBezTo>
                  <a:cubicBezTo>
                    <a:pt x="73302" y="56335"/>
                    <a:pt x="69791" y="57437"/>
                    <a:pt x="66177" y="57539"/>
                  </a:cubicBezTo>
                  <a:cubicBezTo>
                    <a:pt x="62332" y="57693"/>
                    <a:pt x="58616" y="57104"/>
                    <a:pt x="55002" y="56104"/>
                  </a:cubicBezTo>
                  <a:cubicBezTo>
                    <a:pt x="50414" y="54797"/>
                    <a:pt x="45980" y="52952"/>
                    <a:pt x="41828" y="50619"/>
                  </a:cubicBezTo>
                  <a:cubicBezTo>
                    <a:pt x="37830" y="48441"/>
                    <a:pt x="34139" y="45955"/>
                    <a:pt x="30423" y="43443"/>
                  </a:cubicBezTo>
                  <a:cubicBezTo>
                    <a:pt x="26194" y="40572"/>
                    <a:pt x="21991" y="37625"/>
                    <a:pt x="17710" y="34806"/>
                  </a:cubicBezTo>
                  <a:cubicBezTo>
                    <a:pt x="12405" y="31269"/>
                    <a:pt x="6843" y="28065"/>
                    <a:pt x="1128" y="25040"/>
                  </a:cubicBezTo>
                  <a:cubicBezTo>
                    <a:pt x="769" y="24861"/>
                    <a:pt x="461" y="24605"/>
                    <a:pt x="0" y="24630"/>
                  </a:cubicBezTo>
                  <a:lnTo>
                    <a:pt x="0" y="19351"/>
                  </a:lnTo>
                  <a:cubicBezTo>
                    <a:pt x="179" y="19351"/>
                    <a:pt x="359" y="19376"/>
                    <a:pt x="538" y="19428"/>
                  </a:cubicBezTo>
                  <a:cubicBezTo>
                    <a:pt x="846" y="19556"/>
                    <a:pt x="1128" y="19709"/>
                    <a:pt x="1435" y="19863"/>
                  </a:cubicBezTo>
                  <a:cubicBezTo>
                    <a:pt x="11354" y="24964"/>
                    <a:pt x="20991" y="30653"/>
                    <a:pt x="30269" y="36907"/>
                  </a:cubicBezTo>
                  <a:cubicBezTo>
                    <a:pt x="33447" y="39060"/>
                    <a:pt x="36677" y="41136"/>
                    <a:pt x="39906" y="43187"/>
                  </a:cubicBezTo>
                  <a:cubicBezTo>
                    <a:pt x="42315" y="44724"/>
                    <a:pt x="44827" y="46083"/>
                    <a:pt x="47416" y="47287"/>
                  </a:cubicBezTo>
                  <a:cubicBezTo>
                    <a:pt x="50389" y="48723"/>
                    <a:pt x="53516" y="49773"/>
                    <a:pt x="56745" y="50440"/>
                  </a:cubicBezTo>
                  <a:cubicBezTo>
                    <a:pt x="58795" y="50876"/>
                    <a:pt x="60871" y="51029"/>
                    <a:pt x="62948" y="50952"/>
                  </a:cubicBezTo>
                  <a:cubicBezTo>
                    <a:pt x="66510" y="50799"/>
                    <a:pt x="69586" y="49748"/>
                    <a:pt x="72149" y="47697"/>
                  </a:cubicBezTo>
                  <a:cubicBezTo>
                    <a:pt x="73353" y="46723"/>
                    <a:pt x="74455" y="45570"/>
                    <a:pt x="75404" y="44314"/>
                  </a:cubicBezTo>
                  <a:cubicBezTo>
                    <a:pt x="76813" y="42443"/>
                    <a:pt x="78018" y="40418"/>
                    <a:pt x="79018" y="38266"/>
                  </a:cubicBezTo>
                  <a:cubicBezTo>
                    <a:pt x="80427" y="35190"/>
                    <a:pt x="81658" y="32037"/>
                    <a:pt x="82657" y="28808"/>
                  </a:cubicBezTo>
                  <a:cubicBezTo>
                    <a:pt x="83477" y="26091"/>
                    <a:pt x="84502" y="23477"/>
                    <a:pt x="85733" y="20940"/>
                  </a:cubicBezTo>
                  <a:cubicBezTo>
                    <a:pt x="87527" y="17454"/>
                    <a:pt x="89680" y="14148"/>
                    <a:pt x="92166" y="11123"/>
                  </a:cubicBezTo>
                  <a:cubicBezTo>
                    <a:pt x="94883" y="7817"/>
                    <a:pt x="97753" y="4562"/>
                    <a:pt x="100778" y="1435"/>
                  </a:cubicBezTo>
                  <a:cubicBezTo>
                    <a:pt x="101239" y="948"/>
                    <a:pt x="101752" y="461"/>
                    <a:pt x="102238" y="0"/>
                  </a:cubicBezTo>
                  <a:lnTo>
                    <a:pt x="125921" y="0"/>
                  </a:lnTo>
                  <a:cubicBezTo>
                    <a:pt x="126100" y="308"/>
                    <a:pt x="126485" y="384"/>
                    <a:pt x="126792" y="564"/>
                  </a:cubicBezTo>
                  <a:cubicBezTo>
                    <a:pt x="128663" y="1512"/>
                    <a:pt x="130457" y="2640"/>
                    <a:pt x="132123" y="3921"/>
                  </a:cubicBezTo>
                  <a:cubicBezTo>
                    <a:pt x="134968" y="6126"/>
                    <a:pt x="137224" y="8996"/>
                    <a:pt x="138684" y="12277"/>
                  </a:cubicBezTo>
                  <a:cubicBezTo>
                    <a:pt x="139735" y="14609"/>
                    <a:pt x="140555" y="17018"/>
                    <a:pt x="141196" y="19504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13" name="Google Shape;465;p18"/>
            <p:cNvSpPr/>
            <p:nvPr/>
          </p:nvSpPr>
          <p:spPr>
            <a:xfrm rot="10800000">
              <a:off x="4359600" y="1080"/>
              <a:ext cx="4783320" cy="3974400"/>
            </a:xfrm>
            <a:custGeom>
              <a:avLst/>
              <a:gdLst>
                <a:gd name="textAreaLeft" fmla="*/ 0 w 4783320"/>
                <a:gd name="textAreaRight" fmla="*/ 4783680 w 4783320"/>
                <a:gd name="textAreaTop" fmla="*/ 0 h 3974400"/>
                <a:gd name="textAreaBottom" fmla="*/ 3974760 h 3974400"/>
              </a:gdLst>
              <a:ahLst/>
              <a:cxnLst/>
              <a:rect l="textAreaLeft" t="textAreaTop" r="textAreaRight" b="textAreaBottom"/>
              <a:pathLst>
                <a:path w="148937" h="135968">
                  <a:moveTo>
                    <a:pt x="1307" y="308"/>
                  </a:moveTo>
                  <a:cubicBezTo>
                    <a:pt x="3306" y="897"/>
                    <a:pt x="5229" y="1615"/>
                    <a:pt x="7125" y="2435"/>
                  </a:cubicBezTo>
                  <a:cubicBezTo>
                    <a:pt x="10329" y="3819"/>
                    <a:pt x="13430" y="5331"/>
                    <a:pt x="16429" y="6972"/>
                  </a:cubicBezTo>
                  <a:cubicBezTo>
                    <a:pt x="21068" y="9483"/>
                    <a:pt x="25656" y="12021"/>
                    <a:pt x="30295" y="14507"/>
                  </a:cubicBezTo>
                  <a:cubicBezTo>
                    <a:pt x="35805" y="17505"/>
                    <a:pt x="41546" y="19992"/>
                    <a:pt x="47493" y="21991"/>
                  </a:cubicBezTo>
                  <a:cubicBezTo>
                    <a:pt x="51414" y="23323"/>
                    <a:pt x="55412" y="24374"/>
                    <a:pt x="59487" y="25169"/>
                  </a:cubicBezTo>
                  <a:cubicBezTo>
                    <a:pt x="62512" y="25758"/>
                    <a:pt x="65562" y="26040"/>
                    <a:pt x="68637" y="26040"/>
                  </a:cubicBezTo>
                  <a:cubicBezTo>
                    <a:pt x="74174" y="25989"/>
                    <a:pt x="79146" y="24631"/>
                    <a:pt x="83554" y="21863"/>
                  </a:cubicBezTo>
                  <a:cubicBezTo>
                    <a:pt x="85476" y="20632"/>
                    <a:pt x="87296" y="19248"/>
                    <a:pt x="88988" y="17736"/>
                  </a:cubicBezTo>
                  <a:cubicBezTo>
                    <a:pt x="90269" y="16608"/>
                    <a:pt x="91499" y="15455"/>
                    <a:pt x="92781" y="14353"/>
                  </a:cubicBezTo>
                  <a:cubicBezTo>
                    <a:pt x="94062" y="13225"/>
                    <a:pt x="95395" y="12149"/>
                    <a:pt x="96754" y="11124"/>
                  </a:cubicBezTo>
                  <a:cubicBezTo>
                    <a:pt x="97574" y="10534"/>
                    <a:pt x="98420" y="10021"/>
                    <a:pt x="99317" y="9535"/>
                  </a:cubicBezTo>
                  <a:cubicBezTo>
                    <a:pt x="100086" y="9124"/>
                    <a:pt x="100931" y="8817"/>
                    <a:pt x="101803" y="8637"/>
                  </a:cubicBezTo>
                  <a:cubicBezTo>
                    <a:pt x="103571" y="8202"/>
                    <a:pt x="105417" y="8432"/>
                    <a:pt x="107031" y="9278"/>
                  </a:cubicBezTo>
                  <a:cubicBezTo>
                    <a:pt x="107928" y="9765"/>
                    <a:pt x="108749" y="10380"/>
                    <a:pt x="109492" y="11098"/>
                  </a:cubicBezTo>
                  <a:cubicBezTo>
                    <a:pt x="110466" y="12072"/>
                    <a:pt x="111337" y="13123"/>
                    <a:pt x="112080" y="14302"/>
                  </a:cubicBezTo>
                  <a:cubicBezTo>
                    <a:pt x="113413" y="16326"/>
                    <a:pt x="114515" y="18505"/>
                    <a:pt x="115387" y="20786"/>
                  </a:cubicBezTo>
                  <a:cubicBezTo>
                    <a:pt x="116848" y="24528"/>
                    <a:pt x="117950" y="28424"/>
                    <a:pt x="118667" y="32371"/>
                  </a:cubicBezTo>
                  <a:cubicBezTo>
                    <a:pt x="119667" y="37471"/>
                    <a:pt x="120026" y="42648"/>
                    <a:pt x="119769" y="47826"/>
                  </a:cubicBezTo>
                  <a:cubicBezTo>
                    <a:pt x="119641" y="50056"/>
                    <a:pt x="119436" y="52311"/>
                    <a:pt x="119180" y="54566"/>
                  </a:cubicBezTo>
                  <a:cubicBezTo>
                    <a:pt x="118693" y="58795"/>
                    <a:pt x="118078" y="63024"/>
                    <a:pt x="117591" y="67253"/>
                  </a:cubicBezTo>
                  <a:cubicBezTo>
                    <a:pt x="117027" y="71610"/>
                    <a:pt x="116719" y="75993"/>
                    <a:pt x="116617" y="80401"/>
                  </a:cubicBezTo>
                  <a:cubicBezTo>
                    <a:pt x="116566" y="83374"/>
                    <a:pt x="116771" y="86348"/>
                    <a:pt x="117258" y="89295"/>
                  </a:cubicBezTo>
                  <a:cubicBezTo>
                    <a:pt x="118129" y="94498"/>
                    <a:pt x="120000" y="99444"/>
                    <a:pt x="123358" y="103930"/>
                  </a:cubicBezTo>
                  <a:cubicBezTo>
                    <a:pt x="125049" y="106262"/>
                    <a:pt x="126818" y="108543"/>
                    <a:pt x="128663" y="110824"/>
                  </a:cubicBezTo>
                  <a:cubicBezTo>
                    <a:pt x="131559" y="114412"/>
                    <a:pt x="134276" y="118129"/>
                    <a:pt x="137019" y="121794"/>
                  </a:cubicBezTo>
                  <a:cubicBezTo>
                    <a:pt x="140581" y="126561"/>
                    <a:pt x="144426" y="131123"/>
                    <a:pt x="148526" y="135429"/>
                  </a:cubicBezTo>
                  <a:cubicBezTo>
                    <a:pt x="148680" y="135583"/>
                    <a:pt x="148808" y="135788"/>
                    <a:pt x="148937" y="135967"/>
                  </a:cubicBezTo>
                  <a:lnTo>
                    <a:pt x="115028" y="135967"/>
                  </a:lnTo>
                  <a:cubicBezTo>
                    <a:pt x="114772" y="135608"/>
                    <a:pt x="114515" y="135275"/>
                    <a:pt x="114310" y="134916"/>
                  </a:cubicBezTo>
                  <a:cubicBezTo>
                    <a:pt x="111055" y="129227"/>
                    <a:pt x="108313" y="123255"/>
                    <a:pt x="106134" y="117104"/>
                  </a:cubicBezTo>
                  <a:cubicBezTo>
                    <a:pt x="104340" y="112157"/>
                    <a:pt x="102905" y="107082"/>
                    <a:pt x="101880" y="101931"/>
                  </a:cubicBezTo>
                  <a:cubicBezTo>
                    <a:pt x="101136" y="98086"/>
                    <a:pt x="100624" y="94242"/>
                    <a:pt x="100393" y="90346"/>
                  </a:cubicBezTo>
                  <a:cubicBezTo>
                    <a:pt x="100162" y="86860"/>
                    <a:pt x="100214" y="83374"/>
                    <a:pt x="100470" y="79914"/>
                  </a:cubicBezTo>
                  <a:cubicBezTo>
                    <a:pt x="100726" y="76813"/>
                    <a:pt x="101111" y="73738"/>
                    <a:pt x="101675" y="70688"/>
                  </a:cubicBezTo>
                  <a:cubicBezTo>
                    <a:pt x="102520" y="65997"/>
                    <a:pt x="103751" y="61384"/>
                    <a:pt x="104853" y="56745"/>
                  </a:cubicBezTo>
                  <a:cubicBezTo>
                    <a:pt x="105673" y="53541"/>
                    <a:pt x="106211" y="50286"/>
                    <a:pt x="106467" y="46980"/>
                  </a:cubicBezTo>
                  <a:cubicBezTo>
                    <a:pt x="106724" y="43135"/>
                    <a:pt x="106339" y="39342"/>
                    <a:pt x="105007" y="35651"/>
                  </a:cubicBezTo>
                  <a:cubicBezTo>
                    <a:pt x="104596" y="34524"/>
                    <a:pt x="104058" y="33447"/>
                    <a:pt x="103366" y="32448"/>
                  </a:cubicBezTo>
                  <a:cubicBezTo>
                    <a:pt x="102854" y="31653"/>
                    <a:pt x="102238" y="30936"/>
                    <a:pt x="101521" y="30320"/>
                  </a:cubicBezTo>
                  <a:cubicBezTo>
                    <a:pt x="99957" y="28962"/>
                    <a:pt x="98061" y="28321"/>
                    <a:pt x="95805" y="28398"/>
                  </a:cubicBezTo>
                  <a:cubicBezTo>
                    <a:pt x="94780" y="28398"/>
                    <a:pt x="93781" y="28526"/>
                    <a:pt x="92781" y="28783"/>
                  </a:cubicBezTo>
                  <a:cubicBezTo>
                    <a:pt x="91397" y="29141"/>
                    <a:pt x="90039" y="29500"/>
                    <a:pt x="88680" y="29885"/>
                  </a:cubicBezTo>
                  <a:cubicBezTo>
                    <a:pt x="86271" y="30577"/>
                    <a:pt x="83913" y="31346"/>
                    <a:pt x="81452" y="31884"/>
                  </a:cubicBezTo>
                  <a:cubicBezTo>
                    <a:pt x="76788" y="32909"/>
                    <a:pt x="72021" y="33319"/>
                    <a:pt x="67253" y="33063"/>
                  </a:cubicBezTo>
                  <a:cubicBezTo>
                    <a:pt x="61282" y="32730"/>
                    <a:pt x="55464" y="31807"/>
                    <a:pt x="49671" y="30654"/>
                  </a:cubicBezTo>
                  <a:cubicBezTo>
                    <a:pt x="43956" y="29500"/>
                    <a:pt x="38343" y="28014"/>
                    <a:pt x="32755" y="26502"/>
                  </a:cubicBezTo>
                  <a:cubicBezTo>
                    <a:pt x="28578" y="25399"/>
                    <a:pt x="24400" y="24246"/>
                    <a:pt x="20145" y="23298"/>
                  </a:cubicBezTo>
                  <a:cubicBezTo>
                    <a:pt x="17864" y="22785"/>
                    <a:pt x="15557" y="22401"/>
                    <a:pt x="13225" y="22170"/>
                  </a:cubicBezTo>
                  <a:cubicBezTo>
                    <a:pt x="11226" y="21965"/>
                    <a:pt x="9227" y="21965"/>
                    <a:pt x="7228" y="22196"/>
                  </a:cubicBezTo>
                  <a:cubicBezTo>
                    <a:pt x="4972" y="22426"/>
                    <a:pt x="2845" y="23272"/>
                    <a:pt x="1051" y="24605"/>
                  </a:cubicBezTo>
                  <a:cubicBezTo>
                    <a:pt x="846" y="24759"/>
                    <a:pt x="641" y="24912"/>
                    <a:pt x="436" y="25041"/>
                  </a:cubicBezTo>
                  <a:cubicBezTo>
                    <a:pt x="282" y="25066"/>
                    <a:pt x="154" y="25092"/>
                    <a:pt x="0" y="25092"/>
                  </a:cubicBezTo>
                  <a:lnTo>
                    <a:pt x="0" y="103"/>
                  </a:lnTo>
                  <a:cubicBezTo>
                    <a:pt x="487" y="0"/>
                    <a:pt x="897" y="180"/>
                    <a:pt x="1307" y="30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14" name="Google Shape;466;p18"/>
            <p:cNvSpPr/>
            <p:nvPr/>
          </p:nvSpPr>
          <p:spPr>
            <a:xfrm rot="10800000">
              <a:off x="360" y="360"/>
              <a:ext cx="4717800" cy="5142960"/>
            </a:xfrm>
            <a:custGeom>
              <a:avLst/>
              <a:gdLst>
                <a:gd name="textAreaLeft" fmla="*/ 0 w 4717800"/>
                <a:gd name="textAreaRight" fmla="*/ 4718160 w 4717800"/>
                <a:gd name="textAreaTop" fmla="*/ 0 h 5142960"/>
                <a:gd name="textAreaBottom" fmla="*/ 5143320 h 5142960"/>
              </a:gdLst>
              <a:ahLst/>
              <a:cxnLst/>
              <a:rect l="textAreaLeft" t="textAreaTop" r="textAreaRight" b="textAreaBottom"/>
              <a:pathLst>
                <a:path w="146887" h="175950">
                  <a:moveTo>
                    <a:pt x="114772" y="175924"/>
                  </a:moveTo>
                  <a:cubicBezTo>
                    <a:pt x="114644" y="175822"/>
                    <a:pt x="114516" y="175719"/>
                    <a:pt x="114362" y="175642"/>
                  </a:cubicBezTo>
                  <a:cubicBezTo>
                    <a:pt x="110364" y="174310"/>
                    <a:pt x="106289" y="173079"/>
                    <a:pt x="102060" y="172310"/>
                  </a:cubicBezTo>
                  <a:cubicBezTo>
                    <a:pt x="98472" y="171695"/>
                    <a:pt x="94832" y="171439"/>
                    <a:pt x="91193" y="171516"/>
                  </a:cubicBezTo>
                  <a:cubicBezTo>
                    <a:pt x="88989" y="171567"/>
                    <a:pt x="86810" y="171593"/>
                    <a:pt x="84606" y="171644"/>
                  </a:cubicBezTo>
                  <a:cubicBezTo>
                    <a:pt x="78531" y="171772"/>
                    <a:pt x="72457" y="170849"/>
                    <a:pt x="66690" y="168978"/>
                  </a:cubicBezTo>
                  <a:cubicBezTo>
                    <a:pt x="59591" y="166697"/>
                    <a:pt x="53311" y="163391"/>
                    <a:pt x="47929" y="158932"/>
                  </a:cubicBezTo>
                  <a:cubicBezTo>
                    <a:pt x="46263" y="157573"/>
                    <a:pt x="44751" y="156035"/>
                    <a:pt x="43444" y="154318"/>
                  </a:cubicBezTo>
                  <a:cubicBezTo>
                    <a:pt x="42290" y="152883"/>
                    <a:pt x="41419" y="151217"/>
                    <a:pt x="40932" y="149423"/>
                  </a:cubicBezTo>
                  <a:cubicBezTo>
                    <a:pt x="40573" y="148039"/>
                    <a:pt x="40471" y="146629"/>
                    <a:pt x="40650" y="145219"/>
                  </a:cubicBezTo>
                  <a:cubicBezTo>
                    <a:pt x="40958" y="143041"/>
                    <a:pt x="41496" y="140914"/>
                    <a:pt x="42265" y="138889"/>
                  </a:cubicBezTo>
                  <a:cubicBezTo>
                    <a:pt x="43136" y="136454"/>
                    <a:pt x="44033" y="134019"/>
                    <a:pt x="44956" y="131610"/>
                  </a:cubicBezTo>
                  <a:cubicBezTo>
                    <a:pt x="45853" y="129201"/>
                    <a:pt x="46340" y="126689"/>
                    <a:pt x="46417" y="124126"/>
                  </a:cubicBezTo>
                  <a:cubicBezTo>
                    <a:pt x="46494" y="122024"/>
                    <a:pt x="46545" y="119923"/>
                    <a:pt x="46417" y="117821"/>
                  </a:cubicBezTo>
                  <a:cubicBezTo>
                    <a:pt x="46109" y="112772"/>
                    <a:pt x="45212" y="107800"/>
                    <a:pt x="43264" y="102981"/>
                  </a:cubicBezTo>
                  <a:cubicBezTo>
                    <a:pt x="42752" y="101725"/>
                    <a:pt x="42162" y="100495"/>
                    <a:pt x="41522" y="99316"/>
                  </a:cubicBezTo>
                  <a:cubicBezTo>
                    <a:pt x="40138" y="96804"/>
                    <a:pt x="38241" y="94600"/>
                    <a:pt x="36011" y="92806"/>
                  </a:cubicBezTo>
                  <a:cubicBezTo>
                    <a:pt x="35242" y="92191"/>
                    <a:pt x="34499" y="91576"/>
                    <a:pt x="33730" y="90961"/>
                  </a:cubicBezTo>
                  <a:cubicBezTo>
                    <a:pt x="30731" y="88757"/>
                    <a:pt x="28527" y="85655"/>
                    <a:pt x="27374" y="82118"/>
                  </a:cubicBezTo>
                  <a:cubicBezTo>
                    <a:pt x="26759" y="80196"/>
                    <a:pt x="26374" y="78197"/>
                    <a:pt x="26195" y="76198"/>
                  </a:cubicBezTo>
                  <a:cubicBezTo>
                    <a:pt x="25964" y="73686"/>
                    <a:pt x="25887" y="71174"/>
                    <a:pt x="25938" y="68688"/>
                  </a:cubicBezTo>
                  <a:cubicBezTo>
                    <a:pt x="25938" y="67048"/>
                    <a:pt x="25990" y="65433"/>
                    <a:pt x="25938" y="63793"/>
                  </a:cubicBezTo>
                  <a:cubicBezTo>
                    <a:pt x="25938" y="62383"/>
                    <a:pt x="25759" y="60974"/>
                    <a:pt x="25426" y="59590"/>
                  </a:cubicBezTo>
                  <a:cubicBezTo>
                    <a:pt x="24990" y="57873"/>
                    <a:pt x="24298" y="56232"/>
                    <a:pt x="23350" y="54746"/>
                  </a:cubicBezTo>
                  <a:cubicBezTo>
                    <a:pt x="22453" y="53310"/>
                    <a:pt x="21530" y="51901"/>
                    <a:pt x="20607" y="50517"/>
                  </a:cubicBezTo>
                  <a:cubicBezTo>
                    <a:pt x="18506" y="47492"/>
                    <a:pt x="16635" y="44289"/>
                    <a:pt x="15071" y="40957"/>
                  </a:cubicBezTo>
                  <a:cubicBezTo>
                    <a:pt x="13405" y="37317"/>
                    <a:pt x="12124" y="33550"/>
                    <a:pt x="11201" y="29680"/>
                  </a:cubicBezTo>
                  <a:cubicBezTo>
                    <a:pt x="10278" y="25938"/>
                    <a:pt x="9586" y="22144"/>
                    <a:pt x="8894" y="18377"/>
                  </a:cubicBezTo>
                  <a:cubicBezTo>
                    <a:pt x="8305" y="15327"/>
                    <a:pt x="7690" y="12251"/>
                    <a:pt x="6613" y="9278"/>
                  </a:cubicBezTo>
                  <a:cubicBezTo>
                    <a:pt x="6152" y="7945"/>
                    <a:pt x="5537" y="6664"/>
                    <a:pt x="4845" y="5434"/>
                  </a:cubicBezTo>
                  <a:cubicBezTo>
                    <a:pt x="3820" y="3639"/>
                    <a:pt x="2461" y="2050"/>
                    <a:pt x="872" y="743"/>
                  </a:cubicBezTo>
                  <a:cubicBezTo>
                    <a:pt x="565" y="513"/>
                    <a:pt x="283" y="256"/>
                    <a:pt x="1" y="0"/>
                  </a:cubicBezTo>
                  <a:lnTo>
                    <a:pt x="16635" y="0"/>
                  </a:lnTo>
                  <a:cubicBezTo>
                    <a:pt x="16865" y="1128"/>
                    <a:pt x="17173" y="2281"/>
                    <a:pt x="17378" y="3409"/>
                  </a:cubicBezTo>
                  <a:cubicBezTo>
                    <a:pt x="17532" y="4306"/>
                    <a:pt x="17660" y="5203"/>
                    <a:pt x="17711" y="6126"/>
                  </a:cubicBezTo>
                  <a:cubicBezTo>
                    <a:pt x="17839" y="7817"/>
                    <a:pt x="17916" y="9509"/>
                    <a:pt x="18019" y="11175"/>
                  </a:cubicBezTo>
                  <a:cubicBezTo>
                    <a:pt x="18198" y="14532"/>
                    <a:pt x="18326" y="17890"/>
                    <a:pt x="18711" y="21222"/>
                  </a:cubicBezTo>
                  <a:cubicBezTo>
                    <a:pt x="19198" y="25374"/>
                    <a:pt x="20018" y="29474"/>
                    <a:pt x="21633" y="33447"/>
                  </a:cubicBezTo>
                  <a:cubicBezTo>
                    <a:pt x="22555" y="35754"/>
                    <a:pt x="23760" y="37932"/>
                    <a:pt x="25246" y="39906"/>
                  </a:cubicBezTo>
                  <a:cubicBezTo>
                    <a:pt x="28220" y="43853"/>
                    <a:pt x="32295" y="46749"/>
                    <a:pt x="37498" y="48569"/>
                  </a:cubicBezTo>
                  <a:cubicBezTo>
                    <a:pt x="39394" y="49210"/>
                    <a:pt x="41342" y="49697"/>
                    <a:pt x="43316" y="50184"/>
                  </a:cubicBezTo>
                  <a:cubicBezTo>
                    <a:pt x="44469" y="50491"/>
                    <a:pt x="45648" y="50773"/>
                    <a:pt x="46776" y="51106"/>
                  </a:cubicBezTo>
                  <a:cubicBezTo>
                    <a:pt x="47468" y="51337"/>
                    <a:pt x="48160" y="51619"/>
                    <a:pt x="48801" y="51952"/>
                  </a:cubicBezTo>
                  <a:cubicBezTo>
                    <a:pt x="50005" y="52593"/>
                    <a:pt x="50595" y="53541"/>
                    <a:pt x="50595" y="54720"/>
                  </a:cubicBezTo>
                  <a:cubicBezTo>
                    <a:pt x="50620" y="55489"/>
                    <a:pt x="50466" y="56232"/>
                    <a:pt x="50159" y="56950"/>
                  </a:cubicBezTo>
                  <a:cubicBezTo>
                    <a:pt x="49749" y="57898"/>
                    <a:pt x="49287" y="58872"/>
                    <a:pt x="48826" y="59820"/>
                  </a:cubicBezTo>
                  <a:cubicBezTo>
                    <a:pt x="48237" y="61051"/>
                    <a:pt x="47596" y="62255"/>
                    <a:pt x="47032" y="63485"/>
                  </a:cubicBezTo>
                  <a:cubicBezTo>
                    <a:pt x="46366" y="64895"/>
                    <a:pt x="45930" y="66382"/>
                    <a:pt x="45699" y="67919"/>
                  </a:cubicBezTo>
                  <a:cubicBezTo>
                    <a:pt x="45417" y="70098"/>
                    <a:pt x="45853" y="72328"/>
                    <a:pt x="46981" y="74224"/>
                  </a:cubicBezTo>
                  <a:cubicBezTo>
                    <a:pt x="47237" y="74660"/>
                    <a:pt x="47519" y="75070"/>
                    <a:pt x="47801" y="75455"/>
                  </a:cubicBezTo>
                  <a:cubicBezTo>
                    <a:pt x="48160" y="75993"/>
                    <a:pt x="48519" y="76506"/>
                    <a:pt x="48929" y="76992"/>
                  </a:cubicBezTo>
                  <a:cubicBezTo>
                    <a:pt x="51825" y="80478"/>
                    <a:pt x="53491" y="84400"/>
                    <a:pt x="54439" y="88526"/>
                  </a:cubicBezTo>
                  <a:cubicBezTo>
                    <a:pt x="55157" y="91781"/>
                    <a:pt x="55695" y="95087"/>
                    <a:pt x="56079" y="98394"/>
                  </a:cubicBezTo>
                  <a:cubicBezTo>
                    <a:pt x="56438" y="101546"/>
                    <a:pt x="56720" y="104698"/>
                    <a:pt x="56925" y="107851"/>
                  </a:cubicBezTo>
                  <a:cubicBezTo>
                    <a:pt x="57182" y="111465"/>
                    <a:pt x="57182" y="115053"/>
                    <a:pt x="57207" y="118667"/>
                  </a:cubicBezTo>
                  <a:cubicBezTo>
                    <a:pt x="57207" y="120384"/>
                    <a:pt x="57258" y="122101"/>
                    <a:pt x="57335" y="123818"/>
                  </a:cubicBezTo>
                  <a:cubicBezTo>
                    <a:pt x="57438" y="127330"/>
                    <a:pt x="57258" y="130841"/>
                    <a:pt x="56797" y="134327"/>
                  </a:cubicBezTo>
                  <a:cubicBezTo>
                    <a:pt x="56541" y="136249"/>
                    <a:pt x="56438" y="138197"/>
                    <a:pt x="56490" y="140145"/>
                  </a:cubicBezTo>
                  <a:cubicBezTo>
                    <a:pt x="56541" y="141657"/>
                    <a:pt x="56771" y="143169"/>
                    <a:pt x="57233" y="144604"/>
                  </a:cubicBezTo>
                  <a:cubicBezTo>
                    <a:pt x="58130" y="147398"/>
                    <a:pt x="59898" y="149782"/>
                    <a:pt x="62487" y="151730"/>
                  </a:cubicBezTo>
                  <a:cubicBezTo>
                    <a:pt x="65563" y="154062"/>
                    <a:pt x="69202" y="155574"/>
                    <a:pt x="73252" y="156369"/>
                  </a:cubicBezTo>
                  <a:cubicBezTo>
                    <a:pt x="75892" y="156856"/>
                    <a:pt x="78557" y="157189"/>
                    <a:pt x="81248" y="157342"/>
                  </a:cubicBezTo>
                  <a:cubicBezTo>
                    <a:pt x="84426" y="157573"/>
                    <a:pt x="87604" y="157778"/>
                    <a:pt x="90757" y="158214"/>
                  </a:cubicBezTo>
                  <a:cubicBezTo>
                    <a:pt x="95088" y="158803"/>
                    <a:pt x="99369" y="159829"/>
                    <a:pt x="103521" y="161238"/>
                  </a:cubicBezTo>
                  <a:cubicBezTo>
                    <a:pt x="106494" y="162238"/>
                    <a:pt x="109441" y="163340"/>
                    <a:pt x="112389" y="164416"/>
                  </a:cubicBezTo>
                  <a:cubicBezTo>
                    <a:pt x="115669" y="165621"/>
                    <a:pt x="118976" y="166800"/>
                    <a:pt x="122410" y="167748"/>
                  </a:cubicBezTo>
                  <a:cubicBezTo>
                    <a:pt x="125460" y="168594"/>
                    <a:pt x="128587" y="169107"/>
                    <a:pt x="131740" y="169286"/>
                  </a:cubicBezTo>
                  <a:cubicBezTo>
                    <a:pt x="134918" y="169414"/>
                    <a:pt x="138121" y="169158"/>
                    <a:pt x="141223" y="168492"/>
                  </a:cubicBezTo>
                  <a:cubicBezTo>
                    <a:pt x="142760" y="168184"/>
                    <a:pt x="144273" y="167748"/>
                    <a:pt x="145785" y="167364"/>
                  </a:cubicBezTo>
                  <a:cubicBezTo>
                    <a:pt x="146144" y="167287"/>
                    <a:pt x="146528" y="167184"/>
                    <a:pt x="146887" y="167108"/>
                  </a:cubicBezTo>
                  <a:lnTo>
                    <a:pt x="146887" y="175950"/>
                  </a:ln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15" name="Google Shape;467;p18"/>
            <p:cNvSpPr/>
            <p:nvPr/>
          </p:nvSpPr>
          <p:spPr>
            <a:xfrm rot="10800000">
              <a:off x="6785640" y="1080"/>
              <a:ext cx="2357280" cy="2098440"/>
            </a:xfrm>
            <a:custGeom>
              <a:avLst/>
              <a:gdLst>
                <a:gd name="textAreaLeft" fmla="*/ 0 w 2357280"/>
                <a:gd name="textAreaRight" fmla="*/ 2357640 w 2357280"/>
                <a:gd name="textAreaTop" fmla="*/ 0 h 2098440"/>
                <a:gd name="textAreaBottom" fmla="*/ 2098800 h 2098440"/>
              </a:gdLst>
              <a:ahLst/>
              <a:cxnLst/>
              <a:rect l="textAreaLeft" t="textAreaTop" r="textAreaRight" b="textAreaBottom"/>
              <a:pathLst>
                <a:path w="73405" h="71791">
                  <a:moveTo>
                    <a:pt x="15327" y="20582"/>
                  </a:moveTo>
                  <a:cubicBezTo>
                    <a:pt x="18941" y="17865"/>
                    <a:pt x="22580" y="15148"/>
                    <a:pt x="26220" y="12457"/>
                  </a:cubicBezTo>
                  <a:cubicBezTo>
                    <a:pt x="28629" y="10688"/>
                    <a:pt x="31141" y="8997"/>
                    <a:pt x="33755" y="7433"/>
                  </a:cubicBezTo>
                  <a:cubicBezTo>
                    <a:pt x="37907" y="4896"/>
                    <a:pt x="42392" y="2922"/>
                    <a:pt x="47057" y="1590"/>
                  </a:cubicBezTo>
                  <a:cubicBezTo>
                    <a:pt x="50645" y="539"/>
                    <a:pt x="54361" y="1"/>
                    <a:pt x="58103" y="1"/>
                  </a:cubicBezTo>
                  <a:cubicBezTo>
                    <a:pt x="59898" y="1"/>
                    <a:pt x="61640" y="257"/>
                    <a:pt x="63358" y="744"/>
                  </a:cubicBezTo>
                  <a:cubicBezTo>
                    <a:pt x="66408" y="1615"/>
                    <a:pt x="68689" y="3230"/>
                    <a:pt x="70201" y="5562"/>
                  </a:cubicBezTo>
                  <a:cubicBezTo>
                    <a:pt x="71277" y="7305"/>
                    <a:pt x="72021" y="9253"/>
                    <a:pt x="72405" y="11278"/>
                  </a:cubicBezTo>
                  <a:cubicBezTo>
                    <a:pt x="72995" y="14148"/>
                    <a:pt x="73276" y="17096"/>
                    <a:pt x="73302" y="20069"/>
                  </a:cubicBezTo>
                  <a:cubicBezTo>
                    <a:pt x="73405" y="24862"/>
                    <a:pt x="73276" y="29629"/>
                    <a:pt x="72918" y="34422"/>
                  </a:cubicBezTo>
                  <a:cubicBezTo>
                    <a:pt x="72764" y="36780"/>
                    <a:pt x="72610" y="39112"/>
                    <a:pt x="72405" y="41470"/>
                  </a:cubicBezTo>
                  <a:cubicBezTo>
                    <a:pt x="71867" y="47032"/>
                    <a:pt x="71124" y="52542"/>
                    <a:pt x="69688" y="58027"/>
                  </a:cubicBezTo>
                  <a:cubicBezTo>
                    <a:pt x="68561" y="62102"/>
                    <a:pt x="67074" y="66100"/>
                    <a:pt x="65254" y="69945"/>
                  </a:cubicBezTo>
                  <a:cubicBezTo>
                    <a:pt x="64972" y="70560"/>
                    <a:pt x="64716" y="71175"/>
                    <a:pt x="64434" y="71790"/>
                  </a:cubicBezTo>
                  <a:lnTo>
                    <a:pt x="50107" y="71790"/>
                  </a:lnTo>
                  <a:lnTo>
                    <a:pt x="52029" y="66100"/>
                  </a:lnTo>
                  <a:cubicBezTo>
                    <a:pt x="53541" y="61589"/>
                    <a:pt x="54977" y="57053"/>
                    <a:pt x="56104" y="52440"/>
                  </a:cubicBezTo>
                  <a:cubicBezTo>
                    <a:pt x="57155" y="48390"/>
                    <a:pt x="57847" y="44264"/>
                    <a:pt x="58206" y="40086"/>
                  </a:cubicBezTo>
                  <a:cubicBezTo>
                    <a:pt x="58488" y="37190"/>
                    <a:pt x="58411" y="34268"/>
                    <a:pt x="58027" y="31372"/>
                  </a:cubicBezTo>
                  <a:cubicBezTo>
                    <a:pt x="57822" y="29578"/>
                    <a:pt x="57309" y="27835"/>
                    <a:pt x="56514" y="26194"/>
                  </a:cubicBezTo>
                  <a:cubicBezTo>
                    <a:pt x="56130" y="25426"/>
                    <a:pt x="55669" y="24708"/>
                    <a:pt x="55105" y="24042"/>
                  </a:cubicBezTo>
                  <a:cubicBezTo>
                    <a:pt x="53721" y="22478"/>
                    <a:pt x="51850" y="21555"/>
                    <a:pt x="49543" y="21222"/>
                  </a:cubicBezTo>
                  <a:cubicBezTo>
                    <a:pt x="47467" y="20992"/>
                    <a:pt x="45365" y="21094"/>
                    <a:pt x="43341" y="21530"/>
                  </a:cubicBezTo>
                  <a:cubicBezTo>
                    <a:pt x="40803" y="22017"/>
                    <a:pt x="38317" y="22709"/>
                    <a:pt x="35908" y="23580"/>
                  </a:cubicBezTo>
                  <a:cubicBezTo>
                    <a:pt x="31371" y="25169"/>
                    <a:pt x="27014" y="27092"/>
                    <a:pt x="22708" y="29039"/>
                  </a:cubicBezTo>
                  <a:cubicBezTo>
                    <a:pt x="15352" y="32397"/>
                    <a:pt x="8202" y="36216"/>
                    <a:pt x="1333" y="40445"/>
                  </a:cubicBezTo>
                  <a:cubicBezTo>
                    <a:pt x="897" y="40701"/>
                    <a:pt x="436" y="40906"/>
                    <a:pt x="0" y="41137"/>
                  </a:cubicBezTo>
                  <a:lnTo>
                    <a:pt x="0" y="31013"/>
                  </a:lnTo>
                  <a:cubicBezTo>
                    <a:pt x="538" y="30987"/>
                    <a:pt x="871" y="30654"/>
                    <a:pt x="1256" y="30423"/>
                  </a:cubicBezTo>
                  <a:cubicBezTo>
                    <a:pt x="6126" y="27322"/>
                    <a:pt x="10790" y="24016"/>
                    <a:pt x="15327" y="20582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16" name="Google Shape;468;p18"/>
            <p:cNvSpPr/>
            <p:nvPr/>
          </p:nvSpPr>
          <p:spPr>
            <a:xfrm rot="10800000">
              <a:off x="3613680" y="0"/>
              <a:ext cx="5529240" cy="4444200"/>
            </a:xfrm>
            <a:custGeom>
              <a:avLst/>
              <a:gdLst>
                <a:gd name="textAreaLeft" fmla="*/ 0 w 5529240"/>
                <a:gd name="textAreaRight" fmla="*/ 5529600 w 5529240"/>
                <a:gd name="textAreaTop" fmla="*/ 0 h 4444200"/>
                <a:gd name="textAreaBottom" fmla="*/ 4444560 h 4444200"/>
              </a:gdLst>
              <a:ahLst/>
              <a:cxnLst/>
              <a:rect l="textAreaLeft" t="textAreaTop" r="textAreaRight" b="textAreaBottom"/>
              <a:pathLst>
                <a:path w="172158" h="152038">
                  <a:moveTo>
                    <a:pt x="21427" y="15661"/>
                  </a:moveTo>
                  <a:cubicBezTo>
                    <a:pt x="24938" y="18070"/>
                    <a:pt x="28424" y="20479"/>
                    <a:pt x="31961" y="22837"/>
                  </a:cubicBezTo>
                  <a:cubicBezTo>
                    <a:pt x="35959" y="25580"/>
                    <a:pt x="40162" y="27989"/>
                    <a:pt x="44545" y="30090"/>
                  </a:cubicBezTo>
                  <a:cubicBezTo>
                    <a:pt x="48928" y="32218"/>
                    <a:pt x="53593" y="33807"/>
                    <a:pt x="58360" y="34806"/>
                  </a:cubicBezTo>
                  <a:cubicBezTo>
                    <a:pt x="61564" y="35447"/>
                    <a:pt x="64767" y="35806"/>
                    <a:pt x="68074" y="35524"/>
                  </a:cubicBezTo>
                  <a:cubicBezTo>
                    <a:pt x="71072" y="35268"/>
                    <a:pt x="73994" y="34396"/>
                    <a:pt x="76660" y="32961"/>
                  </a:cubicBezTo>
                  <a:cubicBezTo>
                    <a:pt x="78274" y="32038"/>
                    <a:pt x="79761" y="30911"/>
                    <a:pt x="81119" y="29629"/>
                  </a:cubicBezTo>
                  <a:cubicBezTo>
                    <a:pt x="82606" y="28194"/>
                    <a:pt x="83964" y="26656"/>
                    <a:pt x="85143" y="24964"/>
                  </a:cubicBezTo>
                  <a:cubicBezTo>
                    <a:pt x="86399" y="23196"/>
                    <a:pt x="87629" y="21376"/>
                    <a:pt x="88757" y="19531"/>
                  </a:cubicBezTo>
                  <a:cubicBezTo>
                    <a:pt x="90090" y="17378"/>
                    <a:pt x="91320" y="15199"/>
                    <a:pt x="92627" y="13046"/>
                  </a:cubicBezTo>
                  <a:cubicBezTo>
                    <a:pt x="94062" y="10612"/>
                    <a:pt x="95728" y="8382"/>
                    <a:pt x="97651" y="6331"/>
                  </a:cubicBezTo>
                  <a:cubicBezTo>
                    <a:pt x="98983" y="4947"/>
                    <a:pt x="100444" y="3743"/>
                    <a:pt x="102033" y="2692"/>
                  </a:cubicBezTo>
                  <a:cubicBezTo>
                    <a:pt x="103366" y="1795"/>
                    <a:pt x="104827" y="1077"/>
                    <a:pt x="106365" y="616"/>
                  </a:cubicBezTo>
                  <a:cubicBezTo>
                    <a:pt x="107749" y="180"/>
                    <a:pt x="109159" y="1"/>
                    <a:pt x="110620" y="52"/>
                  </a:cubicBezTo>
                  <a:cubicBezTo>
                    <a:pt x="112619" y="129"/>
                    <a:pt x="114567" y="744"/>
                    <a:pt x="116233" y="1872"/>
                  </a:cubicBezTo>
                  <a:cubicBezTo>
                    <a:pt x="117437" y="2666"/>
                    <a:pt x="118514" y="3666"/>
                    <a:pt x="119436" y="4768"/>
                  </a:cubicBezTo>
                  <a:cubicBezTo>
                    <a:pt x="120538" y="6101"/>
                    <a:pt x="121487" y="7536"/>
                    <a:pt x="122281" y="9048"/>
                  </a:cubicBezTo>
                  <a:cubicBezTo>
                    <a:pt x="123358" y="11073"/>
                    <a:pt x="124280" y="13175"/>
                    <a:pt x="125024" y="15328"/>
                  </a:cubicBezTo>
                  <a:cubicBezTo>
                    <a:pt x="127228" y="21222"/>
                    <a:pt x="128817" y="27245"/>
                    <a:pt x="130252" y="33320"/>
                  </a:cubicBezTo>
                  <a:cubicBezTo>
                    <a:pt x="131713" y="39445"/>
                    <a:pt x="132995" y="45622"/>
                    <a:pt x="133994" y="51825"/>
                  </a:cubicBezTo>
                  <a:cubicBezTo>
                    <a:pt x="134609" y="55720"/>
                    <a:pt x="135096" y="59616"/>
                    <a:pt x="135481" y="63512"/>
                  </a:cubicBezTo>
                  <a:cubicBezTo>
                    <a:pt x="135788" y="66716"/>
                    <a:pt x="136070" y="69945"/>
                    <a:pt x="136429" y="73149"/>
                  </a:cubicBezTo>
                  <a:cubicBezTo>
                    <a:pt x="136737" y="75789"/>
                    <a:pt x="137326" y="78403"/>
                    <a:pt x="138198" y="80889"/>
                  </a:cubicBezTo>
                  <a:cubicBezTo>
                    <a:pt x="139658" y="85195"/>
                    <a:pt x="142196" y="89065"/>
                    <a:pt x="145553" y="92141"/>
                  </a:cubicBezTo>
                  <a:cubicBezTo>
                    <a:pt x="146117" y="92653"/>
                    <a:pt x="146707" y="93217"/>
                    <a:pt x="147245" y="93781"/>
                  </a:cubicBezTo>
                  <a:cubicBezTo>
                    <a:pt x="147834" y="94422"/>
                    <a:pt x="148450" y="95062"/>
                    <a:pt x="148988" y="95729"/>
                  </a:cubicBezTo>
                  <a:cubicBezTo>
                    <a:pt x="151166" y="98446"/>
                    <a:pt x="151935" y="101419"/>
                    <a:pt x="151269" y="104622"/>
                  </a:cubicBezTo>
                  <a:cubicBezTo>
                    <a:pt x="151038" y="105724"/>
                    <a:pt x="150705" y="106827"/>
                    <a:pt x="150423" y="107929"/>
                  </a:cubicBezTo>
                  <a:cubicBezTo>
                    <a:pt x="149962" y="109518"/>
                    <a:pt x="149449" y="111132"/>
                    <a:pt x="149065" y="112773"/>
                  </a:cubicBezTo>
                  <a:cubicBezTo>
                    <a:pt x="148398" y="115515"/>
                    <a:pt x="148347" y="118386"/>
                    <a:pt x="148885" y="121179"/>
                  </a:cubicBezTo>
                  <a:cubicBezTo>
                    <a:pt x="149449" y="123999"/>
                    <a:pt x="150423" y="126715"/>
                    <a:pt x="151781" y="129253"/>
                  </a:cubicBezTo>
                  <a:cubicBezTo>
                    <a:pt x="153858" y="133225"/>
                    <a:pt x="156600" y="136865"/>
                    <a:pt x="159701" y="140325"/>
                  </a:cubicBezTo>
                  <a:cubicBezTo>
                    <a:pt x="163264" y="144221"/>
                    <a:pt x="167134" y="147860"/>
                    <a:pt x="171235" y="151218"/>
                  </a:cubicBezTo>
                  <a:cubicBezTo>
                    <a:pt x="171568" y="151474"/>
                    <a:pt x="171850" y="151756"/>
                    <a:pt x="172157" y="152038"/>
                  </a:cubicBezTo>
                  <a:lnTo>
                    <a:pt x="166006" y="152038"/>
                  </a:lnTo>
                  <a:cubicBezTo>
                    <a:pt x="165724" y="151782"/>
                    <a:pt x="165494" y="151500"/>
                    <a:pt x="165212" y="151243"/>
                  </a:cubicBezTo>
                  <a:cubicBezTo>
                    <a:pt x="161111" y="147732"/>
                    <a:pt x="157292" y="143913"/>
                    <a:pt x="153781" y="139812"/>
                  </a:cubicBezTo>
                  <a:cubicBezTo>
                    <a:pt x="151038" y="136609"/>
                    <a:pt x="148706" y="133123"/>
                    <a:pt x="146784" y="129381"/>
                  </a:cubicBezTo>
                  <a:cubicBezTo>
                    <a:pt x="145092" y="126049"/>
                    <a:pt x="143990" y="122461"/>
                    <a:pt x="143529" y="118744"/>
                  </a:cubicBezTo>
                  <a:cubicBezTo>
                    <a:pt x="143195" y="115900"/>
                    <a:pt x="143324" y="113055"/>
                    <a:pt x="143580" y="110210"/>
                  </a:cubicBezTo>
                  <a:cubicBezTo>
                    <a:pt x="143708" y="108723"/>
                    <a:pt x="143836" y="107211"/>
                    <a:pt x="143862" y="105724"/>
                  </a:cubicBezTo>
                  <a:cubicBezTo>
                    <a:pt x="143939" y="102956"/>
                    <a:pt x="142939" y="100265"/>
                    <a:pt x="141119" y="98189"/>
                  </a:cubicBezTo>
                  <a:cubicBezTo>
                    <a:pt x="140786" y="97805"/>
                    <a:pt x="140479" y="97420"/>
                    <a:pt x="140145" y="97036"/>
                  </a:cubicBezTo>
                  <a:cubicBezTo>
                    <a:pt x="139530" y="96344"/>
                    <a:pt x="138941" y="95678"/>
                    <a:pt x="138351" y="94986"/>
                  </a:cubicBezTo>
                  <a:cubicBezTo>
                    <a:pt x="136660" y="93038"/>
                    <a:pt x="135327" y="90833"/>
                    <a:pt x="134327" y="88475"/>
                  </a:cubicBezTo>
                  <a:cubicBezTo>
                    <a:pt x="133123" y="85477"/>
                    <a:pt x="132277" y="82324"/>
                    <a:pt x="131867" y="79121"/>
                  </a:cubicBezTo>
                  <a:cubicBezTo>
                    <a:pt x="131508" y="76506"/>
                    <a:pt x="131303" y="73866"/>
                    <a:pt x="131252" y="71252"/>
                  </a:cubicBezTo>
                  <a:cubicBezTo>
                    <a:pt x="131098" y="67126"/>
                    <a:pt x="130919" y="63025"/>
                    <a:pt x="130483" y="58950"/>
                  </a:cubicBezTo>
                  <a:cubicBezTo>
                    <a:pt x="130278" y="56797"/>
                    <a:pt x="130047" y="54644"/>
                    <a:pt x="129714" y="52491"/>
                  </a:cubicBezTo>
                  <a:cubicBezTo>
                    <a:pt x="129201" y="49364"/>
                    <a:pt x="128637" y="46237"/>
                    <a:pt x="128022" y="43110"/>
                  </a:cubicBezTo>
                  <a:cubicBezTo>
                    <a:pt x="126843" y="37190"/>
                    <a:pt x="125306" y="31321"/>
                    <a:pt x="123435" y="25580"/>
                  </a:cubicBezTo>
                  <a:cubicBezTo>
                    <a:pt x="122409" y="22350"/>
                    <a:pt x="121102" y="19198"/>
                    <a:pt x="119590" y="16148"/>
                  </a:cubicBezTo>
                  <a:cubicBezTo>
                    <a:pt x="118744" y="14507"/>
                    <a:pt x="117745" y="12944"/>
                    <a:pt x="116591" y="11534"/>
                  </a:cubicBezTo>
                  <a:cubicBezTo>
                    <a:pt x="115720" y="10483"/>
                    <a:pt x="114746" y="9561"/>
                    <a:pt x="113618" y="8817"/>
                  </a:cubicBezTo>
                  <a:cubicBezTo>
                    <a:pt x="112516" y="8074"/>
                    <a:pt x="111312" y="7536"/>
                    <a:pt x="110004" y="7280"/>
                  </a:cubicBezTo>
                  <a:cubicBezTo>
                    <a:pt x="108108" y="6895"/>
                    <a:pt x="106134" y="7075"/>
                    <a:pt x="104340" y="7741"/>
                  </a:cubicBezTo>
                  <a:cubicBezTo>
                    <a:pt x="102905" y="8279"/>
                    <a:pt x="101572" y="8997"/>
                    <a:pt x="100342" y="9894"/>
                  </a:cubicBezTo>
                  <a:cubicBezTo>
                    <a:pt x="99060" y="10842"/>
                    <a:pt x="97881" y="11893"/>
                    <a:pt x="96831" y="13072"/>
                  </a:cubicBezTo>
                  <a:cubicBezTo>
                    <a:pt x="95472" y="14559"/>
                    <a:pt x="94242" y="16148"/>
                    <a:pt x="93114" y="17814"/>
                  </a:cubicBezTo>
                  <a:cubicBezTo>
                    <a:pt x="91781" y="19736"/>
                    <a:pt x="90449" y="21684"/>
                    <a:pt x="89116" y="23606"/>
                  </a:cubicBezTo>
                  <a:cubicBezTo>
                    <a:pt x="87578" y="25810"/>
                    <a:pt x="85861" y="27886"/>
                    <a:pt x="84015" y="29834"/>
                  </a:cubicBezTo>
                  <a:cubicBezTo>
                    <a:pt x="82657" y="31269"/>
                    <a:pt x="81145" y="32551"/>
                    <a:pt x="79505" y="33679"/>
                  </a:cubicBezTo>
                  <a:cubicBezTo>
                    <a:pt x="75916" y="36088"/>
                    <a:pt x="71764" y="37292"/>
                    <a:pt x="67125" y="37395"/>
                  </a:cubicBezTo>
                  <a:cubicBezTo>
                    <a:pt x="63665" y="37421"/>
                    <a:pt x="60179" y="36985"/>
                    <a:pt x="56822" y="36139"/>
                  </a:cubicBezTo>
                  <a:cubicBezTo>
                    <a:pt x="51260" y="34781"/>
                    <a:pt x="45878" y="32756"/>
                    <a:pt x="40803" y="30142"/>
                  </a:cubicBezTo>
                  <a:cubicBezTo>
                    <a:pt x="36907" y="28117"/>
                    <a:pt x="33140" y="25887"/>
                    <a:pt x="29500" y="23478"/>
                  </a:cubicBezTo>
                  <a:cubicBezTo>
                    <a:pt x="26015" y="21171"/>
                    <a:pt x="22554" y="18813"/>
                    <a:pt x="19043" y="16532"/>
                  </a:cubicBezTo>
                  <a:cubicBezTo>
                    <a:pt x="13302" y="12765"/>
                    <a:pt x="7381" y="9304"/>
                    <a:pt x="1307" y="6152"/>
                  </a:cubicBezTo>
                  <a:cubicBezTo>
                    <a:pt x="897" y="5947"/>
                    <a:pt x="436" y="5793"/>
                    <a:pt x="0" y="5588"/>
                  </a:cubicBezTo>
                  <a:lnTo>
                    <a:pt x="0" y="2974"/>
                  </a:lnTo>
                  <a:cubicBezTo>
                    <a:pt x="436" y="3153"/>
                    <a:pt x="897" y="3333"/>
                    <a:pt x="1307" y="3538"/>
                  </a:cubicBezTo>
                  <a:cubicBezTo>
                    <a:pt x="8227" y="7203"/>
                    <a:pt x="14942" y="11252"/>
                    <a:pt x="21427" y="15661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17" name="Google Shape;469;p18"/>
            <p:cNvSpPr/>
            <p:nvPr/>
          </p:nvSpPr>
          <p:spPr>
            <a:xfrm rot="10800000">
              <a:off x="360" y="1752120"/>
              <a:ext cx="1572120" cy="3028680"/>
            </a:xfrm>
            <a:custGeom>
              <a:avLst/>
              <a:gdLst>
                <a:gd name="textAreaLeft" fmla="*/ 0 w 1572120"/>
                <a:gd name="textAreaRight" fmla="*/ 1572480 w 1572120"/>
                <a:gd name="textAreaTop" fmla="*/ 0 h 3028680"/>
                <a:gd name="textAreaBottom" fmla="*/ 3029040 h 3028680"/>
              </a:gdLst>
              <a:ahLst/>
              <a:cxnLst/>
              <a:rect l="textAreaLeft" t="textAreaTop" r="textAreaRight" b="textAreaBottom"/>
              <a:pathLst>
                <a:path w="48954" h="103623">
                  <a:moveTo>
                    <a:pt x="30962" y="101188"/>
                  </a:moveTo>
                  <a:cubicBezTo>
                    <a:pt x="28040" y="100265"/>
                    <a:pt x="25220" y="99035"/>
                    <a:pt x="22529" y="97523"/>
                  </a:cubicBezTo>
                  <a:cubicBezTo>
                    <a:pt x="18223" y="95114"/>
                    <a:pt x="14302" y="92064"/>
                    <a:pt x="10944" y="88450"/>
                  </a:cubicBezTo>
                  <a:cubicBezTo>
                    <a:pt x="6049" y="83196"/>
                    <a:pt x="2794" y="77327"/>
                    <a:pt x="1179" y="70817"/>
                  </a:cubicBezTo>
                  <a:cubicBezTo>
                    <a:pt x="0" y="66024"/>
                    <a:pt x="180" y="61205"/>
                    <a:pt x="1282" y="56438"/>
                  </a:cubicBezTo>
                  <a:cubicBezTo>
                    <a:pt x="1846" y="54055"/>
                    <a:pt x="2538" y="51671"/>
                    <a:pt x="3230" y="49287"/>
                  </a:cubicBezTo>
                  <a:cubicBezTo>
                    <a:pt x="4434" y="45135"/>
                    <a:pt x="6075" y="41137"/>
                    <a:pt x="8125" y="37318"/>
                  </a:cubicBezTo>
                  <a:cubicBezTo>
                    <a:pt x="11073" y="31833"/>
                    <a:pt x="14968" y="26861"/>
                    <a:pt x="19479" y="22196"/>
                  </a:cubicBezTo>
                  <a:cubicBezTo>
                    <a:pt x="24631" y="16917"/>
                    <a:pt x="30141" y="12021"/>
                    <a:pt x="35985" y="7562"/>
                  </a:cubicBezTo>
                  <a:cubicBezTo>
                    <a:pt x="39958" y="4486"/>
                    <a:pt x="44315" y="1949"/>
                    <a:pt x="48954" y="1"/>
                  </a:cubicBezTo>
                  <a:lnTo>
                    <a:pt x="48954" y="3948"/>
                  </a:lnTo>
                  <a:cubicBezTo>
                    <a:pt x="48749" y="4025"/>
                    <a:pt x="48544" y="4076"/>
                    <a:pt x="48339" y="4179"/>
                  </a:cubicBezTo>
                  <a:cubicBezTo>
                    <a:pt x="45853" y="5383"/>
                    <a:pt x="43495" y="6793"/>
                    <a:pt x="41239" y="8433"/>
                  </a:cubicBezTo>
                  <a:cubicBezTo>
                    <a:pt x="33986" y="13687"/>
                    <a:pt x="27348" y="19428"/>
                    <a:pt x="21581" y="25836"/>
                  </a:cubicBezTo>
                  <a:cubicBezTo>
                    <a:pt x="17275" y="30654"/>
                    <a:pt x="13841" y="35883"/>
                    <a:pt x="11534" y="41573"/>
                  </a:cubicBezTo>
                  <a:cubicBezTo>
                    <a:pt x="10355" y="44443"/>
                    <a:pt x="9458" y="47442"/>
                    <a:pt x="8920" y="50492"/>
                  </a:cubicBezTo>
                  <a:cubicBezTo>
                    <a:pt x="8535" y="52645"/>
                    <a:pt x="8151" y="54772"/>
                    <a:pt x="7920" y="56925"/>
                  </a:cubicBezTo>
                  <a:cubicBezTo>
                    <a:pt x="7074" y="64614"/>
                    <a:pt x="9612" y="71432"/>
                    <a:pt x="15763" y="77275"/>
                  </a:cubicBezTo>
                  <a:cubicBezTo>
                    <a:pt x="19838" y="81145"/>
                    <a:pt x="24708" y="84119"/>
                    <a:pt x="30039" y="85964"/>
                  </a:cubicBezTo>
                  <a:cubicBezTo>
                    <a:pt x="34165" y="87399"/>
                    <a:pt x="38522" y="88091"/>
                    <a:pt x="42905" y="87989"/>
                  </a:cubicBezTo>
                  <a:cubicBezTo>
                    <a:pt x="44930" y="87963"/>
                    <a:pt x="46980" y="87707"/>
                    <a:pt x="48954" y="87194"/>
                  </a:cubicBezTo>
                  <a:lnTo>
                    <a:pt x="48954" y="102623"/>
                  </a:lnTo>
                  <a:cubicBezTo>
                    <a:pt x="48851" y="102623"/>
                    <a:pt x="48723" y="102623"/>
                    <a:pt x="48621" y="102649"/>
                  </a:cubicBezTo>
                  <a:cubicBezTo>
                    <a:pt x="42546" y="103623"/>
                    <a:pt x="36677" y="103008"/>
                    <a:pt x="30962" y="10118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18" name="Google Shape;470;p18"/>
            <p:cNvSpPr/>
            <p:nvPr/>
          </p:nvSpPr>
          <p:spPr>
            <a:xfrm rot="10800000">
              <a:off x="720" y="299880"/>
              <a:ext cx="4073760" cy="4843440"/>
            </a:xfrm>
            <a:custGeom>
              <a:avLst/>
              <a:gdLst>
                <a:gd name="textAreaLeft" fmla="*/ 0 w 4073760"/>
                <a:gd name="textAreaRight" fmla="*/ 4074120 w 4073760"/>
                <a:gd name="textAreaTop" fmla="*/ 0 h 4843440"/>
                <a:gd name="textAreaBottom" fmla="*/ 4843800 h 4843440"/>
              </a:gdLst>
              <a:ahLst/>
              <a:cxnLst/>
              <a:rect l="textAreaLeft" t="textAreaTop" r="textAreaRight" b="textAreaBottom"/>
              <a:pathLst>
                <a:path w="126844" h="165698">
                  <a:moveTo>
                    <a:pt x="114055" y="165595"/>
                  </a:moveTo>
                  <a:cubicBezTo>
                    <a:pt x="110184" y="165698"/>
                    <a:pt x="106340" y="165288"/>
                    <a:pt x="102598" y="164365"/>
                  </a:cubicBezTo>
                  <a:cubicBezTo>
                    <a:pt x="99573" y="163571"/>
                    <a:pt x="96600" y="162648"/>
                    <a:pt x="93679" y="161546"/>
                  </a:cubicBezTo>
                  <a:cubicBezTo>
                    <a:pt x="90321" y="160316"/>
                    <a:pt x="86963" y="159034"/>
                    <a:pt x="83580" y="157829"/>
                  </a:cubicBezTo>
                  <a:cubicBezTo>
                    <a:pt x="78019" y="155830"/>
                    <a:pt x="72252" y="154446"/>
                    <a:pt x="66383" y="153703"/>
                  </a:cubicBezTo>
                  <a:cubicBezTo>
                    <a:pt x="63640" y="153344"/>
                    <a:pt x="60898" y="153011"/>
                    <a:pt x="58181" y="152627"/>
                  </a:cubicBezTo>
                  <a:cubicBezTo>
                    <a:pt x="56054" y="152345"/>
                    <a:pt x="53978" y="151858"/>
                    <a:pt x="51953" y="151140"/>
                  </a:cubicBezTo>
                  <a:cubicBezTo>
                    <a:pt x="46904" y="149269"/>
                    <a:pt x="43597" y="146142"/>
                    <a:pt x="42085" y="141734"/>
                  </a:cubicBezTo>
                  <a:cubicBezTo>
                    <a:pt x="41624" y="140401"/>
                    <a:pt x="41342" y="138991"/>
                    <a:pt x="41214" y="137582"/>
                  </a:cubicBezTo>
                  <a:cubicBezTo>
                    <a:pt x="40983" y="135506"/>
                    <a:pt x="41034" y="133455"/>
                    <a:pt x="41009" y="131379"/>
                  </a:cubicBezTo>
                  <a:cubicBezTo>
                    <a:pt x="40983" y="129508"/>
                    <a:pt x="40932" y="127612"/>
                    <a:pt x="40829" y="125741"/>
                  </a:cubicBezTo>
                  <a:cubicBezTo>
                    <a:pt x="40676" y="122460"/>
                    <a:pt x="40470" y="119179"/>
                    <a:pt x="40317" y="115899"/>
                  </a:cubicBezTo>
                  <a:cubicBezTo>
                    <a:pt x="40137" y="112362"/>
                    <a:pt x="40009" y="108825"/>
                    <a:pt x="39778" y="105288"/>
                  </a:cubicBezTo>
                  <a:cubicBezTo>
                    <a:pt x="39573" y="102033"/>
                    <a:pt x="39266" y="98778"/>
                    <a:pt x="38984" y="95523"/>
                  </a:cubicBezTo>
                  <a:cubicBezTo>
                    <a:pt x="38651" y="91499"/>
                    <a:pt x="38241" y="87475"/>
                    <a:pt x="37600" y="83477"/>
                  </a:cubicBezTo>
                  <a:cubicBezTo>
                    <a:pt x="37087" y="80017"/>
                    <a:pt x="36062" y="76634"/>
                    <a:pt x="34499" y="73507"/>
                  </a:cubicBezTo>
                  <a:cubicBezTo>
                    <a:pt x="34063" y="72635"/>
                    <a:pt x="33678" y="71738"/>
                    <a:pt x="33320" y="70841"/>
                  </a:cubicBezTo>
                  <a:cubicBezTo>
                    <a:pt x="32628" y="69124"/>
                    <a:pt x="32448" y="67202"/>
                    <a:pt x="32833" y="65382"/>
                  </a:cubicBezTo>
                  <a:cubicBezTo>
                    <a:pt x="33063" y="64177"/>
                    <a:pt x="33473" y="63024"/>
                    <a:pt x="34037" y="61973"/>
                  </a:cubicBezTo>
                  <a:cubicBezTo>
                    <a:pt x="34781" y="60589"/>
                    <a:pt x="35575" y="59231"/>
                    <a:pt x="36370" y="57898"/>
                  </a:cubicBezTo>
                  <a:cubicBezTo>
                    <a:pt x="37010" y="56822"/>
                    <a:pt x="37677" y="55771"/>
                    <a:pt x="38292" y="54694"/>
                  </a:cubicBezTo>
                  <a:cubicBezTo>
                    <a:pt x="38830" y="53797"/>
                    <a:pt x="39240" y="52849"/>
                    <a:pt x="39497" y="51849"/>
                  </a:cubicBezTo>
                  <a:cubicBezTo>
                    <a:pt x="39702" y="51183"/>
                    <a:pt x="39753" y="50491"/>
                    <a:pt x="39676" y="49799"/>
                  </a:cubicBezTo>
                  <a:cubicBezTo>
                    <a:pt x="39497" y="48646"/>
                    <a:pt x="38753" y="47851"/>
                    <a:pt x="37446" y="47415"/>
                  </a:cubicBezTo>
                  <a:cubicBezTo>
                    <a:pt x="36652" y="47134"/>
                    <a:pt x="35831" y="47005"/>
                    <a:pt x="34986" y="46980"/>
                  </a:cubicBezTo>
                  <a:cubicBezTo>
                    <a:pt x="33909" y="46929"/>
                    <a:pt x="32807" y="46929"/>
                    <a:pt x="31705" y="46929"/>
                  </a:cubicBezTo>
                  <a:cubicBezTo>
                    <a:pt x="30193" y="46929"/>
                    <a:pt x="28655" y="46954"/>
                    <a:pt x="27143" y="46954"/>
                  </a:cubicBezTo>
                  <a:cubicBezTo>
                    <a:pt x="25092" y="46954"/>
                    <a:pt x="23068" y="46775"/>
                    <a:pt x="21068" y="46416"/>
                  </a:cubicBezTo>
                  <a:cubicBezTo>
                    <a:pt x="15763" y="45442"/>
                    <a:pt x="11457" y="43238"/>
                    <a:pt x="8202" y="39650"/>
                  </a:cubicBezTo>
                  <a:cubicBezTo>
                    <a:pt x="7151" y="38496"/>
                    <a:pt x="6229" y="37215"/>
                    <a:pt x="5460" y="35882"/>
                  </a:cubicBezTo>
                  <a:cubicBezTo>
                    <a:pt x="4178" y="33703"/>
                    <a:pt x="3179" y="31345"/>
                    <a:pt x="2512" y="28911"/>
                  </a:cubicBezTo>
                  <a:cubicBezTo>
                    <a:pt x="1410" y="24810"/>
                    <a:pt x="795" y="20581"/>
                    <a:pt x="693" y="16352"/>
                  </a:cubicBezTo>
                  <a:cubicBezTo>
                    <a:pt x="590" y="12507"/>
                    <a:pt x="539" y="8663"/>
                    <a:pt x="462" y="4793"/>
                  </a:cubicBezTo>
                  <a:cubicBezTo>
                    <a:pt x="462" y="3178"/>
                    <a:pt x="308" y="1589"/>
                    <a:pt x="1" y="0"/>
                  </a:cubicBezTo>
                  <a:lnTo>
                    <a:pt x="2743" y="0"/>
                  </a:lnTo>
                  <a:cubicBezTo>
                    <a:pt x="2794" y="1666"/>
                    <a:pt x="2897" y="3306"/>
                    <a:pt x="2871" y="4972"/>
                  </a:cubicBezTo>
                  <a:cubicBezTo>
                    <a:pt x="2871" y="7638"/>
                    <a:pt x="2769" y="10303"/>
                    <a:pt x="2743" y="12969"/>
                  </a:cubicBezTo>
                  <a:cubicBezTo>
                    <a:pt x="2692" y="16403"/>
                    <a:pt x="2897" y="19863"/>
                    <a:pt x="3384" y="23272"/>
                  </a:cubicBezTo>
                  <a:cubicBezTo>
                    <a:pt x="3768" y="25963"/>
                    <a:pt x="4460" y="28603"/>
                    <a:pt x="5460" y="31140"/>
                  </a:cubicBezTo>
                  <a:cubicBezTo>
                    <a:pt x="6511" y="33832"/>
                    <a:pt x="8048" y="36266"/>
                    <a:pt x="10022" y="38368"/>
                  </a:cubicBezTo>
                  <a:cubicBezTo>
                    <a:pt x="12380" y="40777"/>
                    <a:pt x="15353" y="42520"/>
                    <a:pt x="18634" y="43392"/>
                  </a:cubicBezTo>
                  <a:cubicBezTo>
                    <a:pt x="21632" y="44186"/>
                    <a:pt x="24759" y="44442"/>
                    <a:pt x="27835" y="44084"/>
                  </a:cubicBezTo>
                  <a:cubicBezTo>
                    <a:pt x="29834" y="43879"/>
                    <a:pt x="31807" y="43571"/>
                    <a:pt x="33755" y="43135"/>
                  </a:cubicBezTo>
                  <a:cubicBezTo>
                    <a:pt x="36113" y="42648"/>
                    <a:pt x="38446" y="42110"/>
                    <a:pt x="40804" y="41674"/>
                  </a:cubicBezTo>
                  <a:cubicBezTo>
                    <a:pt x="41880" y="41495"/>
                    <a:pt x="42982" y="41367"/>
                    <a:pt x="44059" y="41290"/>
                  </a:cubicBezTo>
                  <a:cubicBezTo>
                    <a:pt x="44853" y="41239"/>
                    <a:pt x="45648" y="41316"/>
                    <a:pt x="46442" y="41521"/>
                  </a:cubicBezTo>
                  <a:cubicBezTo>
                    <a:pt x="47647" y="41828"/>
                    <a:pt x="48416" y="42520"/>
                    <a:pt x="48723" y="43545"/>
                  </a:cubicBezTo>
                  <a:cubicBezTo>
                    <a:pt x="48877" y="44160"/>
                    <a:pt x="48928" y="44776"/>
                    <a:pt x="48826" y="45416"/>
                  </a:cubicBezTo>
                  <a:cubicBezTo>
                    <a:pt x="48672" y="46518"/>
                    <a:pt x="48365" y="47595"/>
                    <a:pt x="47903" y="48594"/>
                  </a:cubicBezTo>
                  <a:cubicBezTo>
                    <a:pt x="47314" y="49927"/>
                    <a:pt x="46622" y="51209"/>
                    <a:pt x="45827" y="52439"/>
                  </a:cubicBezTo>
                  <a:cubicBezTo>
                    <a:pt x="44725" y="54156"/>
                    <a:pt x="43572" y="55873"/>
                    <a:pt x="42521" y="57591"/>
                  </a:cubicBezTo>
                  <a:cubicBezTo>
                    <a:pt x="41854" y="58667"/>
                    <a:pt x="41239" y="59795"/>
                    <a:pt x="40701" y="60922"/>
                  </a:cubicBezTo>
                  <a:cubicBezTo>
                    <a:pt x="39753" y="62845"/>
                    <a:pt x="39368" y="64972"/>
                    <a:pt x="39548" y="67099"/>
                  </a:cubicBezTo>
                  <a:cubicBezTo>
                    <a:pt x="39650" y="68125"/>
                    <a:pt x="39753" y="69150"/>
                    <a:pt x="39932" y="70175"/>
                  </a:cubicBezTo>
                  <a:cubicBezTo>
                    <a:pt x="40394" y="72892"/>
                    <a:pt x="40727" y="75660"/>
                    <a:pt x="40906" y="78402"/>
                  </a:cubicBezTo>
                  <a:cubicBezTo>
                    <a:pt x="41188" y="82810"/>
                    <a:pt x="41419" y="87219"/>
                    <a:pt x="41675" y="91627"/>
                  </a:cubicBezTo>
                  <a:cubicBezTo>
                    <a:pt x="41829" y="94241"/>
                    <a:pt x="41983" y="96830"/>
                    <a:pt x="42188" y="99419"/>
                  </a:cubicBezTo>
                  <a:cubicBezTo>
                    <a:pt x="42393" y="102007"/>
                    <a:pt x="42598" y="104622"/>
                    <a:pt x="42777" y="107210"/>
                  </a:cubicBezTo>
                  <a:cubicBezTo>
                    <a:pt x="42957" y="110055"/>
                    <a:pt x="43110" y="112900"/>
                    <a:pt x="43315" y="115745"/>
                  </a:cubicBezTo>
                  <a:cubicBezTo>
                    <a:pt x="43392" y="116898"/>
                    <a:pt x="43495" y="118052"/>
                    <a:pt x="43623" y="119205"/>
                  </a:cubicBezTo>
                  <a:cubicBezTo>
                    <a:pt x="43854" y="121384"/>
                    <a:pt x="44110" y="123562"/>
                    <a:pt x="44366" y="125766"/>
                  </a:cubicBezTo>
                  <a:cubicBezTo>
                    <a:pt x="44699" y="128509"/>
                    <a:pt x="44981" y="131251"/>
                    <a:pt x="45340" y="133994"/>
                  </a:cubicBezTo>
                  <a:cubicBezTo>
                    <a:pt x="45545" y="135813"/>
                    <a:pt x="46007" y="137607"/>
                    <a:pt x="46699" y="139299"/>
                  </a:cubicBezTo>
                  <a:cubicBezTo>
                    <a:pt x="48185" y="142836"/>
                    <a:pt x="50953" y="145476"/>
                    <a:pt x="55028" y="147142"/>
                  </a:cubicBezTo>
                  <a:cubicBezTo>
                    <a:pt x="55772" y="147449"/>
                    <a:pt x="56566" y="147706"/>
                    <a:pt x="57335" y="147962"/>
                  </a:cubicBezTo>
                  <a:cubicBezTo>
                    <a:pt x="59129" y="148475"/>
                    <a:pt x="60949" y="148910"/>
                    <a:pt x="62794" y="149243"/>
                  </a:cubicBezTo>
                  <a:cubicBezTo>
                    <a:pt x="65998" y="149884"/>
                    <a:pt x="69202" y="150474"/>
                    <a:pt x="72406" y="151191"/>
                  </a:cubicBezTo>
                  <a:cubicBezTo>
                    <a:pt x="77173" y="152293"/>
                    <a:pt x="81735" y="153857"/>
                    <a:pt x="86246" y="155523"/>
                  </a:cubicBezTo>
                  <a:cubicBezTo>
                    <a:pt x="89655" y="156804"/>
                    <a:pt x="93063" y="158086"/>
                    <a:pt x="96524" y="159290"/>
                  </a:cubicBezTo>
                  <a:cubicBezTo>
                    <a:pt x="100471" y="160674"/>
                    <a:pt x="104546" y="161571"/>
                    <a:pt x="108698" y="161905"/>
                  </a:cubicBezTo>
                  <a:cubicBezTo>
                    <a:pt x="111517" y="162135"/>
                    <a:pt x="114311" y="162084"/>
                    <a:pt x="117104" y="161725"/>
                  </a:cubicBezTo>
                  <a:cubicBezTo>
                    <a:pt x="120026" y="161341"/>
                    <a:pt x="122923" y="160726"/>
                    <a:pt x="125767" y="159880"/>
                  </a:cubicBezTo>
                  <a:cubicBezTo>
                    <a:pt x="126126" y="159752"/>
                    <a:pt x="126485" y="159675"/>
                    <a:pt x="126844" y="159598"/>
                  </a:cubicBezTo>
                  <a:lnTo>
                    <a:pt x="126844" y="163160"/>
                  </a:lnTo>
                  <a:cubicBezTo>
                    <a:pt x="125972" y="163442"/>
                    <a:pt x="125075" y="163750"/>
                    <a:pt x="124178" y="163981"/>
                  </a:cubicBezTo>
                  <a:cubicBezTo>
                    <a:pt x="120872" y="164903"/>
                    <a:pt x="117489" y="165442"/>
                    <a:pt x="114055" y="16559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19" name="Google Shape;471;p18"/>
            <p:cNvSpPr/>
            <p:nvPr/>
          </p:nvSpPr>
          <p:spPr>
            <a:xfrm rot="10800000">
              <a:off x="7029000" y="4515840"/>
              <a:ext cx="2113920" cy="627480"/>
            </a:xfrm>
            <a:custGeom>
              <a:avLst/>
              <a:gdLst>
                <a:gd name="textAreaLeft" fmla="*/ 0 w 2113920"/>
                <a:gd name="textAreaRight" fmla="*/ 2114280 w 2113920"/>
                <a:gd name="textAreaTop" fmla="*/ 0 h 627480"/>
                <a:gd name="textAreaBottom" fmla="*/ 627840 h 627480"/>
              </a:gdLst>
              <a:ahLst/>
              <a:cxnLst/>
              <a:rect l="textAreaLeft" t="textAreaTop" r="textAreaRight" b="textAreaBottom"/>
              <a:pathLst>
                <a:path w="65819" h="21478">
                  <a:moveTo>
                    <a:pt x="65152" y="513"/>
                  </a:moveTo>
                  <a:cubicBezTo>
                    <a:pt x="62179" y="2230"/>
                    <a:pt x="59616" y="4537"/>
                    <a:pt x="57565" y="7305"/>
                  </a:cubicBezTo>
                  <a:cubicBezTo>
                    <a:pt x="56591" y="8637"/>
                    <a:pt x="55617" y="9970"/>
                    <a:pt x="54643" y="11328"/>
                  </a:cubicBezTo>
                  <a:cubicBezTo>
                    <a:pt x="53311" y="13148"/>
                    <a:pt x="51875" y="14865"/>
                    <a:pt x="50312" y="16506"/>
                  </a:cubicBezTo>
                  <a:cubicBezTo>
                    <a:pt x="49210" y="17659"/>
                    <a:pt x="47954" y="18684"/>
                    <a:pt x="46596" y="19530"/>
                  </a:cubicBezTo>
                  <a:cubicBezTo>
                    <a:pt x="45032" y="20504"/>
                    <a:pt x="43264" y="21119"/>
                    <a:pt x="41418" y="21350"/>
                  </a:cubicBezTo>
                  <a:cubicBezTo>
                    <a:pt x="39983" y="21478"/>
                    <a:pt x="38548" y="21401"/>
                    <a:pt x="37112" y="21145"/>
                  </a:cubicBezTo>
                  <a:cubicBezTo>
                    <a:pt x="35088" y="20786"/>
                    <a:pt x="33088" y="20299"/>
                    <a:pt x="31141" y="19658"/>
                  </a:cubicBezTo>
                  <a:cubicBezTo>
                    <a:pt x="27578" y="18556"/>
                    <a:pt x="24118" y="17275"/>
                    <a:pt x="20735" y="15891"/>
                  </a:cubicBezTo>
                  <a:cubicBezTo>
                    <a:pt x="14250" y="13251"/>
                    <a:pt x="7817" y="10585"/>
                    <a:pt x="1358" y="7945"/>
                  </a:cubicBezTo>
                  <a:cubicBezTo>
                    <a:pt x="923" y="7766"/>
                    <a:pt x="538" y="7510"/>
                    <a:pt x="0" y="7510"/>
                  </a:cubicBezTo>
                  <a:lnTo>
                    <a:pt x="0" y="0"/>
                  </a:lnTo>
                  <a:lnTo>
                    <a:pt x="14122" y="0"/>
                  </a:lnTo>
                  <a:cubicBezTo>
                    <a:pt x="14302" y="51"/>
                    <a:pt x="14481" y="103"/>
                    <a:pt x="14660" y="128"/>
                  </a:cubicBezTo>
                  <a:cubicBezTo>
                    <a:pt x="18761" y="487"/>
                    <a:pt x="22888" y="718"/>
                    <a:pt x="27040" y="359"/>
                  </a:cubicBezTo>
                  <a:cubicBezTo>
                    <a:pt x="28116" y="282"/>
                    <a:pt x="29218" y="282"/>
                    <a:pt x="30295" y="0"/>
                  </a:cubicBezTo>
                  <a:lnTo>
                    <a:pt x="65818" y="0"/>
                  </a:lnTo>
                  <a:cubicBezTo>
                    <a:pt x="65613" y="179"/>
                    <a:pt x="65382" y="359"/>
                    <a:pt x="65152" y="513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20" name="Google Shape;472;p18"/>
            <p:cNvSpPr/>
            <p:nvPr/>
          </p:nvSpPr>
          <p:spPr>
            <a:xfrm rot="10800000">
              <a:off x="6056280" y="3743280"/>
              <a:ext cx="3086640" cy="1400040"/>
            </a:xfrm>
            <a:custGeom>
              <a:avLst/>
              <a:gdLst>
                <a:gd name="textAreaLeft" fmla="*/ 0 w 3086640"/>
                <a:gd name="textAreaRight" fmla="*/ 3087000 w 3086640"/>
                <a:gd name="textAreaTop" fmla="*/ 0 h 1400040"/>
                <a:gd name="textAreaBottom" fmla="*/ 1400400 h 1400040"/>
              </a:gdLst>
              <a:ahLst/>
              <a:cxnLst/>
              <a:rect l="textAreaLeft" t="textAreaTop" r="textAreaRight" b="textAreaBottom"/>
              <a:pathLst>
                <a:path w="96113" h="47903">
                  <a:moveTo>
                    <a:pt x="90141" y="6894"/>
                  </a:moveTo>
                  <a:cubicBezTo>
                    <a:pt x="89141" y="8073"/>
                    <a:pt x="88168" y="9252"/>
                    <a:pt x="87194" y="10457"/>
                  </a:cubicBezTo>
                  <a:cubicBezTo>
                    <a:pt x="83862" y="14532"/>
                    <a:pt x="81376" y="19248"/>
                    <a:pt x="79915" y="24323"/>
                  </a:cubicBezTo>
                  <a:cubicBezTo>
                    <a:pt x="79018" y="27552"/>
                    <a:pt x="77967" y="30705"/>
                    <a:pt x="76762" y="33832"/>
                  </a:cubicBezTo>
                  <a:cubicBezTo>
                    <a:pt x="75839" y="36138"/>
                    <a:pt x="74712" y="38368"/>
                    <a:pt x="73379" y="40470"/>
                  </a:cubicBezTo>
                  <a:cubicBezTo>
                    <a:pt x="72482" y="41828"/>
                    <a:pt x="71457" y="43084"/>
                    <a:pt x="70303" y="44186"/>
                  </a:cubicBezTo>
                  <a:cubicBezTo>
                    <a:pt x="68484" y="45878"/>
                    <a:pt x="66228" y="47005"/>
                    <a:pt x="63819" y="47492"/>
                  </a:cubicBezTo>
                  <a:cubicBezTo>
                    <a:pt x="61871" y="47851"/>
                    <a:pt x="59872" y="47902"/>
                    <a:pt x="57924" y="47646"/>
                  </a:cubicBezTo>
                  <a:cubicBezTo>
                    <a:pt x="55182" y="47313"/>
                    <a:pt x="52490" y="46621"/>
                    <a:pt x="49953" y="45570"/>
                  </a:cubicBezTo>
                  <a:cubicBezTo>
                    <a:pt x="47441" y="44571"/>
                    <a:pt x="45032" y="43392"/>
                    <a:pt x="42674" y="42059"/>
                  </a:cubicBezTo>
                  <a:cubicBezTo>
                    <a:pt x="39342" y="40188"/>
                    <a:pt x="36164" y="38189"/>
                    <a:pt x="32986" y="36138"/>
                  </a:cubicBezTo>
                  <a:cubicBezTo>
                    <a:pt x="27117" y="32422"/>
                    <a:pt x="21222" y="28731"/>
                    <a:pt x="15096" y="25297"/>
                  </a:cubicBezTo>
                  <a:cubicBezTo>
                    <a:pt x="10534" y="22734"/>
                    <a:pt x="5869" y="20248"/>
                    <a:pt x="1128" y="17890"/>
                  </a:cubicBezTo>
                  <a:cubicBezTo>
                    <a:pt x="795" y="17659"/>
                    <a:pt x="410" y="17531"/>
                    <a:pt x="0" y="17480"/>
                  </a:cubicBezTo>
                  <a:lnTo>
                    <a:pt x="0" y="13533"/>
                  </a:lnTo>
                  <a:cubicBezTo>
                    <a:pt x="513" y="13738"/>
                    <a:pt x="1025" y="13943"/>
                    <a:pt x="1512" y="14173"/>
                  </a:cubicBezTo>
                  <a:cubicBezTo>
                    <a:pt x="11790" y="19043"/>
                    <a:pt x="21837" y="24195"/>
                    <a:pt x="31679" y="29628"/>
                  </a:cubicBezTo>
                  <a:cubicBezTo>
                    <a:pt x="34908" y="31422"/>
                    <a:pt x="38214" y="33165"/>
                    <a:pt x="41521" y="34857"/>
                  </a:cubicBezTo>
                  <a:cubicBezTo>
                    <a:pt x="43802" y="36061"/>
                    <a:pt x="46160" y="37061"/>
                    <a:pt x="48595" y="37881"/>
                  </a:cubicBezTo>
                  <a:cubicBezTo>
                    <a:pt x="50594" y="38599"/>
                    <a:pt x="52721" y="39034"/>
                    <a:pt x="54848" y="39188"/>
                  </a:cubicBezTo>
                  <a:cubicBezTo>
                    <a:pt x="58001" y="39342"/>
                    <a:pt x="60666" y="38547"/>
                    <a:pt x="62819" y="36574"/>
                  </a:cubicBezTo>
                  <a:cubicBezTo>
                    <a:pt x="63998" y="35498"/>
                    <a:pt x="64998" y="34242"/>
                    <a:pt x="65844" y="32858"/>
                  </a:cubicBezTo>
                  <a:cubicBezTo>
                    <a:pt x="67125" y="30756"/>
                    <a:pt x="68176" y="28526"/>
                    <a:pt x="68996" y="26219"/>
                  </a:cubicBezTo>
                  <a:cubicBezTo>
                    <a:pt x="69945" y="23451"/>
                    <a:pt x="70816" y="20658"/>
                    <a:pt x="71739" y="17890"/>
                  </a:cubicBezTo>
                  <a:cubicBezTo>
                    <a:pt x="72097" y="16788"/>
                    <a:pt x="72456" y="15711"/>
                    <a:pt x="72866" y="14635"/>
                  </a:cubicBezTo>
                  <a:cubicBezTo>
                    <a:pt x="73866" y="12097"/>
                    <a:pt x="75353" y="9765"/>
                    <a:pt x="77223" y="7766"/>
                  </a:cubicBezTo>
                  <a:cubicBezTo>
                    <a:pt x="78633" y="6254"/>
                    <a:pt x="80120" y="4844"/>
                    <a:pt x="81709" y="3511"/>
                  </a:cubicBezTo>
                  <a:cubicBezTo>
                    <a:pt x="82836" y="2537"/>
                    <a:pt x="83964" y="1589"/>
                    <a:pt x="85092" y="589"/>
                  </a:cubicBezTo>
                  <a:cubicBezTo>
                    <a:pt x="85271" y="410"/>
                    <a:pt x="85451" y="205"/>
                    <a:pt x="85630" y="0"/>
                  </a:cubicBezTo>
                  <a:lnTo>
                    <a:pt x="96113" y="0"/>
                  </a:lnTo>
                  <a:cubicBezTo>
                    <a:pt x="95857" y="333"/>
                    <a:pt x="95626" y="641"/>
                    <a:pt x="95370" y="948"/>
                  </a:cubicBezTo>
                  <a:cubicBezTo>
                    <a:pt x="93627" y="2922"/>
                    <a:pt x="91884" y="4895"/>
                    <a:pt x="90141" y="6894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21" name="Google Shape;473;p18"/>
            <p:cNvSpPr/>
            <p:nvPr/>
          </p:nvSpPr>
          <p:spPr>
            <a:xfrm rot="10800000">
              <a:off x="5669280" y="1080"/>
              <a:ext cx="3473640" cy="3142800"/>
            </a:xfrm>
            <a:custGeom>
              <a:avLst/>
              <a:gdLst>
                <a:gd name="textAreaLeft" fmla="*/ 0 w 3473640"/>
                <a:gd name="textAreaRight" fmla="*/ 3474000 w 3473640"/>
                <a:gd name="textAreaTop" fmla="*/ 0 h 3142800"/>
                <a:gd name="textAreaBottom" fmla="*/ 3143160 h 3142800"/>
              </a:gdLst>
              <a:ahLst/>
              <a:cxnLst/>
              <a:rect l="textAreaLeft" t="textAreaTop" r="textAreaRight" b="textAreaBottom"/>
              <a:pathLst>
                <a:path w="108160" h="107519">
                  <a:moveTo>
                    <a:pt x="897" y="6280"/>
                  </a:moveTo>
                  <a:cubicBezTo>
                    <a:pt x="1717" y="5331"/>
                    <a:pt x="2614" y="4486"/>
                    <a:pt x="3588" y="3717"/>
                  </a:cubicBezTo>
                  <a:cubicBezTo>
                    <a:pt x="5869" y="1923"/>
                    <a:pt x="8586" y="769"/>
                    <a:pt x="11457" y="359"/>
                  </a:cubicBezTo>
                  <a:cubicBezTo>
                    <a:pt x="12918" y="129"/>
                    <a:pt x="14378" y="0"/>
                    <a:pt x="15865" y="0"/>
                  </a:cubicBezTo>
                  <a:cubicBezTo>
                    <a:pt x="19197" y="26"/>
                    <a:pt x="22503" y="308"/>
                    <a:pt x="25784" y="846"/>
                  </a:cubicBezTo>
                  <a:cubicBezTo>
                    <a:pt x="30423" y="1513"/>
                    <a:pt x="35011" y="2410"/>
                    <a:pt x="39573" y="3281"/>
                  </a:cubicBezTo>
                  <a:cubicBezTo>
                    <a:pt x="46954" y="4716"/>
                    <a:pt x="54387" y="5998"/>
                    <a:pt x="61948" y="6664"/>
                  </a:cubicBezTo>
                  <a:cubicBezTo>
                    <a:pt x="65306" y="6997"/>
                    <a:pt x="68689" y="7151"/>
                    <a:pt x="72097" y="7100"/>
                  </a:cubicBezTo>
                  <a:cubicBezTo>
                    <a:pt x="75968" y="6997"/>
                    <a:pt x="79863" y="6587"/>
                    <a:pt x="83682" y="5921"/>
                  </a:cubicBezTo>
                  <a:cubicBezTo>
                    <a:pt x="85605" y="5613"/>
                    <a:pt x="87552" y="5280"/>
                    <a:pt x="89500" y="4998"/>
                  </a:cubicBezTo>
                  <a:cubicBezTo>
                    <a:pt x="90910" y="4793"/>
                    <a:pt x="92371" y="4742"/>
                    <a:pt x="93806" y="4896"/>
                  </a:cubicBezTo>
                  <a:cubicBezTo>
                    <a:pt x="95985" y="5101"/>
                    <a:pt x="97779" y="5895"/>
                    <a:pt x="99086" y="7382"/>
                  </a:cubicBezTo>
                  <a:cubicBezTo>
                    <a:pt x="99573" y="7946"/>
                    <a:pt x="100009" y="8561"/>
                    <a:pt x="100419" y="9227"/>
                  </a:cubicBezTo>
                  <a:cubicBezTo>
                    <a:pt x="101034" y="10304"/>
                    <a:pt x="101495" y="11483"/>
                    <a:pt x="101777" y="12687"/>
                  </a:cubicBezTo>
                  <a:cubicBezTo>
                    <a:pt x="102623" y="15942"/>
                    <a:pt x="102572" y="19223"/>
                    <a:pt x="102162" y="22504"/>
                  </a:cubicBezTo>
                  <a:cubicBezTo>
                    <a:pt x="101752" y="25246"/>
                    <a:pt x="101239" y="27988"/>
                    <a:pt x="100547" y="30680"/>
                  </a:cubicBezTo>
                  <a:cubicBezTo>
                    <a:pt x="99394" y="35549"/>
                    <a:pt x="98317" y="40445"/>
                    <a:pt x="97625" y="45417"/>
                  </a:cubicBezTo>
                  <a:cubicBezTo>
                    <a:pt x="97164" y="48518"/>
                    <a:pt x="96882" y="51619"/>
                    <a:pt x="96779" y="54772"/>
                  </a:cubicBezTo>
                  <a:cubicBezTo>
                    <a:pt x="96677" y="58052"/>
                    <a:pt x="96728" y="61333"/>
                    <a:pt x="96959" y="64639"/>
                  </a:cubicBezTo>
                  <a:cubicBezTo>
                    <a:pt x="97241" y="68484"/>
                    <a:pt x="97728" y="72303"/>
                    <a:pt x="98445" y="76121"/>
                  </a:cubicBezTo>
                  <a:cubicBezTo>
                    <a:pt x="99188" y="80222"/>
                    <a:pt x="100188" y="84297"/>
                    <a:pt x="101341" y="88373"/>
                  </a:cubicBezTo>
                  <a:cubicBezTo>
                    <a:pt x="103059" y="94524"/>
                    <a:pt x="105160" y="100572"/>
                    <a:pt x="107646" y="106493"/>
                  </a:cubicBezTo>
                  <a:cubicBezTo>
                    <a:pt x="107800" y="106826"/>
                    <a:pt x="108005" y="107185"/>
                    <a:pt x="108159" y="107518"/>
                  </a:cubicBezTo>
                  <a:lnTo>
                    <a:pt x="102238" y="107518"/>
                  </a:lnTo>
                  <a:cubicBezTo>
                    <a:pt x="102238" y="107364"/>
                    <a:pt x="102213" y="107211"/>
                    <a:pt x="102187" y="107057"/>
                  </a:cubicBezTo>
                  <a:cubicBezTo>
                    <a:pt x="101726" y="105340"/>
                    <a:pt x="101239" y="103648"/>
                    <a:pt x="100778" y="101931"/>
                  </a:cubicBezTo>
                  <a:cubicBezTo>
                    <a:pt x="98753" y="94370"/>
                    <a:pt x="96907" y="86809"/>
                    <a:pt x="95575" y="79146"/>
                  </a:cubicBezTo>
                  <a:cubicBezTo>
                    <a:pt x="94729" y="74353"/>
                    <a:pt x="94165" y="69509"/>
                    <a:pt x="93883" y="64665"/>
                  </a:cubicBezTo>
                  <a:cubicBezTo>
                    <a:pt x="93499" y="57770"/>
                    <a:pt x="93781" y="50850"/>
                    <a:pt x="94780" y="44033"/>
                  </a:cubicBezTo>
                  <a:cubicBezTo>
                    <a:pt x="95370" y="39753"/>
                    <a:pt x="96215" y="35524"/>
                    <a:pt x="97087" y="31295"/>
                  </a:cubicBezTo>
                  <a:cubicBezTo>
                    <a:pt x="97728" y="28475"/>
                    <a:pt x="98189" y="25630"/>
                    <a:pt x="98496" y="22734"/>
                  </a:cubicBezTo>
                  <a:cubicBezTo>
                    <a:pt x="98702" y="20556"/>
                    <a:pt x="98573" y="18351"/>
                    <a:pt x="98112" y="16199"/>
                  </a:cubicBezTo>
                  <a:cubicBezTo>
                    <a:pt x="97830" y="14840"/>
                    <a:pt x="97317" y="13533"/>
                    <a:pt x="96549" y="12380"/>
                  </a:cubicBezTo>
                  <a:cubicBezTo>
                    <a:pt x="95344" y="10586"/>
                    <a:pt x="93524" y="9458"/>
                    <a:pt x="91064" y="9022"/>
                  </a:cubicBezTo>
                  <a:cubicBezTo>
                    <a:pt x="89603" y="8766"/>
                    <a:pt x="88142" y="8689"/>
                    <a:pt x="86655" y="8766"/>
                  </a:cubicBezTo>
                  <a:cubicBezTo>
                    <a:pt x="83810" y="8945"/>
                    <a:pt x="80991" y="9125"/>
                    <a:pt x="78146" y="9304"/>
                  </a:cubicBezTo>
                  <a:cubicBezTo>
                    <a:pt x="75224" y="9484"/>
                    <a:pt x="72303" y="9560"/>
                    <a:pt x="69381" y="9509"/>
                  </a:cubicBezTo>
                  <a:cubicBezTo>
                    <a:pt x="64306" y="9407"/>
                    <a:pt x="59231" y="9073"/>
                    <a:pt x="54182" y="8510"/>
                  </a:cubicBezTo>
                  <a:cubicBezTo>
                    <a:pt x="49620" y="7971"/>
                    <a:pt x="45032" y="7459"/>
                    <a:pt x="40444" y="6895"/>
                  </a:cubicBezTo>
                  <a:cubicBezTo>
                    <a:pt x="35575" y="6305"/>
                    <a:pt x="30679" y="5767"/>
                    <a:pt x="25758" y="5562"/>
                  </a:cubicBezTo>
                  <a:cubicBezTo>
                    <a:pt x="22683" y="5408"/>
                    <a:pt x="19607" y="5588"/>
                    <a:pt x="16583" y="6049"/>
                  </a:cubicBezTo>
                  <a:cubicBezTo>
                    <a:pt x="12149" y="6741"/>
                    <a:pt x="8407" y="8484"/>
                    <a:pt x="5382" y="11252"/>
                  </a:cubicBezTo>
                  <a:cubicBezTo>
                    <a:pt x="3742" y="12790"/>
                    <a:pt x="2307" y="14558"/>
                    <a:pt x="1102" y="16455"/>
                  </a:cubicBezTo>
                  <a:cubicBezTo>
                    <a:pt x="923" y="16737"/>
                    <a:pt x="743" y="17019"/>
                    <a:pt x="589" y="17275"/>
                  </a:cubicBezTo>
                  <a:cubicBezTo>
                    <a:pt x="461" y="17480"/>
                    <a:pt x="231" y="17634"/>
                    <a:pt x="0" y="17685"/>
                  </a:cubicBezTo>
                  <a:lnTo>
                    <a:pt x="0" y="6972"/>
                  </a:lnTo>
                  <a:cubicBezTo>
                    <a:pt x="359" y="6844"/>
                    <a:pt x="692" y="6587"/>
                    <a:pt x="897" y="6280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22" name="Google Shape;474;p18"/>
            <p:cNvSpPr/>
            <p:nvPr/>
          </p:nvSpPr>
          <p:spPr>
            <a:xfrm rot="10800000">
              <a:off x="6543360" y="360"/>
              <a:ext cx="2599560" cy="2420280"/>
            </a:xfrm>
            <a:custGeom>
              <a:avLst/>
              <a:gdLst>
                <a:gd name="textAreaLeft" fmla="*/ 0 w 2599560"/>
                <a:gd name="textAreaRight" fmla="*/ 2599920 w 2599560"/>
                <a:gd name="textAreaTop" fmla="*/ 0 h 2420280"/>
                <a:gd name="textAreaBottom" fmla="*/ 2420640 h 2420280"/>
              </a:gdLst>
              <a:ahLst/>
              <a:cxnLst/>
              <a:rect l="textAreaLeft" t="textAreaTop" r="textAreaRight" b="textAreaBottom"/>
              <a:pathLst>
                <a:path w="80940" h="82811">
                  <a:moveTo>
                    <a:pt x="1333" y="34498"/>
                  </a:moveTo>
                  <a:cubicBezTo>
                    <a:pt x="3921" y="32294"/>
                    <a:pt x="6331" y="29962"/>
                    <a:pt x="8637" y="27553"/>
                  </a:cubicBezTo>
                  <a:cubicBezTo>
                    <a:pt x="12097" y="24016"/>
                    <a:pt x="15378" y="20376"/>
                    <a:pt x="18659" y="16737"/>
                  </a:cubicBezTo>
                  <a:cubicBezTo>
                    <a:pt x="20248" y="14943"/>
                    <a:pt x="21939" y="13251"/>
                    <a:pt x="23708" y="11662"/>
                  </a:cubicBezTo>
                  <a:cubicBezTo>
                    <a:pt x="27681" y="8125"/>
                    <a:pt x="32320" y="5408"/>
                    <a:pt x="37369" y="3717"/>
                  </a:cubicBezTo>
                  <a:cubicBezTo>
                    <a:pt x="39983" y="2820"/>
                    <a:pt x="42674" y="2102"/>
                    <a:pt x="45365" y="1589"/>
                  </a:cubicBezTo>
                  <a:cubicBezTo>
                    <a:pt x="49312" y="846"/>
                    <a:pt x="53311" y="385"/>
                    <a:pt x="57309" y="205"/>
                  </a:cubicBezTo>
                  <a:cubicBezTo>
                    <a:pt x="60513" y="0"/>
                    <a:pt x="63742" y="103"/>
                    <a:pt x="66946" y="462"/>
                  </a:cubicBezTo>
                  <a:cubicBezTo>
                    <a:pt x="68740" y="667"/>
                    <a:pt x="70508" y="1051"/>
                    <a:pt x="72226" y="1615"/>
                  </a:cubicBezTo>
                  <a:cubicBezTo>
                    <a:pt x="75481" y="2717"/>
                    <a:pt x="77787" y="4588"/>
                    <a:pt x="79018" y="7331"/>
                  </a:cubicBezTo>
                  <a:cubicBezTo>
                    <a:pt x="79274" y="7920"/>
                    <a:pt x="79505" y="8510"/>
                    <a:pt x="79710" y="9125"/>
                  </a:cubicBezTo>
                  <a:cubicBezTo>
                    <a:pt x="80197" y="10791"/>
                    <a:pt x="80504" y="12508"/>
                    <a:pt x="80607" y="14225"/>
                  </a:cubicBezTo>
                  <a:cubicBezTo>
                    <a:pt x="80940" y="17736"/>
                    <a:pt x="80837" y="21222"/>
                    <a:pt x="80760" y="24733"/>
                  </a:cubicBezTo>
                  <a:cubicBezTo>
                    <a:pt x="80581" y="31243"/>
                    <a:pt x="80376" y="37753"/>
                    <a:pt x="80222" y="44289"/>
                  </a:cubicBezTo>
                  <a:cubicBezTo>
                    <a:pt x="80094" y="49364"/>
                    <a:pt x="80043" y="54438"/>
                    <a:pt x="79966" y="59488"/>
                  </a:cubicBezTo>
                  <a:cubicBezTo>
                    <a:pt x="79889" y="63101"/>
                    <a:pt x="79658" y="66690"/>
                    <a:pt x="79274" y="70278"/>
                  </a:cubicBezTo>
                  <a:cubicBezTo>
                    <a:pt x="78889" y="74225"/>
                    <a:pt x="78172" y="78146"/>
                    <a:pt x="77121" y="81965"/>
                  </a:cubicBezTo>
                  <a:cubicBezTo>
                    <a:pt x="77044" y="82247"/>
                    <a:pt x="76993" y="82529"/>
                    <a:pt x="76967" y="82811"/>
                  </a:cubicBezTo>
                  <a:lnTo>
                    <a:pt x="70816" y="82811"/>
                  </a:lnTo>
                  <a:cubicBezTo>
                    <a:pt x="70918" y="82478"/>
                    <a:pt x="71021" y="82119"/>
                    <a:pt x="71149" y="81811"/>
                  </a:cubicBezTo>
                  <a:cubicBezTo>
                    <a:pt x="72379" y="78864"/>
                    <a:pt x="73328" y="75839"/>
                    <a:pt x="74020" y="72738"/>
                  </a:cubicBezTo>
                  <a:cubicBezTo>
                    <a:pt x="74994" y="68381"/>
                    <a:pt x="75660" y="63947"/>
                    <a:pt x="76019" y="59513"/>
                  </a:cubicBezTo>
                  <a:cubicBezTo>
                    <a:pt x="76403" y="55130"/>
                    <a:pt x="76634" y="50748"/>
                    <a:pt x="76762" y="46365"/>
                  </a:cubicBezTo>
                  <a:cubicBezTo>
                    <a:pt x="76865" y="43623"/>
                    <a:pt x="76993" y="40855"/>
                    <a:pt x="77095" y="38112"/>
                  </a:cubicBezTo>
                  <a:cubicBezTo>
                    <a:pt x="77275" y="32909"/>
                    <a:pt x="77403" y="27706"/>
                    <a:pt x="77198" y="22503"/>
                  </a:cubicBezTo>
                  <a:cubicBezTo>
                    <a:pt x="77121" y="20222"/>
                    <a:pt x="76813" y="17941"/>
                    <a:pt x="76301" y="15712"/>
                  </a:cubicBezTo>
                  <a:cubicBezTo>
                    <a:pt x="75942" y="14071"/>
                    <a:pt x="75301" y="12508"/>
                    <a:pt x="74455" y="11073"/>
                  </a:cubicBezTo>
                  <a:cubicBezTo>
                    <a:pt x="73123" y="8971"/>
                    <a:pt x="71149" y="7407"/>
                    <a:pt x="68535" y="6459"/>
                  </a:cubicBezTo>
                  <a:cubicBezTo>
                    <a:pt x="67715" y="6177"/>
                    <a:pt x="66895" y="5947"/>
                    <a:pt x="66074" y="5741"/>
                  </a:cubicBezTo>
                  <a:cubicBezTo>
                    <a:pt x="63511" y="5203"/>
                    <a:pt x="60897" y="4998"/>
                    <a:pt x="58283" y="5101"/>
                  </a:cubicBezTo>
                  <a:cubicBezTo>
                    <a:pt x="52619" y="5255"/>
                    <a:pt x="47031" y="6280"/>
                    <a:pt x="41675" y="8099"/>
                  </a:cubicBezTo>
                  <a:cubicBezTo>
                    <a:pt x="36856" y="9765"/>
                    <a:pt x="32345" y="12200"/>
                    <a:pt x="28296" y="15276"/>
                  </a:cubicBezTo>
                  <a:cubicBezTo>
                    <a:pt x="26040" y="16967"/>
                    <a:pt x="23939" y="18787"/>
                    <a:pt x="21888" y="20607"/>
                  </a:cubicBezTo>
                  <a:cubicBezTo>
                    <a:pt x="18172" y="23913"/>
                    <a:pt x="14455" y="27245"/>
                    <a:pt x="10739" y="30551"/>
                  </a:cubicBezTo>
                  <a:cubicBezTo>
                    <a:pt x="7715" y="33242"/>
                    <a:pt x="4537" y="35754"/>
                    <a:pt x="1230" y="38112"/>
                  </a:cubicBezTo>
                  <a:cubicBezTo>
                    <a:pt x="1000" y="38292"/>
                    <a:pt x="769" y="38445"/>
                    <a:pt x="538" y="38573"/>
                  </a:cubicBezTo>
                  <a:cubicBezTo>
                    <a:pt x="359" y="38625"/>
                    <a:pt x="179" y="38625"/>
                    <a:pt x="0" y="38625"/>
                  </a:cubicBezTo>
                  <a:lnTo>
                    <a:pt x="0" y="35242"/>
                  </a:lnTo>
                  <a:cubicBezTo>
                    <a:pt x="179" y="35242"/>
                    <a:pt x="359" y="35216"/>
                    <a:pt x="513" y="35165"/>
                  </a:cubicBezTo>
                  <a:cubicBezTo>
                    <a:pt x="820" y="34960"/>
                    <a:pt x="1076" y="34729"/>
                    <a:pt x="1333" y="3449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23" name="Google Shape;475;p18"/>
            <p:cNvSpPr/>
            <p:nvPr/>
          </p:nvSpPr>
          <p:spPr>
            <a:xfrm rot="10800000">
              <a:off x="360" y="522360"/>
              <a:ext cx="3917520" cy="4620960"/>
            </a:xfrm>
            <a:custGeom>
              <a:avLst/>
              <a:gdLst>
                <a:gd name="textAreaLeft" fmla="*/ 0 w 3917520"/>
                <a:gd name="textAreaRight" fmla="*/ 3917880 w 3917520"/>
                <a:gd name="textAreaTop" fmla="*/ 0 h 4620960"/>
                <a:gd name="textAreaBottom" fmla="*/ 4621320 h 4620960"/>
              </a:gdLst>
              <a:ahLst/>
              <a:cxnLst/>
              <a:rect l="textAreaLeft" t="textAreaTop" r="textAreaRight" b="textAreaBottom"/>
              <a:pathLst>
                <a:path w="121974" h="158086">
                  <a:moveTo>
                    <a:pt x="100009" y="157368"/>
                  </a:moveTo>
                  <a:cubicBezTo>
                    <a:pt x="96703" y="156856"/>
                    <a:pt x="93473" y="156061"/>
                    <a:pt x="90321" y="154959"/>
                  </a:cubicBezTo>
                  <a:cubicBezTo>
                    <a:pt x="88065" y="154190"/>
                    <a:pt x="85810" y="153370"/>
                    <a:pt x="83554" y="152498"/>
                  </a:cubicBezTo>
                  <a:cubicBezTo>
                    <a:pt x="78685" y="150679"/>
                    <a:pt x="73789" y="148885"/>
                    <a:pt x="68740" y="147424"/>
                  </a:cubicBezTo>
                  <a:cubicBezTo>
                    <a:pt x="65818" y="146578"/>
                    <a:pt x="62871" y="145758"/>
                    <a:pt x="59923" y="144938"/>
                  </a:cubicBezTo>
                  <a:cubicBezTo>
                    <a:pt x="58155" y="144425"/>
                    <a:pt x="56412" y="143810"/>
                    <a:pt x="54721" y="143041"/>
                  </a:cubicBezTo>
                  <a:cubicBezTo>
                    <a:pt x="50876" y="141298"/>
                    <a:pt x="48185" y="138709"/>
                    <a:pt x="46647" y="135326"/>
                  </a:cubicBezTo>
                  <a:cubicBezTo>
                    <a:pt x="46083" y="133994"/>
                    <a:pt x="45596" y="132635"/>
                    <a:pt x="45263" y="131251"/>
                  </a:cubicBezTo>
                  <a:cubicBezTo>
                    <a:pt x="44443" y="128124"/>
                    <a:pt x="43776" y="124997"/>
                    <a:pt x="43213" y="121819"/>
                  </a:cubicBezTo>
                  <a:cubicBezTo>
                    <a:pt x="42879" y="119871"/>
                    <a:pt x="42546" y="117924"/>
                    <a:pt x="42290" y="115950"/>
                  </a:cubicBezTo>
                  <a:cubicBezTo>
                    <a:pt x="41982" y="113515"/>
                    <a:pt x="41777" y="111080"/>
                    <a:pt x="41521" y="108646"/>
                  </a:cubicBezTo>
                  <a:cubicBezTo>
                    <a:pt x="41239" y="105698"/>
                    <a:pt x="40957" y="102725"/>
                    <a:pt x="40726" y="99752"/>
                  </a:cubicBezTo>
                  <a:cubicBezTo>
                    <a:pt x="40445" y="96010"/>
                    <a:pt x="40240" y="92242"/>
                    <a:pt x="40163" y="88500"/>
                  </a:cubicBezTo>
                  <a:cubicBezTo>
                    <a:pt x="39983" y="81247"/>
                    <a:pt x="40445" y="73994"/>
                    <a:pt x="41598" y="66843"/>
                  </a:cubicBezTo>
                  <a:cubicBezTo>
                    <a:pt x="41957" y="64357"/>
                    <a:pt x="42700" y="61922"/>
                    <a:pt x="43751" y="59641"/>
                  </a:cubicBezTo>
                  <a:cubicBezTo>
                    <a:pt x="44520" y="58052"/>
                    <a:pt x="45391" y="56488"/>
                    <a:pt x="46263" y="54925"/>
                  </a:cubicBezTo>
                  <a:cubicBezTo>
                    <a:pt x="47749" y="52362"/>
                    <a:pt x="49313" y="49799"/>
                    <a:pt x="50799" y="47236"/>
                  </a:cubicBezTo>
                  <a:cubicBezTo>
                    <a:pt x="52183" y="44852"/>
                    <a:pt x="53413" y="42392"/>
                    <a:pt x="54439" y="39855"/>
                  </a:cubicBezTo>
                  <a:cubicBezTo>
                    <a:pt x="55002" y="38573"/>
                    <a:pt x="55387" y="37215"/>
                    <a:pt x="55592" y="35831"/>
                  </a:cubicBezTo>
                  <a:cubicBezTo>
                    <a:pt x="55720" y="35113"/>
                    <a:pt x="55694" y="34395"/>
                    <a:pt x="55541" y="33678"/>
                  </a:cubicBezTo>
                  <a:cubicBezTo>
                    <a:pt x="55207" y="32473"/>
                    <a:pt x="54310" y="31756"/>
                    <a:pt x="52824" y="31627"/>
                  </a:cubicBezTo>
                  <a:cubicBezTo>
                    <a:pt x="52132" y="31551"/>
                    <a:pt x="51440" y="31576"/>
                    <a:pt x="50773" y="31679"/>
                  </a:cubicBezTo>
                  <a:cubicBezTo>
                    <a:pt x="49851" y="31807"/>
                    <a:pt x="48928" y="32012"/>
                    <a:pt x="48031" y="32268"/>
                  </a:cubicBezTo>
                  <a:cubicBezTo>
                    <a:pt x="46032" y="32832"/>
                    <a:pt x="44084" y="33524"/>
                    <a:pt x="42187" y="34344"/>
                  </a:cubicBezTo>
                  <a:cubicBezTo>
                    <a:pt x="39804" y="35318"/>
                    <a:pt x="37446" y="36343"/>
                    <a:pt x="35062" y="37317"/>
                  </a:cubicBezTo>
                  <a:cubicBezTo>
                    <a:pt x="32961" y="38163"/>
                    <a:pt x="30833" y="39009"/>
                    <a:pt x="28655" y="39752"/>
                  </a:cubicBezTo>
                  <a:cubicBezTo>
                    <a:pt x="26399" y="40572"/>
                    <a:pt x="24067" y="41136"/>
                    <a:pt x="21683" y="41418"/>
                  </a:cubicBezTo>
                  <a:cubicBezTo>
                    <a:pt x="16506" y="41956"/>
                    <a:pt x="12021" y="40752"/>
                    <a:pt x="8202" y="37804"/>
                  </a:cubicBezTo>
                  <a:cubicBezTo>
                    <a:pt x="6920" y="36779"/>
                    <a:pt x="5818" y="35574"/>
                    <a:pt x="4896" y="34242"/>
                  </a:cubicBezTo>
                  <a:cubicBezTo>
                    <a:pt x="3742" y="32576"/>
                    <a:pt x="2845" y="30782"/>
                    <a:pt x="2179" y="28885"/>
                  </a:cubicBezTo>
                  <a:cubicBezTo>
                    <a:pt x="846" y="25117"/>
                    <a:pt x="333" y="21273"/>
                    <a:pt x="154" y="17377"/>
                  </a:cubicBezTo>
                  <a:cubicBezTo>
                    <a:pt x="0" y="13148"/>
                    <a:pt x="257" y="8919"/>
                    <a:pt x="487" y="4690"/>
                  </a:cubicBezTo>
                  <a:cubicBezTo>
                    <a:pt x="564" y="3127"/>
                    <a:pt x="564" y="1563"/>
                    <a:pt x="590" y="0"/>
                  </a:cubicBezTo>
                  <a:lnTo>
                    <a:pt x="1717" y="0"/>
                  </a:lnTo>
                  <a:cubicBezTo>
                    <a:pt x="1692" y="1153"/>
                    <a:pt x="1717" y="2332"/>
                    <a:pt x="1641" y="3486"/>
                  </a:cubicBezTo>
                  <a:cubicBezTo>
                    <a:pt x="1512" y="6254"/>
                    <a:pt x="1333" y="9047"/>
                    <a:pt x="1179" y="11841"/>
                  </a:cubicBezTo>
                  <a:cubicBezTo>
                    <a:pt x="1000" y="14917"/>
                    <a:pt x="1102" y="18044"/>
                    <a:pt x="1461" y="21119"/>
                  </a:cubicBezTo>
                  <a:cubicBezTo>
                    <a:pt x="1717" y="23349"/>
                    <a:pt x="2179" y="25553"/>
                    <a:pt x="2871" y="27680"/>
                  </a:cubicBezTo>
                  <a:cubicBezTo>
                    <a:pt x="3640" y="30166"/>
                    <a:pt x="4870" y="32473"/>
                    <a:pt x="6510" y="34524"/>
                  </a:cubicBezTo>
                  <a:cubicBezTo>
                    <a:pt x="7792" y="36113"/>
                    <a:pt x="9407" y="37445"/>
                    <a:pt x="11252" y="38394"/>
                  </a:cubicBezTo>
                  <a:cubicBezTo>
                    <a:pt x="14148" y="39906"/>
                    <a:pt x="17429" y="40572"/>
                    <a:pt x="20684" y="40265"/>
                  </a:cubicBezTo>
                  <a:cubicBezTo>
                    <a:pt x="22709" y="40085"/>
                    <a:pt x="24682" y="39650"/>
                    <a:pt x="26604" y="39009"/>
                  </a:cubicBezTo>
                  <a:cubicBezTo>
                    <a:pt x="29014" y="38214"/>
                    <a:pt x="31372" y="37266"/>
                    <a:pt x="33627" y="36138"/>
                  </a:cubicBezTo>
                  <a:cubicBezTo>
                    <a:pt x="36626" y="34652"/>
                    <a:pt x="39599" y="33140"/>
                    <a:pt x="42597" y="31679"/>
                  </a:cubicBezTo>
                  <a:cubicBezTo>
                    <a:pt x="44955" y="30525"/>
                    <a:pt x="47313" y="29372"/>
                    <a:pt x="49723" y="28296"/>
                  </a:cubicBezTo>
                  <a:cubicBezTo>
                    <a:pt x="51184" y="27655"/>
                    <a:pt x="52721" y="27142"/>
                    <a:pt x="54259" y="26604"/>
                  </a:cubicBezTo>
                  <a:cubicBezTo>
                    <a:pt x="55361" y="26219"/>
                    <a:pt x="56515" y="25989"/>
                    <a:pt x="57668" y="25861"/>
                  </a:cubicBezTo>
                  <a:cubicBezTo>
                    <a:pt x="58386" y="25784"/>
                    <a:pt x="59103" y="25809"/>
                    <a:pt x="59821" y="25938"/>
                  </a:cubicBezTo>
                  <a:cubicBezTo>
                    <a:pt x="60923" y="26143"/>
                    <a:pt x="61641" y="26706"/>
                    <a:pt x="61923" y="27603"/>
                  </a:cubicBezTo>
                  <a:cubicBezTo>
                    <a:pt x="62076" y="28014"/>
                    <a:pt x="62153" y="28449"/>
                    <a:pt x="62153" y="28885"/>
                  </a:cubicBezTo>
                  <a:cubicBezTo>
                    <a:pt x="62128" y="29474"/>
                    <a:pt x="62076" y="30064"/>
                    <a:pt x="61948" y="30653"/>
                  </a:cubicBezTo>
                  <a:cubicBezTo>
                    <a:pt x="61564" y="32473"/>
                    <a:pt x="60795" y="34216"/>
                    <a:pt x="59949" y="35933"/>
                  </a:cubicBezTo>
                  <a:cubicBezTo>
                    <a:pt x="58437" y="39086"/>
                    <a:pt x="56694" y="42136"/>
                    <a:pt x="54951" y="45186"/>
                  </a:cubicBezTo>
                  <a:cubicBezTo>
                    <a:pt x="52824" y="48928"/>
                    <a:pt x="50671" y="52670"/>
                    <a:pt x="48595" y="56437"/>
                  </a:cubicBezTo>
                  <a:cubicBezTo>
                    <a:pt x="46852" y="59513"/>
                    <a:pt x="45494" y="62768"/>
                    <a:pt x="44520" y="66177"/>
                  </a:cubicBezTo>
                  <a:cubicBezTo>
                    <a:pt x="43161" y="71123"/>
                    <a:pt x="42316" y="76198"/>
                    <a:pt x="41982" y="81324"/>
                  </a:cubicBezTo>
                  <a:cubicBezTo>
                    <a:pt x="41700" y="86219"/>
                    <a:pt x="41752" y="91166"/>
                    <a:pt x="42111" y="96061"/>
                  </a:cubicBezTo>
                  <a:cubicBezTo>
                    <a:pt x="42316" y="99086"/>
                    <a:pt x="42597" y="102110"/>
                    <a:pt x="42931" y="105134"/>
                  </a:cubicBezTo>
                  <a:cubicBezTo>
                    <a:pt x="43238" y="108338"/>
                    <a:pt x="43623" y="111516"/>
                    <a:pt x="44084" y="114669"/>
                  </a:cubicBezTo>
                  <a:cubicBezTo>
                    <a:pt x="44699" y="119103"/>
                    <a:pt x="45647" y="123511"/>
                    <a:pt x="46878" y="127817"/>
                  </a:cubicBezTo>
                  <a:cubicBezTo>
                    <a:pt x="47390" y="129713"/>
                    <a:pt x="48057" y="131584"/>
                    <a:pt x="48877" y="133378"/>
                  </a:cubicBezTo>
                  <a:cubicBezTo>
                    <a:pt x="50492" y="136787"/>
                    <a:pt x="53157" y="139427"/>
                    <a:pt x="56976" y="141247"/>
                  </a:cubicBezTo>
                  <a:cubicBezTo>
                    <a:pt x="57950" y="141683"/>
                    <a:pt x="58898" y="142118"/>
                    <a:pt x="59923" y="142503"/>
                  </a:cubicBezTo>
                  <a:cubicBezTo>
                    <a:pt x="61333" y="143015"/>
                    <a:pt x="62768" y="143528"/>
                    <a:pt x="64204" y="143989"/>
                  </a:cubicBezTo>
                  <a:cubicBezTo>
                    <a:pt x="68817" y="145450"/>
                    <a:pt x="73431" y="146860"/>
                    <a:pt x="77941" y="148551"/>
                  </a:cubicBezTo>
                  <a:cubicBezTo>
                    <a:pt x="81171" y="149730"/>
                    <a:pt x="84451" y="150935"/>
                    <a:pt x="87706" y="152140"/>
                  </a:cubicBezTo>
                  <a:cubicBezTo>
                    <a:pt x="89859" y="152934"/>
                    <a:pt x="92038" y="153652"/>
                    <a:pt x="94268" y="154216"/>
                  </a:cubicBezTo>
                  <a:cubicBezTo>
                    <a:pt x="98727" y="155446"/>
                    <a:pt x="103341" y="155984"/>
                    <a:pt x="107954" y="155830"/>
                  </a:cubicBezTo>
                  <a:cubicBezTo>
                    <a:pt x="111261" y="155677"/>
                    <a:pt x="114567" y="155190"/>
                    <a:pt x="117796" y="154395"/>
                  </a:cubicBezTo>
                  <a:cubicBezTo>
                    <a:pt x="119206" y="154087"/>
                    <a:pt x="120616" y="153703"/>
                    <a:pt x="121974" y="153190"/>
                  </a:cubicBezTo>
                  <a:lnTo>
                    <a:pt x="121974" y="155266"/>
                  </a:lnTo>
                  <a:cubicBezTo>
                    <a:pt x="119308" y="156112"/>
                    <a:pt x="116566" y="156779"/>
                    <a:pt x="113824" y="157240"/>
                  </a:cubicBezTo>
                  <a:cubicBezTo>
                    <a:pt x="109236" y="158034"/>
                    <a:pt x="104571" y="158086"/>
                    <a:pt x="100009" y="15736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24" name="Google Shape;476;p18"/>
            <p:cNvSpPr/>
            <p:nvPr/>
          </p:nvSpPr>
          <p:spPr>
            <a:xfrm rot="10800000">
              <a:off x="4045680" y="360"/>
              <a:ext cx="5097240" cy="4172040"/>
            </a:xfrm>
            <a:custGeom>
              <a:avLst/>
              <a:gdLst>
                <a:gd name="textAreaLeft" fmla="*/ 0 w 5097240"/>
                <a:gd name="textAreaRight" fmla="*/ 5097600 w 5097240"/>
                <a:gd name="textAreaTop" fmla="*/ 0 h 4172040"/>
                <a:gd name="textAreaBottom" fmla="*/ 4172400 h 4172040"/>
              </a:gdLst>
              <a:ahLst/>
              <a:cxnLst/>
              <a:rect l="textAreaLeft" t="textAreaTop" r="textAreaRight" b="textAreaBottom"/>
              <a:pathLst>
                <a:path w="158702" h="142734">
                  <a:moveTo>
                    <a:pt x="1256" y="436"/>
                  </a:moveTo>
                  <a:cubicBezTo>
                    <a:pt x="5331" y="2358"/>
                    <a:pt x="9329" y="4460"/>
                    <a:pt x="13123" y="6741"/>
                  </a:cubicBezTo>
                  <a:cubicBezTo>
                    <a:pt x="17403" y="9304"/>
                    <a:pt x="21606" y="11893"/>
                    <a:pt x="25810" y="14533"/>
                  </a:cubicBezTo>
                  <a:cubicBezTo>
                    <a:pt x="29295" y="16686"/>
                    <a:pt x="32781" y="18864"/>
                    <a:pt x="36446" y="20838"/>
                  </a:cubicBezTo>
                  <a:cubicBezTo>
                    <a:pt x="41239" y="23426"/>
                    <a:pt x="46288" y="25579"/>
                    <a:pt x="51491" y="27220"/>
                  </a:cubicBezTo>
                  <a:cubicBezTo>
                    <a:pt x="56079" y="28680"/>
                    <a:pt x="60795" y="29783"/>
                    <a:pt x="65716" y="30013"/>
                  </a:cubicBezTo>
                  <a:cubicBezTo>
                    <a:pt x="68766" y="30193"/>
                    <a:pt x="71841" y="29859"/>
                    <a:pt x="74789" y="29065"/>
                  </a:cubicBezTo>
                  <a:cubicBezTo>
                    <a:pt x="77890" y="28168"/>
                    <a:pt x="80786" y="26656"/>
                    <a:pt x="83272" y="24605"/>
                  </a:cubicBezTo>
                  <a:cubicBezTo>
                    <a:pt x="84913" y="23272"/>
                    <a:pt x="86476" y="21786"/>
                    <a:pt x="87886" y="20197"/>
                  </a:cubicBezTo>
                  <a:cubicBezTo>
                    <a:pt x="89500" y="18352"/>
                    <a:pt x="91089" y="16455"/>
                    <a:pt x="92678" y="14610"/>
                  </a:cubicBezTo>
                  <a:cubicBezTo>
                    <a:pt x="93960" y="13123"/>
                    <a:pt x="95241" y="11636"/>
                    <a:pt x="96574" y="10201"/>
                  </a:cubicBezTo>
                  <a:cubicBezTo>
                    <a:pt x="97728" y="8971"/>
                    <a:pt x="99035" y="7920"/>
                    <a:pt x="100496" y="7074"/>
                  </a:cubicBezTo>
                  <a:cubicBezTo>
                    <a:pt x="101546" y="6434"/>
                    <a:pt x="102725" y="5947"/>
                    <a:pt x="103930" y="5639"/>
                  </a:cubicBezTo>
                  <a:cubicBezTo>
                    <a:pt x="106006" y="5075"/>
                    <a:pt x="108236" y="5357"/>
                    <a:pt x="110107" y="6408"/>
                  </a:cubicBezTo>
                  <a:cubicBezTo>
                    <a:pt x="110696" y="6741"/>
                    <a:pt x="111260" y="7126"/>
                    <a:pt x="111773" y="7561"/>
                  </a:cubicBezTo>
                  <a:cubicBezTo>
                    <a:pt x="112644" y="8253"/>
                    <a:pt x="113439" y="9073"/>
                    <a:pt x="114105" y="9971"/>
                  </a:cubicBezTo>
                  <a:cubicBezTo>
                    <a:pt x="115028" y="11175"/>
                    <a:pt x="115874" y="12431"/>
                    <a:pt x="116566" y="13764"/>
                  </a:cubicBezTo>
                  <a:cubicBezTo>
                    <a:pt x="118360" y="17147"/>
                    <a:pt x="119821" y="20684"/>
                    <a:pt x="120923" y="24349"/>
                  </a:cubicBezTo>
                  <a:cubicBezTo>
                    <a:pt x="122819" y="30295"/>
                    <a:pt x="124203" y="36421"/>
                    <a:pt x="125075" y="42597"/>
                  </a:cubicBezTo>
                  <a:cubicBezTo>
                    <a:pt x="125562" y="45929"/>
                    <a:pt x="125844" y="49287"/>
                    <a:pt x="125946" y="52619"/>
                  </a:cubicBezTo>
                  <a:cubicBezTo>
                    <a:pt x="126126" y="57617"/>
                    <a:pt x="125972" y="62589"/>
                    <a:pt x="125818" y="67561"/>
                  </a:cubicBezTo>
                  <a:cubicBezTo>
                    <a:pt x="125639" y="72533"/>
                    <a:pt x="125972" y="77480"/>
                    <a:pt x="126843" y="82375"/>
                  </a:cubicBezTo>
                  <a:cubicBezTo>
                    <a:pt x="127459" y="85835"/>
                    <a:pt x="128766" y="89116"/>
                    <a:pt x="130714" y="92063"/>
                  </a:cubicBezTo>
                  <a:cubicBezTo>
                    <a:pt x="131457" y="93140"/>
                    <a:pt x="132174" y="94242"/>
                    <a:pt x="132918" y="95344"/>
                  </a:cubicBezTo>
                  <a:cubicBezTo>
                    <a:pt x="134353" y="97420"/>
                    <a:pt x="135378" y="99727"/>
                    <a:pt x="135968" y="102187"/>
                  </a:cubicBezTo>
                  <a:cubicBezTo>
                    <a:pt x="136506" y="104494"/>
                    <a:pt x="137019" y="106801"/>
                    <a:pt x="137506" y="109107"/>
                  </a:cubicBezTo>
                  <a:cubicBezTo>
                    <a:pt x="139171" y="116745"/>
                    <a:pt x="142503" y="123870"/>
                    <a:pt x="147450" y="130457"/>
                  </a:cubicBezTo>
                  <a:cubicBezTo>
                    <a:pt x="150808" y="134891"/>
                    <a:pt x="154575" y="138992"/>
                    <a:pt x="158702" y="142734"/>
                  </a:cubicBezTo>
                  <a:lnTo>
                    <a:pt x="155318" y="142734"/>
                  </a:lnTo>
                  <a:lnTo>
                    <a:pt x="153114" y="140453"/>
                  </a:lnTo>
                  <a:cubicBezTo>
                    <a:pt x="145656" y="132789"/>
                    <a:pt x="139915" y="124332"/>
                    <a:pt x="136275" y="114951"/>
                  </a:cubicBezTo>
                  <a:cubicBezTo>
                    <a:pt x="135378" y="112619"/>
                    <a:pt x="134507" y="110286"/>
                    <a:pt x="133661" y="107954"/>
                  </a:cubicBezTo>
                  <a:cubicBezTo>
                    <a:pt x="132661" y="105212"/>
                    <a:pt x="131354" y="102597"/>
                    <a:pt x="129740" y="100162"/>
                  </a:cubicBezTo>
                  <a:cubicBezTo>
                    <a:pt x="128817" y="98804"/>
                    <a:pt x="127945" y="97394"/>
                    <a:pt x="127100" y="95985"/>
                  </a:cubicBezTo>
                  <a:cubicBezTo>
                    <a:pt x="125331" y="93114"/>
                    <a:pt x="124152" y="89936"/>
                    <a:pt x="123640" y="86604"/>
                  </a:cubicBezTo>
                  <a:cubicBezTo>
                    <a:pt x="123230" y="83913"/>
                    <a:pt x="123024" y="81171"/>
                    <a:pt x="122999" y="78454"/>
                  </a:cubicBezTo>
                  <a:cubicBezTo>
                    <a:pt x="122896" y="73789"/>
                    <a:pt x="123178" y="69125"/>
                    <a:pt x="123511" y="64460"/>
                  </a:cubicBezTo>
                  <a:cubicBezTo>
                    <a:pt x="123793" y="60205"/>
                    <a:pt x="123973" y="55951"/>
                    <a:pt x="123845" y="51696"/>
                  </a:cubicBezTo>
                  <a:cubicBezTo>
                    <a:pt x="123768" y="48723"/>
                    <a:pt x="123537" y="45750"/>
                    <a:pt x="123127" y="42777"/>
                  </a:cubicBezTo>
                  <a:cubicBezTo>
                    <a:pt x="122691" y="39650"/>
                    <a:pt x="122102" y="36523"/>
                    <a:pt x="121359" y="33422"/>
                  </a:cubicBezTo>
                  <a:cubicBezTo>
                    <a:pt x="120461" y="29449"/>
                    <a:pt x="119231" y="25579"/>
                    <a:pt x="117719" y="21786"/>
                  </a:cubicBezTo>
                  <a:cubicBezTo>
                    <a:pt x="116694" y="19249"/>
                    <a:pt x="115438" y="16839"/>
                    <a:pt x="113951" y="14558"/>
                  </a:cubicBezTo>
                  <a:cubicBezTo>
                    <a:pt x="113208" y="13431"/>
                    <a:pt x="112337" y="12405"/>
                    <a:pt x="111388" y="11457"/>
                  </a:cubicBezTo>
                  <a:cubicBezTo>
                    <a:pt x="110620" y="10714"/>
                    <a:pt x="109748" y="10099"/>
                    <a:pt x="108825" y="9612"/>
                  </a:cubicBezTo>
                  <a:cubicBezTo>
                    <a:pt x="107236" y="8792"/>
                    <a:pt x="105442" y="8535"/>
                    <a:pt x="103699" y="8868"/>
                  </a:cubicBezTo>
                  <a:cubicBezTo>
                    <a:pt x="102777" y="9048"/>
                    <a:pt x="101880" y="9330"/>
                    <a:pt x="101059" y="9714"/>
                  </a:cubicBezTo>
                  <a:cubicBezTo>
                    <a:pt x="99881" y="10252"/>
                    <a:pt x="98804" y="10944"/>
                    <a:pt x="97830" y="11790"/>
                  </a:cubicBezTo>
                  <a:cubicBezTo>
                    <a:pt x="96651" y="12841"/>
                    <a:pt x="95472" y="13918"/>
                    <a:pt x="94396" y="15045"/>
                  </a:cubicBezTo>
                  <a:cubicBezTo>
                    <a:pt x="92935" y="16532"/>
                    <a:pt x="91602" y="18095"/>
                    <a:pt x="90167" y="19582"/>
                  </a:cubicBezTo>
                  <a:cubicBezTo>
                    <a:pt x="88731" y="21094"/>
                    <a:pt x="87296" y="22504"/>
                    <a:pt x="85810" y="23939"/>
                  </a:cubicBezTo>
                  <a:cubicBezTo>
                    <a:pt x="84502" y="25143"/>
                    <a:pt x="83093" y="26246"/>
                    <a:pt x="81555" y="27194"/>
                  </a:cubicBezTo>
                  <a:cubicBezTo>
                    <a:pt x="77890" y="29501"/>
                    <a:pt x="73738" y="30705"/>
                    <a:pt x="69150" y="30910"/>
                  </a:cubicBezTo>
                  <a:cubicBezTo>
                    <a:pt x="65408" y="31038"/>
                    <a:pt x="61666" y="30680"/>
                    <a:pt x="58001" y="29834"/>
                  </a:cubicBezTo>
                  <a:cubicBezTo>
                    <a:pt x="51747" y="28450"/>
                    <a:pt x="45673" y="26374"/>
                    <a:pt x="39855" y="23657"/>
                  </a:cubicBezTo>
                  <a:cubicBezTo>
                    <a:pt x="35754" y="21709"/>
                    <a:pt x="31756" y="19531"/>
                    <a:pt x="27886" y="17147"/>
                  </a:cubicBezTo>
                  <a:cubicBezTo>
                    <a:pt x="23452" y="14507"/>
                    <a:pt x="19069" y="11842"/>
                    <a:pt x="14609" y="9227"/>
                  </a:cubicBezTo>
                  <a:cubicBezTo>
                    <a:pt x="10560" y="6844"/>
                    <a:pt x="6356" y="4665"/>
                    <a:pt x="2076" y="2768"/>
                  </a:cubicBezTo>
                  <a:cubicBezTo>
                    <a:pt x="1615" y="2538"/>
                    <a:pt x="1128" y="2358"/>
                    <a:pt x="641" y="2153"/>
                  </a:cubicBezTo>
                  <a:cubicBezTo>
                    <a:pt x="436" y="2128"/>
                    <a:pt x="205" y="2102"/>
                    <a:pt x="0" y="2128"/>
                  </a:cubicBezTo>
                  <a:lnTo>
                    <a:pt x="0" y="52"/>
                  </a:lnTo>
                  <a:cubicBezTo>
                    <a:pt x="513" y="0"/>
                    <a:pt x="871" y="257"/>
                    <a:pt x="1256" y="436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25" name="Google Shape;477;p18"/>
            <p:cNvSpPr/>
            <p:nvPr/>
          </p:nvSpPr>
          <p:spPr>
            <a:xfrm rot="10800000">
              <a:off x="7971120" y="1080"/>
              <a:ext cx="1171800" cy="764640"/>
            </a:xfrm>
            <a:custGeom>
              <a:avLst/>
              <a:gdLst>
                <a:gd name="textAreaLeft" fmla="*/ 0 w 1171800"/>
                <a:gd name="textAreaRight" fmla="*/ 1172160 w 1171800"/>
                <a:gd name="textAreaTop" fmla="*/ 0 h 764640"/>
                <a:gd name="textAreaBottom" fmla="*/ 765000 h 764640"/>
              </a:gdLst>
              <a:ahLst/>
              <a:cxnLst/>
              <a:rect l="textAreaLeft" t="textAreaTop" r="textAreaRight" b="textAreaBottom"/>
              <a:pathLst>
                <a:path w="36498" h="26169">
                  <a:moveTo>
                    <a:pt x="641" y="9355"/>
                  </a:moveTo>
                  <a:cubicBezTo>
                    <a:pt x="974" y="9150"/>
                    <a:pt x="1307" y="8945"/>
                    <a:pt x="1640" y="8740"/>
                  </a:cubicBezTo>
                  <a:cubicBezTo>
                    <a:pt x="4690" y="6766"/>
                    <a:pt x="7894" y="5023"/>
                    <a:pt x="11200" y="3511"/>
                  </a:cubicBezTo>
                  <a:cubicBezTo>
                    <a:pt x="13456" y="2435"/>
                    <a:pt x="15814" y="1563"/>
                    <a:pt x="18249" y="897"/>
                  </a:cubicBezTo>
                  <a:cubicBezTo>
                    <a:pt x="20478" y="282"/>
                    <a:pt x="22760" y="0"/>
                    <a:pt x="25066" y="51"/>
                  </a:cubicBezTo>
                  <a:cubicBezTo>
                    <a:pt x="26040" y="77"/>
                    <a:pt x="27014" y="179"/>
                    <a:pt x="27988" y="384"/>
                  </a:cubicBezTo>
                  <a:cubicBezTo>
                    <a:pt x="30577" y="948"/>
                    <a:pt x="32525" y="2179"/>
                    <a:pt x="33934" y="4050"/>
                  </a:cubicBezTo>
                  <a:cubicBezTo>
                    <a:pt x="34934" y="5485"/>
                    <a:pt x="35626" y="7100"/>
                    <a:pt x="35985" y="8817"/>
                  </a:cubicBezTo>
                  <a:cubicBezTo>
                    <a:pt x="36318" y="10406"/>
                    <a:pt x="36497" y="12020"/>
                    <a:pt x="36497" y="13661"/>
                  </a:cubicBezTo>
                  <a:cubicBezTo>
                    <a:pt x="36497" y="15967"/>
                    <a:pt x="36369" y="18300"/>
                    <a:pt x="36062" y="20581"/>
                  </a:cubicBezTo>
                  <a:cubicBezTo>
                    <a:pt x="35857" y="22247"/>
                    <a:pt x="35651" y="23887"/>
                    <a:pt x="35472" y="25527"/>
                  </a:cubicBezTo>
                  <a:cubicBezTo>
                    <a:pt x="35472" y="25758"/>
                    <a:pt x="35498" y="25963"/>
                    <a:pt x="35523" y="26168"/>
                  </a:cubicBezTo>
                  <a:lnTo>
                    <a:pt x="26425" y="26168"/>
                  </a:lnTo>
                  <a:cubicBezTo>
                    <a:pt x="26066" y="24400"/>
                    <a:pt x="25733" y="22606"/>
                    <a:pt x="25066" y="20863"/>
                  </a:cubicBezTo>
                  <a:cubicBezTo>
                    <a:pt x="24733" y="19991"/>
                    <a:pt x="24349" y="19146"/>
                    <a:pt x="23913" y="18325"/>
                  </a:cubicBezTo>
                  <a:cubicBezTo>
                    <a:pt x="23477" y="17582"/>
                    <a:pt x="22990" y="16916"/>
                    <a:pt x="22426" y="16301"/>
                  </a:cubicBezTo>
                  <a:cubicBezTo>
                    <a:pt x="20504" y="14250"/>
                    <a:pt x="17915" y="13456"/>
                    <a:pt x="14840" y="13661"/>
                  </a:cubicBezTo>
                  <a:cubicBezTo>
                    <a:pt x="12584" y="13840"/>
                    <a:pt x="10380" y="14353"/>
                    <a:pt x="8304" y="15199"/>
                  </a:cubicBezTo>
                  <a:cubicBezTo>
                    <a:pt x="6638" y="15839"/>
                    <a:pt x="4998" y="16583"/>
                    <a:pt x="3434" y="17403"/>
                  </a:cubicBezTo>
                  <a:cubicBezTo>
                    <a:pt x="2666" y="17813"/>
                    <a:pt x="1922" y="18223"/>
                    <a:pt x="1128" y="18607"/>
                  </a:cubicBezTo>
                  <a:cubicBezTo>
                    <a:pt x="769" y="18787"/>
                    <a:pt x="384" y="18889"/>
                    <a:pt x="0" y="19043"/>
                  </a:cubicBezTo>
                  <a:lnTo>
                    <a:pt x="0" y="9457"/>
                  </a:lnTo>
                  <a:cubicBezTo>
                    <a:pt x="205" y="9509"/>
                    <a:pt x="461" y="9483"/>
                    <a:pt x="641" y="935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26" name="Google Shape;478;p18"/>
            <p:cNvSpPr/>
            <p:nvPr/>
          </p:nvSpPr>
          <p:spPr>
            <a:xfrm rot="10800000">
              <a:off x="720" y="2671920"/>
              <a:ext cx="996480" cy="1850400"/>
            </a:xfrm>
            <a:custGeom>
              <a:avLst/>
              <a:gdLst>
                <a:gd name="textAreaLeft" fmla="*/ 0 w 996480"/>
                <a:gd name="textAreaRight" fmla="*/ 996840 w 996480"/>
                <a:gd name="textAreaTop" fmla="*/ 0 h 1850400"/>
                <a:gd name="textAreaBottom" fmla="*/ 1850760 h 1850400"/>
              </a:gdLst>
              <a:ahLst/>
              <a:cxnLst/>
              <a:rect l="textAreaLeft" t="textAreaTop" r="textAreaRight" b="textAreaBottom"/>
              <a:pathLst>
                <a:path w="31039" h="63307">
                  <a:moveTo>
                    <a:pt x="20172" y="62948"/>
                  </a:moveTo>
                  <a:cubicBezTo>
                    <a:pt x="16660" y="62537"/>
                    <a:pt x="13303" y="61615"/>
                    <a:pt x="10381" y="59872"/>
                  </a:cubicBezTo>
                  <a:cubicBezTo>
                    <a:pt x="6050" y="57283"/>
                    <a:pt x="3128" y="53874"/>
                    <a:pt x="1641" y="49620"/>
                  </a:cubicBezTo>
                  <a:cubicBezTo>
                    <a:pt x="513" y="46288"/>
                    <a:pt x="1" y="42802"/>
                    <a:pt x="129" y="39317"/>
                  </a:cubicBezTo>
                  <a:cubicBezTo>
                    <a:pt x="283" y="34985"/>
                    <a:pt x="1564" y="30884"/>
                    <a:pt x="3615" y="26937"/>
                  </a:cubicBezTo>
                  <a:cubicBezTo>
                    <a:pt x="5998" y="22350"/>
                    <a:pt x="9202" y="18198"/>
                    <a:pt x="12995" y="14327"/>
                  </a:cubicBezTo>
                  <a:cubicBezTo>
                    <a:pt x="17327" y="9970"/>
                    <a:pt x="22043" y="6023"/>
                    <a:pt x="27066" y="2486"/>
                  </a:cubicBezTo>
                  <a:cubicBezTo>
                    <a:pt x="28194" y="1692"/>
                    <a:pt x="29373" y="974"/>
                    <a:pt x="30552" y="205"/>
                  </a:cubicBezTo>
                  <a:cubicBezTo>
                    <a:pt x="30706" y="128"/>
                    <a:pt x="30860" y="52"/>
                    <a:pt x="31039" y="0"/>
                  </a:cubicBezTo>
                  <a:lnTo>
                    <a:pt x="31039" y="2640"/>
                  </a:lnTo>
                  <a:cubicBezTo>
                    <a:pt x="30936" y="2691"/>
                    <a:pt x="30834" y="2743"/>
                    <a:pt x="30757" y="2794"/>
                  </a:cubicBezTo>
                  <a:cubicBezTo>
                    <a:pt x="27425" y="5024"/>
                    <a:pt x="24221" y="7484"/>
                    <a:pt x="21171" y="10124"/>
                  </a:cubicBezTo>
                  <a:cubicBezTo>
                    <a:pt x="17660" y="13097"/>
                    <a:pt x="14508" y="16455"/>
                    <a:pt x="11765" y="20120"/>
                  </a:cubicBezTo>
                  <a:cubicBezTo>
                    <a:pt x="9407" y="23349"/>
                    <a:pt x="7485" y="26758"/>
                    <a:pt x="6357" y="30423"/>
                  </a:cubicBezTo>
                  <a:cubicBezTo>
                    <a:pt x="4461" y="36446"/>
                    <a:pt x="5332" y="42213"/>
                    <a:pt x="8818" y="47723"/>
                  </a:cubicBezTo>
                  <a:cubicBezTo>
                    <a:pt x="10022" y="49646"/>
                    <a:pt x="11586" y="51337"/>
                    <a:pt x="13405" y="52696"/>
                  </a:cubicBezTo>
                  <a:cubicBezTo>
                    <a:pt x="15917" y="54515"/>
                    <a:pt x="18813" y="55669"/>
                    <a:pt x="22043" y="56361"/>
                  </a:cubicBezTo>
                  <a:cubicBezTo>
                    <a:pt x="24298" y="56822"/>
                    <a:pt x="26579" y="57104"/>
                    <a:pt x="28886" y="57206"/>
                  </a:cubicBezTo>
                  <a:lnTo>
                    <a:pt x="31039" y="57335"/>
                  </a:lnTo>
                  <a:lnTo>
                    <a:pt x="31039" y="62768"/>
                  </a:lnTo>
                  <a:cubicBezTo>
                    <a:pt x="30860" y="62819"/>
                    <a:pt x="30680" y="62871"/>
                    <a:pt x="30501" y="62896"/>
                  </a:cubicBezTo>
                  <a:cubicBezTo>
                    <a:pt x="27066" y="63306"/>
                    <a:pt x="23606" y="63306"/>
                    <a:pt x="20172" y="6294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27" name="Google Shape;479;p18"/>
            <p:cNvSpPr/>
            <p:nvPr/>
          </p:nvSpPr>
          <p:spPr>
            <a:xfrm rot="10800000">
              <a:off x="6049440" y="0"/>
              <a:ext cx="3094200" cy="2824920"/>
            </a:xfrm>
            <a:custGeom>
              <a:avLst/>
              <a:gdLst>
                <a:gd name="textAreaLeft" fmla="*/ 0 w 3094200"/>
                <a:gd name="textAreaRight" fmla="*/ 3094560 w 3094200"/>
                <a:gd name="textAreaTop" fmla="*/ 0 h 2824920"/>
                <a:gd name="textAreaBottom" fmla="*/ 2825280 h 2824920"/>
              </a:gdLst>
              <a:ahLst/>
              <a:cxnLst/>
              <a:rect l="textAreaLeft" t="textAreaTop" r="textAreaRight" b="textAreaBottom"/>
              <a:pathLst>
                <a:path w="96344" h="96651">
                  <a:moveTo>
                    <a:pt x="436" y="22093"/>
                  </a:moveTo>
                  <a:cubicBezTo>
                    <a:pt x="564" y="21837"/>
                    <a:pt x="667" y="21581"/>
                    <a:pt x="769" y="21299"/>
                  </a:cubicBezTo>
                  <a:cubicBezTo>
                    <a:pt x="1692" y="18582"/>
                    <a:pt x="2897" y="15968"/>
                    <a:pt x="4357" y="13507"/>
                  </a:cubicBezTo>
                  <a:cubicBezTo>
                    <a:pt x="5767" y="11149"/>
                    <a:pt x="7459" y="9022"/>
                    <a:pt x="9432" y="7177"/>
                  </a:cubicBezTo>
                  <a:cubicBezTo>
                    <a:pt x="12277" y="4485"/>
                    <a:pt x="15763" y="2614"/>
                    <a:pt x="19889" y="1564"/>
                  </a:cubicBezTo>
                  <a:cubicBezTo>
                    <a:pt x="21555" y="1128"/>
                    <a:pt x="23273" y="795"/>
                    <a:pt x="24990" y="564"/>
                  </a:cubicBezTo>
                  <a:cubicBezTo>
                    <a:pt x="27886" y="205"/>
                    <a:pt x="30782" y="26"/>
                    <a:pt x="33704" y="26"/>
                  </a:cubicBezTo>
                  <a:cubicBezTo>
                    <a:pt x="39035" y="0"/>
                    <a:pt x="44315" y="359"/>
                    <a:pt x="49620" y="667"/>
                  </a:cubicBezTo>
                  <a:cubicBezTo>
                    <a:pt x="53337" y="897"/>
                    <a:pt x="57027" y="1128"/>
                    <a:pt x="60744" y="1307"/>
                  </a:cubicBezTo>
                  <a:cubicBezTo>
                    <a:pt x="65024" y="1512"/>
                    <a:pt x="69304" y="1589"/>
                    <a:pt x="73610" y="1615"/>
                  </a:cubicBezTo>
                  <a:cubicBezTo>
                    <a:pt x="76481" y="1615"/>
                    <a:pt x="79377" y="1666"/>
                    <a:pt x="82247" y="1743"/>
                  </a:cubicBezTo>
                  <a:cubicBezTo>
                    <a:pt x="83913" y="1769"/>
                    <a:pt x="85579" y="1948"/>
                    <a:pt x="87194" y="2307"/>
                  </a:cubicBezTo>
                  <a:cubicBezTo>
                    <a:pt x="89962" y="2948"/>
                    <a:pt x="91910" y="4357"/>
                    <a:pt x="93012" y="6587"/>
                  </a:cubicBezTo>
                  <a:cubicBezTo>
                    <a:pt x="93576" y="7792"/>
                    <a:pt x="93960" y="9073"/>
                    <a:pt x="94088" y="10406"/>
                  </a:cubicBezTo>
                  <a:cubicBezTo>
                    <a:pt x="94319" y="12482"/>
                    <a:pt x="94294" y="14609"/>
                    <a:pt x="93986" y="16685"/>
                  </a:cubicBezTo>
                  <a:cubicBezTo>
                    <a:pt x="93602" y="19761"/>
                    <a:pt x="93115" y="22836"/>
                    <a:pt x="92628" y="25912"/>
                  </a:cubicBezTo>
                  <a:cubicBezTo>
                    <a:pt x="92038" y="29577"/>
                    <a:pt x="91525" y="33242"/>
                    <a:pt x="91167" y="36933"/>
                  </a:cubicBezTo>
                  <a:cubicBezTo>
                    <a:pt x="90757" y="40983"/>
                    <a:pt x="90577" y="45058"/>
                    <a:pt x="90577" y="49133"/>
                  </a:cubicBezTo>
                  <a:cubicBezTo>
                    <a:pt x="90577" y="51465"/>
                    <a:pt x="90654" y="53823"/>
                    <a:pt x="90782" y="56181"/>
                  </a:cubicBezTo>
                  <a:cubicBezTo>
                    <a:pt x="90910" y="58513"/>
                    <a:pt x="91090" y="60923"/>
                    <a:pt x="91346" y="63306"/>
                  </a:cubicBezTo>
                  <a:cubicBezTo>
                    <a:pt x="91551" y="65510"/>
                    <a:pt x="91807" y="67715"/>
                    <a:pt x="92141" y="69919"/>
                  </a:cubicBezTo>
                  <a:cubicBezTo>
                    <a:pt x="92525" y="72661"/>
                    <a:pt x="92935" y="75404"/>
                    <a:pt x="93371" y="78120"/>
                  </a:cubicBezTo>
                  <a:cubicBezTo>
                    <a:pt x="93858" y="81170"/>
                    <a:pt x="94396" y="84220"/>
                    <a:pt x="94883" y="87245"/>
                  </a:cubicBezTo>
                  <a:cubicBezTo>
                    <a:pt x="95396" y="90372"/>
                    <a:pt x="95857" y="93524"/>
                    <a:pt x="96344" y="96651"/>
                  </a:cubicBezTo>
                  <a:lnTo>
                    <a:pt x="93627" y="96651"/>
                  </a:lnTo>
                  <a:cubicBezTo>
                    <a:pt x="93627" y="96446"/>
                    <a:pt x="93627" y="96215"/>
                    <a:pt x="93602" y="96010"/>
                  </a:cubicBezTo>
                  <a:cubicBezTo>
                    <a:pt x="93191" y="91269"/>
                    <a:pt x="92551" y="86527"/>
                    <a:pt x="91936" y="81811"/>
                  </a:cubicBezTo>
                  <a:cubicBezTo>
                    <a:pt x="91525" y="78659"/>
                    <a:pt x="91064" y="75532"/>
                    <a:pt x="90705" y="72379"/>
                  </a:cubicBezTo>
                  <a:cubicBezTo>
                    <a:pt x="90321" y="69124"/>
                    <a:pt x="90013" y="65895"/>
                    <a:pt x="89680" y="62640"/>
                  </a:cubicBezTo>
                  <a:cubicBezTo>
                    <a:pt x="89321" y="58924"/>
                    <a:pt x="89193" y="55207"/>
                    <a:pt x="89116" y="51465"/>
                  </a:cubicBezTo>
                  <a:cubicBezTo>
                    <a:pt x="89065" y="47749"/>
                    <a:pt x="89219" y="43956"/>
                    <a:pt x="89475" y="40214"/>
                  </a:cubicBezTo>
                  <a:cubicBezTo>
                    <a:pt x="89706" y="36805"/>
                    <a:pt x="90065" y="33396"/>
                    <a:pt x="90500" y="30013"/>
                  </a:cubicBezTo>
                  <a:cubicBezTo>
                    <a:pt x="90936" y="26399"/>
                    <a:pt x="91449" y="22785"/>
                    <a:pt x="91910" y="19171"/>
                  </a:cubicBezTo>
                  <a:cubicBezTo>
                    <a:pt x="92217" y="16890"/>
                    <a:pt x="92269" y="14558"/>
                    <a:pt x="92038" y="12226"/>
                  </a:cubicBezTo>
                  <a:cubicBezTo>
                    <a:pt x="91910" y="11047"/>
                    <a:pt x="91602" y="9868"/>
                    <a:pt x="91141" y="8766"/>
                  </a:cubicBezTo>
                  <a:cubicBezTo>
                    <a:pt x="90167" y="6613"/>
                    <a:pt x="88399" y="5101"/>
                    <a:pt x="85759" y="4357"/>
                  </a:cubicBezTo>
                  <a:cubicBezTo>
                    <a:pt x="84964" y="4101"/>
                    <a:pt x="84144" y="3922"/>
                    <a:pt x="83324" y="3768"/>
                  </a:cubicBezTo>
                  <a:cubicBezTo>
                    <a:pt x="80889" y="3435"/>
                    <a:pt x="78428" y="3230"/>
                    <a:pt x="75968" y="3204"/>
                  </a:cubicBezTo>
                  <a:cubicBezTo>
                    <a:pt x="71406" y="3101"/>
                    <a:pt x="66844" y="2999"/>
                    <a:pt x="62307" y="2871"/>
                  </a:cubicBezTo>
                  <a:cubicBezTo>
                    <a:pt x="57335" y="2717"/>
                    <a:pt x="52363" y="2538"/>
                    <a:pt x="47416" y="2358"/>
                  </a:cubicBezTo>
                  <a:cubicBezTo>
                    <a:pt x="42598" y="2204"/>
                    <a:pt x="37779" y="2153"/>
                    <a:pt x="32961" y="2486"/>
                  </a:cubicBezTo>
                  <a:cubicBezTo>
                    <a:pt x="29654" y="2666"/>
                    <a:pt x="26348" y="3153"/>
                    <a:pt x="23144" y="3973"/>
                  </a:cubicBezTo>
                  <a:cubicBezTo>
                    <a:pt x="18915" y="5049"/>
                    <a:pt x="15225" y="6843"/>
                    <a:pt x="12175" y="9483"/>
                  </a:cubicBezTo>
                  <a:cubicBezTo>
                    <a:pt x="10201" y="11226"/>
                    <a:pt x="8484" y="13225"/>
                    <a:pt x="7049" y="15455"/>
                  </a:cubicBezTo>
                  <a:cubicBezTo>
                    <a:pt x="5716" y="17531"/>
                    <a:pt x="4563" y="19761"/>
                    <a:pt x="3640" y="22093"/>
                  </a:cubicBezTo>
                  <a:cubicBezTo>
                    <a:pt x="2717" y="24451"/>
                    <a:pt x="1820" y="26809"/>
                    <a:pt x="897" y="29167"/>
                  </a:cubicBezTo>
                  <a:cubicBezTo>
                    <a:pt x="769" y="29526"/>
                    <a:pt x="615" y="29885"/>
                    <a:pt x="436" y="30218"/>
                  </a:cubicBezTo>
                  <a:cubicBezTo>
                    <a:pt x="359" y="30320"/>
                    <a:pt x="154" y="30397"/>
                    <a:pt x="0" y="30474"/>
                  </a:cubicBezTo>
                  <a:lnTo>
                    <a:pt x="0" y="22375"/>
                  </a:lnTo>
                  <a:cubicBezTo>
                    <a:pt x="180" y="22298"/>
                    <a:pt x="359" y="22221"/>
                    <a:pt x="436" y="22093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28" name="Google Shape;480;p18"/>
            <p:cNvSpPr/>
            <p:nvPr/>
          </p:nvSpPr>
          <p:spPr>
            <a:xfrm rot="10800000">
              <a:off x="6347520" y="720"/>
              <a:ext cx="2795400" cy="2610720"/>
            </a:xfrm>
            <a:custGeom>
              <a:avLst/>
              <a:gdLst>
                <a:gd name="textAreaLeft" fmla="*/ 0 w 2795400"/>
                <a:gd name="textAreaRight" fmla="*/ 2795760 w 2795400"/>
                <a:gd name="textAreaTop" fmla="*/ 0 h 2610720"/>
                <a:gd name="textAreaBottom" fmla="*/ 2611080 h 2610720"/>
              </a:gdLst>
              <a:ahLst/>
              <a:cxnLst/>
              <a:rect l="textAreaLeft" t="textAreaTop" r="textAreaRight" b="textAreaBottom"/>
              <a:pathLst>
                <a:path w="87040" h="89322">
                  <a:moveTo>
                    <a:pt x="948" y="33499"/>
                  </a:moveTo>
                  <a:cubicBezTo>
                    <a:pt x="3511" y="30244"/>
                    <a:pt x="5869" y="26784"/>
                    <a:pt x="7997" y="23196"/>
                  </a:cubicBezTo>
                  <a:cubicBezTo>
                    <a:pt x="9047" y="21351"/>
                    <a:pt x="10098" y="19531"/>
                    <a:pt x="11200" y="17711"/>
                  </a:cubicBezTo>
                  <a:cubicBezTo>
                    <a:pt x="12456" y="15558"/>
                    <a:pt x="13943" y="13533"/>
                    <a:pt x="15583" y="11662"/>
                  </a:cubicBezTo>
                  <a:cubicBezTo>
                    <a:pt x="19069" y="7818"/>
                    <a:pt x="23528" y="4999"/>
                    <a:pt x="28962" y="3204"/>
                  </a:cubicBezTo>
                  <a:cubicBezTo>
                    <a:pt x="31858" y="2282"/>
                    <a:pt x="34806" y="1615"/>
                    <a:pt x="37830" y="1180"/>
                  </a:cubicBezTo>
                  <a:cubicBezTo>
                    <a:pt x="42520" y="513"/>
                    <a:pt x="47236" y="154"/>
                    <a:pt x="51978" y="103"/>
                  </a:cubicBezTo>
                  <a:cubicBezTo>
                    <a:pt x="56335" y="1"/>
                    <a:pt x="60692" y="26"/>
                    <a:pt x="65075" y="52"/>
                  </a:cubicBezTo>
                  <a:cubicBezTo>
                    <a:pt x="68125" y="78"/>
                    <a:pt x="71200" y="257"/>
                    <a:pt x="74250" y="616"/>
                  </a:cubicBezTo>
                  <a:cubicBezTo>
                    <a:pt x="76173" y="795"/>
                    <a:pt x="78044" y="1180"/>
                    <a:pt x="79863" y="1769"/>
                  </a:cubicBezTo>
                  <a:cubicBezTo>
                    <a:pt x="82862" y="2769"/>
                    <a:pt x="84887" y="4537"/>
                    <a:pt x="85861" y="7075"/>
                  </a:cubicBezTo>
                  <a:cubicBezTo>
                    <a:pt x="86373" y="8407"/>
                    <a:pt x="86681" y="9817"/>
                    <a:pt x="86758" y="11252"/>
                  </a:cubicBezTo>
                  <a:cubicBezTo>
                    <a:pt x="87040" y="14943"/>
                    <a:pt x="86707" y="18634"/>
                    <a:pt x="86450" y="22324"/>
                  </a:cubicBezTo>
                  <a:cubicBezTo>
                    <a:pt x="86194" y="25656"/>
                    <a:pt x="85886" y="29014"/>
                    <a:pt x="85681" y="32346"/>
                  </a:cubicBezTo>
                  <a:cubicBezTo>
                    <a:pt x="85323" y="37882"/>
                    <a:pt x="85169" y="43444"/>
                    <a:pt x="85297" y="48980"/>
                  </a:cubicBezTo>
                  <a:cubicBezTo>
                    <a:pt x="85374" y="53875"/>
                    <a:pt x="85630" y="58745"/>
                    <a:pt x="85886" y="63640"/>
                  </a:cubicBezTo>
                  <a:cubicBezTo>
                    <a:pt x="86092" y="67484"/>
                    <a:pt x="86348" y="71329"/>
                    <a:pt x="86527" y="75173"/>
                  </a:cubicBezTo>
                  <a:cubicBezTo>
                    <a:pt x="86784" y="79710"/>
                    <a:pt x="86732" y="84246"/>
                    <a:pt x="86425" y="88783"/>
                  </a:cubicBezTo>
                  <a:cubicBezTo>
                    <a:pt x="86450" y="88962"/>
                    <a:pt x="86476" y="89142"/>
                    <a:pt x="86527" y="89321"/>
                  </a:cubicBezTo>
                  <a:lnTo>
                    <a:pt x="83580" y="89321"/>
                  </a:lnTo>
                  <a:cubicBezTo>
                    <a:pt x="83605" y="88886"/>
                    <a:pt x="83605" y="88450"/>
                    <a:pt x="83657" y="88014"/>
                  </a:cubicBezTo>
                  <a:cubicBezTo>
                    <a:pt x="83836" y="85810"/>
                    <a:pt x="84118" y="83580"/>
                    <a:pt x="84221" y="81376"/>
                  </a:cubicBezTo>
                  <a:cubicBezTo>
                    <a:pt x="84502" y="75814"/>
                    <a:pt x="84323" y="70278"/>
                    <a:pt x="84144" y="64742"/>
                  </a:cubicBezTo>
                  <a:cubicBezTo>
                    <a:pt x="84041" y="61385"/>
                    <a:pt x="83913" y="58053"/>
                    <a:pt x="83836" y="54695"/>
                  </a:cubicBezTo>
                  <a:cubicBezTo>
                    <a:pt x="83657" y="47083"/>
                    <a:pt x="83708" y="39471"/>
                    <a:pt x="84195" y="31859"/>
                  </a:cubicBezTo>
                  <a:cubicBezTo>
                    <a:pt x="84451" y="28296"/>
                    <a:pt x="84605" y="24734"/>
                    <a:pt x="84810" y="21171"/>
                  </a:cubicBezTo>
                  <a:cubicBezTo>
                    <a:pt x="84989" y="18557"/>
                    <a:pt x="84938" y="15968"/>
                    <a:pt x="84707" y="13380"/>
                  </a:cubicBezTo>
                  <a:cubicBezTo>
                    <a:pt x="84554" y="11842"/>
                    <a:pt x="84195" y="10355"/>
                    <a:pt x="83631" y="8946"/>
                  </a:cubicBezTo>
                  <a:cubicBezTo>
                    <a:pt x="82580" y="6562"/>
                    <a:pt x="80658" y="4845"/>
                    <a:pt x="77839" y="3820"/>
                  </a:cubicBezTo>
                  <a:cubicBezTo>
                    <a:pt x="76660" y="3410"/>
                    <a:pt x="75481" y="3076"/>
                    <a:pt x="74276" y="2846"/>
                  </a:cubicBezTo>
                  <a:cubicBezTo>
                    <a:pt x="71124" y="2282"/>
                    <a:pt x="67971" y="2000"/>
                    <a:pt x="64793" y="1974"/>
                  </a:cubicBezTo>
                  <a:cubicBezTo>
                    <a:pt x="57770" y="1769"/>
                    <a:pt x="50748" y="2051"/>
                    <a:pt x="43776" y="2871"/>
                  </a:cubicBezTo>
                  <a:cubicBezTo>
                    <a:pt x="40444" y="3230"/>
                    <a:pt x="37164" y="3871"/>
                    <a:pt x="33934" y="4768"/>
                  </a:cubicBezTo>
                  <a:cubicBezTo>
                    <a:pt x="28731" y="6229"/>
                    <a:pt x="24144" y="8484"/>
                    <a:pt x="20350" y="11765"/>
                  </a:cubicBezTo>
                  <a:cubicBezTo>
                    <a:pt x="18223" y="13636"/>
                    <a:pt x="16301" y="15763"/>
                    <a:pt x="14660" y="18095"/>
                  </a:cubicBezTo>
                  <a:cubicBezTo>
                    <a:pt x="13379" y="19864"/>
                    <a:pt x="12174" y="21684"/>
                    <a:pt x="10944" y="23478"/>
                  </a:cubicBezTo>
                  <a:cubicBezTo>
                    <a:pt x="7971" y="27912"/>
                    <a:pt x="4716" y="32141"/>
                    <a:pt x="1205" y="36165"/>
                  </a:cubicBezTo>
                  <a:cubicBezTo>
                    <a:pt x="974" y="36421"/>
                    <a:pt x="743" y="36677"/>
                    <a:pt x="513" y="36908"/>
                  </a:cubicBezTo>
                  <a:cubicBezTo>
                    <a:pt x="333" y="36985"/>
                    <a:pt x="179" y="37036"/>
                    <a:pt x="0" y="37062"/>
                  </a:cubicBezTo>
                  <a:lnTo>
                    <a:pt x="0" y="34242"/>
                  </a:lnTo>
                  <a:cubicBezTo>
                    <a:pt x="564" y="34217"/>
                    <a:pt x="692" y="33807"/>
                    <a:pt x="948" y="3349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29" name="Google Shape;481;p18"/>
            <p:cNvSpPr/>
            <p:nvPr/>
          </p:nvSpPr>
          <p:spPr>
            <a:xfrm rot="10800000">
              <a:off x="7662960" y="720"/>
              <a:ext cx="1479960" cy="1058400"/>
            </a:xfrm>
            <a:custGeom>
              <a:avLst/>
              <a:gdLst>
                <a:gd name="textAreaLeft" fmla="*/ 0 w 1479960"/>
                <a:gd name="textAreaRight" fmla="*/ 1480320 w 1479960"/>
                <a:gd name="textAreaTop" fmla="*/ 0 h 1058400"/>
                <a:gd name="textAreaBottom" fmla="*/ 1058760 h 1058400"/>
              </a:gdLst>
              <a:ahLst/>
              <a:cxnLst/>
              <a:rect l="textAreaLeft" t="textAreaTop" r="textAreaRight" b="textAreaBottom"/>
              <a:pathLst>
                <a:path w="46083" h="36216">
                  <a:moveTo>
                    <a:pt x="11149" y="6818"/>
                  </a:moveTo>
                  <a:cubicBezTo>
                    <a:pt x="13994" y="5357"/>
                    <a:pt x="16916" y="4101"/>
                    <a:pt x="19940" y="3050"/>
                  </a:cubicBezTo>
                  <a:cubicBezTo>
                    <a:pt x="23785" y="1717"/>
                    <a:pt x="27757" y="641"/>
                    <a:pt x="31935" y="231"/>
                  </a:cubicBezTo>
                  <a:cubicBezTo>
                    <a:pt x="33806" y="0"/>
                    <a:pt x="35703" y="26"/>
                    <a:pt x="37599" y="308"/>
                  </a:cubicBezTo>
                  <a:cubicBezTo>
                    <a:pt x="40265" y="769"/>
                    <a:pt x="42315" y="1948"/>
                    <a:pt x="43725" y="3896"/>
                  </a:cubicBezTo>
                  <a:cubicBezTo>
                    <a:pt x="44314" y="4742"/>
                    <a:pt x="44776" y="5664"/>
                    <a:pt x="45109" y="6664"/>
                  </a:cubicBezTo>
                  <a:cubicBezTo>
                    <a:pt x="45622" y="8330"/>
                    <a:pt x="45929" y="10098"/>
                    <a:pt x="45980" y="11867"/>
                  </a:cubicBezTo>
                  <a:cubicBezTo>
                    <a:pt x="46083" y="14635"/>
                    <a:pt x="45929" y="17454"/>
                    <a:pt x="45468" y="20196"/>
                  </a:cubicBezTo>
                  <a:cubicBezTo>
                    <a:pt x="44904" y="23887"/>
                    <a:pt x="44109" y="27501"/>
                    <a:pt x="43110" y="31089"/>
                  </a:cubicBezTo>
                  <a:cubicBezTo>
                    <a:pt x="42725" y="32473"/>
                    <a:pt x="42341" y="33832"/>
                    <a:pt x="41982" y="35216"/>
                  </a:cubicBezTo>
                  <a:cubicBezTo>
                    <a:pt x="41905" y="35523"/>
                    <a:pt x="41649" y="35856"/>
                    <a:pt x="41905" y="36215"/>
                  </a:cubicBezTo>
                  <a:lnTo>
                    <a:pt x="38701" y="36215"/>
                  </a:lnTo>
                  <a:cubicBezTo>
                    <a:pt x="38804" y="35600"/>
                    <a:pt x="38881" y="34959"/>
                    <a:pt x="39009" y="34370"/>
                  </a:cubicBezTo>
                  <a:cubicBezTo>
                    <a:pt x="39752" y="31140"/>
                    <a:pt x="40444" y="27885"/>
                    <a:pt x="40880" y="24630"/>
                  </a:cubicBezTo>
                  <a:cubicBezTo>
                    <a:pt x="41264" y="21683"/>
                    <a:pt x="41495" y="18710"/>
                    <a:pt x="41188" y="15737"/>
                  </a:cubicBezTo>
                  <a:cubicBezTo>
                    <a:pt x="41085" y="14276"/>
                    <a:pt x="40777" y="12866"/>
                    <a:pt x="40291" y="11508"/>
                  </a:cubicBezTo>
                  <a:cubicBezTo>
                    <a:pt x="40009" y="10790"/>
                    <a:pt x="39650" y="10098"/>
                    <a:pt x="39240" y="9432"/>
                  </a:cubicBezTo>
                  <a:cubicBezTo>
                    <a:pt x="37779" y="7074"/>
                    <a:pt x="35395" y="5690"/>
                    <a:pt x="32268" y="5203"/>
                  </a:cubicBezTo>
                  <a:cubicBezTo>
                    <a:pt x="30423" y="4947"/>
                    <a:pt x="28552" y="4921"/>
                    <a:pt x="26707" y="5126"/>
                  </a:cubicBezTo>
                  <a:cubicBezTo>
                    <a:pt x="22554" y="5562"/>
                    <a:pt x="18505" y="6664"/>
                    <a:pt x="14660" y="8330"/>
                  </a:cubicBezTo>
                  <a:cubicBezTo>
                    <a:pt x="10944" y="9919"/>
                    <a:pt x="7356" y="11790"/>
                    <a:pt x="3896" y="13917"/>
                  </a:cubicBezTo>
                  <a:cubicBezTo>
                    <a:pt x="2896" y="14532"/>
                    <a:pt x="1922" y="15173"/>
                    <a:pt x="923" y="15788"/>
                  </a:cubicBezTo>
                  <a:cubicBezTo>
                    <a:pt x="666" y="16019"/>
                    <a:pt x="333" y="16121"/>
                    <a:pt x="0" y="16121"/>
                  </a:cubicBezTo>
                  <a:lnTo>
                    <a:pt x="0" y="13123"/>
                  </a:lnTo>
                  <a:cubicBezTo>
                    <a:pt x="513" y="13123"/>
                    <a:pt x="820" y="12815"/>
                    <a:pt x="1179" y="12584"/>
                  </a:cubicBezTo>
                  <a:cubicBezTo>
                    <a:pt x="4383" y="10508"/>
                    <a:pt x="7689" y="8586"/>
                    <a:pt x="11149" y="681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0" name="Google Shape;482;p18"/>
            <p:cNvSpPr/>
            <p:nvPr/>
          </p:nvSpPr>
          <p:spPr>
            <a:xfrm rot="10800000">
              <a:off x="6503040" y="4092480"/>
              <a:ext cx="2639880" cy="1050840"/>
            </a:xfrm>
            <a:custGeom>
              <a:avLst/>
              <a:gdLst>
                <a:gd name="textAreaLeft" fmla="*/ 0 w 2639880"/>
                <a:gd name="textAreaRight" fmla="*/ 2640240 w 2639880"/>
                <a:gd name="textAreaTop" fmla="*/ 0 h 1050840"/>
                <a:gd name="textAreaBottom" fmla="*/ 1051200 h 1050840"/>
              </a:gdLst>
              <a:ahLst/>
              <a:cxnLst/>
              <a:rect l="textAreaLeft" t="textAreaTop" r="textAreaRight" b="textAreaBottom"/>
              <a:pathLst>
                <a:path w="82196" h="35959">
                  <a:moveTo>
                    <a:pt x="74737" y="6049"/>
                  </a:moveTo>
                  <a:cubicBezTo>
                    <a:pt x="72918" y="7766"/>
                    <a:pt x="71431" y="9791"/>
                    <a:pt x="70355" y="12046"/>
                  </a:cubicBezTo>
                  <a:cubicBezTo>
                    <a:pt x="69663" y="13558"/>
                    <a:pt x="69047" y="15096"/>
                    <a:pt x="68535" y="16685"/>
                  </a:cubicBezTo>
                  <a:cubicBezTo>
                    <a:pt x="67612" y="19402"/>
                    <a:pt x="66715" y="22144"/>
                    <a:pt x="65587" y="24784"/>
                  </a:cubicBezTo>
                  <a:cubicBezTo>
                    <a:pt x="64742" y="26809"/>
                    <a:pt x="63716" y="28782"/>
                    <a:pt x="62486" y="30628"/>
                  </a:cubicBezTo>
                  <a:cubicBezTo>
                    <a:pt x="61692" y="31832"/>
                    <a:pt x="60718" y="32935"/>
                    <a:pt x="59616" y="33857"/>
                  </a:cubicBezTo>
                  <a:cubicBezTo>
                    <a:pt x="57924" y="35216"/>
                    <a:pt x="55848" y="35959"/>
                    <a:pt x="53695" y="35933"/>
                  </a:cubicBezTo>
                  <a:cubicBezTo>
                    <a:pt x="51773" y="35933"/>
                    <a:pt x="49851" y="35626"/>
                    <a:pt x="48005" y="35087"/>
                  </a:cubicBezTo>
                  <a:cubicBezTo>
                    <a:pt x="45750" y="34395"/>
                    <a:pt x="43546" y="33575"/>
                    <a:pt x="41393" y="32576"/>
                  </a:cubicBezTo>
                  <a:cubicBezTo>
                    <a:pt x="37933" y="31012"/>
                    <a:pt x="34575" y="29295"/>
                    <a:pt x="31243" y="27552"/>
                  </a:cubicBezTo>
                  <a:cubicBezTo>
                    <a:pt x="24682" y="24169"/>
                    <a:pt x="18095" y="20786"/>
                    <a:pt x="11405" y="17582"/>
                  </a:cubicBezTo>
                  <a:cubicBezTo>
                    <a:pt x="8022" y="15993"/>
                    <a:pt x="4639" y="14378"/>
                    <a:pt x="1256" y="12789"/>
                  </a:cubicBezTo>
                  <a:cubicBezTo>
                    <a:pt x="871" y="12610"/>
                    <a:pt x="513" y="12354"/>
                    <a:pt x="0" y="12405"/>
                  </a:cubicBezTo>
                  <a:lnTo>
                    <a:pt x="0" y="11277"/>
                  </a:lnTo>
                  <a:cubicBezTo>
                    <a:pt x="179" y="11252"/>
                    <a:pt x="359" y="11252"/>
                    <a:pt x="538" y="11277"/>
                  </a:cubicBezTo>
                  <a:cubicBezTo>
                    <a:pt x="897" y="11405"/>
                    <a:pt x="1205" y="11559"/>
                    <a:pt x="1538" y="11713"/>
                  </a:cubicBezTo>
                  <a:cubicBezTo>
                    <a:pt x="11072" y="16044"/>
                    <a:pt x="20504" y="20504"/>
                    <a:pt x="29885" y="25092"/>
                  </a:cubicBezTo>
                  <a:cubicBezTo>
                    <a:pt x="33370" y="26809"/>
                    <a:pt x="36882" y="28475"/>
                    <a:pt x="40521" y="29961"/>
                  </a:cubicBezTo>
                  <a:cubicBezTo>
                    <a:pt x="42315" y="30705"/>
                    <a:pt x="44186" y="31345"/>
                    <a:pt x="46083" y="31884"/>
                  </a:cubicBezTo>
                  <a:cubicBezTo>
                    <a:pt x="47749" y="32345"/>
                    <a:pt x="49466" y="32576"/>
                    <a:pt x="51209" y="32550"/>
                  </a:cubicBezTo>
                  <a:cubicBezTo>
                    <a:pt x="53131" y="32550"/>
                    <a:pt x="55002" y="31909"/>
                    <a:pt x="56514" y="30730"/>
                  </a:cubicBezTo>
                  <a:cubicBezTo>
                    <a:pt x="57437" y="29987"/>
                    <a:pt x="58232" y="29167"/>
                    <a:pt x="58949" y="28244"/>
                  </a:cubicBezTo>
                  <a:cubicBezTo>
                    <a:pt x="59821" y="27117"/>
                    <a:pt x="60590" y="25938"/>
                    <a:pt x="61256" y="24682"/>
                  </a:cubicBezTo>
                  <a:cubicBezTo>
                    <a:pt x="62384" y="22580"/>
                    <a:pt x="63358" y="20401"/>
                    <a:pt x="64229" y="18197"/>
                  </a:cubicBezTo>
                  <a:cubicBezTo>
                    <a:pt x="65049" y="16147"/>
                    <a:pt x="65844" y="14096"/>
                    <a:pt x="66715" y="12046"/>
                  </a:cubicBezTo>
                  <a:cubicBezTo>
                    <a:pt x="67792" y="9560"/>
                    <a:pt x="69355" y="7279"/>
                    <a:pt x="71329" y="5408"/>
                  </a:cubicBezTo>
                  <a:cubicBezTo>
                    <a:pt x="72764" y="4075"/>
                    <a:pt x="74302" y="2871"/>
                    <a:pt x="75942" y="1794"/>
                  </a:cubicBezTo>
                  <a:cubicBezTo>
                    <a:pt x="76813" y="1205"/>
                    <a:pt x="77685" y="589"/>
                    <a:pt x="78556" y="0"/>
                  </a:cubicBezTo>
                  <a:lnTo>
                    <a:pt x="82196" y="0"/>
                  </a:lnTo>
                  <a:cubicBezTo>
                    <a:pt x="81273" y="692"/>
                    <a:pt x="80376" y="1410"/>
                    <a:pt x="79453" y="2102"/>
                  </a:cubicBezTo>
                  <a:cubicBezTo>
                    <a:pt x="77813" y="3332"/>
                    <a:pt x="76224" y="4639"/>
                    <a:pt x="74737" y="604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1" name="Google Shape;483;p18"/>
            <p:cNvSpPr/>
            <p:nvPr/>
          </p:nvSpPr>
          <p:spPr>
            <a:xfrm rot="10800000">
              <a:off x="2026440" y="4494240"/>
              <a:ext cx="1460880" cy="649080"/>
            </a:xfrm>
            <a:custGeom>
              <a:avLst/>
              <a:gdLst>
                <a:gd name="textAreaLeft" fmla="*/ 0 w 1460880"/>
                <a:gd name="textAreaRight" fmla="*/ 1461240 w 1460880"/>
                <a:gd name="textAreaTop" fmla="*/ 0 h 649080"/>
                <a:gd name="textAreaBottom" fmla="*/ 649440 h 649080"/>
              </a:gdLst>
              <a:ahLst/>
              <a:cxnLst/>
              <a:rect l="textAreaLeft" t="textAreaTop" r="textAreaRight" b="textAreaBottom"/>
              <a:pathLst>
                <a:path w="45495" h="22222">
                  <a:moveTo>
                    <a:pt x="39240" y="3024"/>
                  </a:moveTo>
                  <a:cubicBezTo>
                    <a:pt x="32192" y="6356"/>
                    <a:pt x="25528" y="10406"/>
                    <a:pt x="19377" y="15173"/>
                  </a:cubicBezTo>
                  <a:cubicBezTo>
                    <a:pt x="18173" y="16096"/>
                    <a:pt x="16968" y="17018"/>
                    <a:pt x="15738" y="17890"/>
                  </a:cubicBezTo>
                  <a:cubicBezTo>
                    <a:pt x="14482" y="18761"/>
                    <a:pt x="13277" y="19556"/>
                    <a:pt x="11996" y="20325"/>
                  </a:cubicBezTo>
                  <a:cubicBezTo>
                    <a:pt x="11150" y="20837"/>
                    <a:pt x="10253" y="21247"/>
                    <a:pt x="9305" y="21555"/>
                  </a:cubicBezTo>
                  <a:cubicBezTo>
                    <a:pt x="7228" y="22221"/>
                    <a:pt x="5357" y="21914"/>
                    <a:pt x="3743" y="20658"/>
                  </a:cubicBezTo>
                  <a:cubicBezTo>
                    <a:pt x="2923" y="19991"/>
                    <a:pt x="2231" y="19197"/>
                    <a:pt x="1744" y="18274"/>
                  </a:cubicBezTo>
                  <a:cubicBezTo>
                    <a:pt x="1077" y="16993"/>
                    <a:pt x="616" y="15634"/>
                    <a:pt x="411" y="14199"/>
                  </a:cubicBezTo>
                  <a:cubicBezTo>
                    <a:pt x="26" y="11508"/>
                    <a:pt x="1" y="8765"/>
                    <a:pt x="334" y="6049"/>
                  </a:cubicBezTo>
                  <a:cubicBezTo>
                    <a:pt x="539" y="4050"/>
                    <a:pt x="821" y="2025"/>
                    <a:pt x="1103" y="0"/>
                  </a:cubicBezTo>
                  <a:lnTo>
                    <a:pt x="3589" y="0"/>
                  </a:lnTo>
                  <a:cubicBezTo>
                    <a:pt x="3486" y="897"/>
                    <a:pt x="3384" y="1820"/>
                    <a:pt x="3307" y="2717"/>
                  </a:cubicBezTo>
                  <a:cubicBezTo>
                    <a:pt x="3025" y="5075"/>
                    <a:pt x="2846" y="7458"/>
                    <a:pt x="3128" y="9842"/>
                  </a:cubicBezTo>
                  <a:cubicBezTo>
                    <a:pt x="3256" y="11021"/>
                    <a:pt x="3563" y="12200"/>
                    <a:pt x="4025" y="13302"/>
                  </a:cubicBezTo>
                  <a:cubicBezTo>
                    <a:pt x="4332" y="14045"/>
                    <a:pt x="4742" y="14712"/>
                    <a:pt x="5281" y="15301"/>
                  </a:cubicBezTo>
                  <a:cubicBezTo>
                    <a:pt x="5768" y="15839"/>
                    <a:pt x="6383" y="16275"/>
                    <a:pt x="7075" y="16557"/>
                  </a:cubicBezTo>
                  <a:cubicBezTo>
                    <a:pt x="8074" y="16941"/>
                    <a:pt x="9176" y="16967"/>
                    <a:pt x="10176" y="16634"/>
                  </a:cubicBezTo>
                  <a:cubicBezTo>
                    <a:pt x="10996" y="16378"/>
                    <a:pt x="11765" y="16070"/>
                    <a:pt x="12508" y="15686"/>
                  </a:cubicBezTo>
                  <a:cubicBezTo>
                    <a:pt x="13636" y="15070"/>
                    <a:pt x="14764" y="14404"/>
                    <a:pt x="15815" y="13686"/>
                  </a:cubicBezTo>
                  <a:cubicBezTo>
                    <a:pt x="17737" y="12405"/>
                    <a:pt x="19582" y="11072"/>
                    <a:pt x="21453" y="9739"/>
                  </a:cubicBezTo>
                  <a:cubicBezTo>
                    <a:pt x="26630" y="6049"/>
                    <a:pt x="32167" y="2896"/>
                    <a:pt x="37985" y="359"/>
                  </a:cubicBezTo>
                  <a:cubicBezTo>
                    <a:pt x="38241" y="256"/>
                    <a:pt x="38446" y="128"/>
                    <a:pt x="38651" y="0"/>
                  </a:cubicBezTo>
                  <a:lnTo>
                    <a:pt x="45494" y="0"/>
                  </a:lnTo>
                  <a:cubicBezTo>
                    <a:pt x="45264" y="154"/>
                    <a:pt x="45007" y="308"/>
                    <a:pt x="44777" y="436"/>
                  </a:cubicBezTo>
                  <a:cubicBezTo>
                    <a:pt x="42931" y="1307"/>
                    <a:pt x="41060" y="2153"/>
                    <a:pt x="39240" y="3024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2" name="Google Shape;484;p18"/>
            <p:cNvSpPr/>
            <p:nvPr/>
          </p:nvSpPr>
          <p:spPr>
            <a:xfrm rot="10800000">
              <a:off x="7418520" y="720"/>
              <a:ext cx="1724400" cy="1312200"/>
            </a:xfrm>
            <a:custGeom>
              <a:avLst/>
              <a:gdLst>
                <a:gd name="textAreaLeft" fmla="*/ 0 w 1724400"/>
                <a:gd name="textAreaRight" fmla="*/ 1724760 w 1724400"/>
                <a:gd name="textAreaTop" fmla="*/ 0 h 1312200"/>
                <a:gd name="textAreaBottom" fmla="*/ 1312560 h 1312200"/>
              </a:gdLst>
              <a:ahLst/>
              <a:cxnLst/>
              <a:rect l="textAreaLeft" t="textAreaTop" r="textAreaRight" b="textAreaBottom"/>
              <a:pathLst>
                <a:path w="53696" h="44905">
                  <a:moveTo>
                    <a:pt x="5024" y="14199"/>
                  </a:moveTo>
                  <a:cubicBezTo>
                    <a:pt x="12456" y="9766"/>
                    <a:pt x="20350" y="6100"/>
                    <a:pt x="28552" y="3281"/>
                  </a:cubicBezTo>
                  <a:cubicBezTo>
                    <a:pt x="31602" y="2179"/>
                    <a:pt x="34729" y="1308"/>
                    <a:pt x="37907" y="667"/>
                  </a:cubicBezTo>
                  <a:cubicBezTo>
                    <a:pt x="40085" y="180"/>
                    <a:pt x="42315" y="0"/>
                    <a:pt x="44545" y="129"/>
                  </a:cubicBezTo>
                  <a:cubicBezTo>
                    <a:pt x="47621" y="359"/>
                    <a:pt x="49902" y="1590"/>
                    <a:pt x="51363" y="3845"/>
                  </a:cubicBezTo>
                  <a:cubicBezTo>
                    <a:pt x="52003" y="4819"/>
                    <a:pt x="52516" y="5921"/>
                    <a:pt x="52824" y="7074"/>
                  </a:cubicBezTo>
                  <a:cubicBezTo>
                    <a:pt x="53413" y="9150"/>
                    <a:pt x="53695" y="11329"/>
                    <a:pt x="53669" y="13482"/>
                  </a:cubicBezTo>
                  <a:cubicBezTo>
                    <a:pt x="53695" y="16250"/>
                    <a:pt x="53464" y="18992"/>
                    <a:pt x="53003" y="21735"/>
                  </a:cubicBezTo>
                  <a:cubicBezTo>
                    <a:pt x="52414" y="25297"/>
                    <a:pt x="51619" y="28834"/>
                    <a:pt x="50645" y="32346"/>
                  </a:cubicBezTo>
                  <a:cubicBezTo>
                    <a:pt x="49620" y="36216"/>
                    <a:pt x="48390" y="40060"/>
                    <a:pt x="47134" y="43879"/>
                  </a:cubicBezTo>
                  <a:cubicBezTo>
                    <a:pt x="47031" y="44212"/>
                    <a:pt x="46980" y="44545"/>
                    <a:pt x="46929" y="44904"/>
                  </a:cubicBezTo>
                  <a:lnTo>
                    <a:pt x="45314" y="44904"/>
                  </a:lnTo>
                  <a:cubicBezTo>
                    <a:pt x="45314" y="44648"/>
                    <a:pt x="45340" y="44392"/>
                    <a:pt x="45391" y="44161"/>
                  </a:cubicBezTo>
                  <a:cubicBezTo>
                    <a:pt x="45545" y="43648"/>
                    <a:pt x="45724" y="43136"/>
                    <a:pt x="45904" y="42623"/>
                  </a:cubicBezTo>
                  <a:cubicBezTo>
                    <a:pt x="48082" y="35780"/>
                    <a:pt x="50004" y="28885"/>
                    <a:pt x="50901" y="21837"/>
                  </a:cubicBezTo>
                  <a:cubicBezTo>
                    <a:pt x="51260" y="19223"/>
                    <a:pt x="51337" y="16583"/>
                    <a:pt x="51183" y="13969"/>
                  </a:cubicBezTo>
                  <a:cubicBezTo>
                    <a:pt x="51106" y="12636"/>
                    <a:pt x="50876" y="11329"/>
                    <a:pt x="50543" y="10047"/>
                  </a:cubicBezTo>
                  <a:cubicBezTo>
                    <a:pt x="50184" y="8715"/>
                    <a:pt x="49594" y="7433"/>
                    <a:pt x="48774" y="6305"/>
                  </a:cubicBezTo>
                  <a:cubicBezTo>
                    <a:pt x="47493" y="4588"/>
                    <a:pt x="45673" y="3512"/>
                    <a:pt x="43264" y="3102"/>
                  </a:cubicBezTo>
                  <a:cubicBezTo>
                    <a:pt x="41470" y="2845"/>
                    <a:pt x="39624" y="2820"/>
                    <a:pt x="37830" y="3076"/>
                  </a:cubicBezTo>
                  <a:cubicBezTo>
                    <a:pt x="35805" y="3307"/>
                    <a:pt x="33806" y="3691"/>
                    <a:pt x="31858" y="4204"/>
                  </a:cubicBezTo>
                  <a:cubicBezTo>
                    <a:pt x="25989" y="5742"/>
                    <a:pt x="20299" y="7818"/>
                    <a:pt x="14814" y="10406"/>
                  </a:cubicBezTo>
                  <a:cubicBezTo>
                    <a:pt x="10175" y="12636"/>
                    <a:pt x="5664" y="15122"/>
                    <a:pt x="1333" y="17890"/>
                  </a:cubicBezTo>
                  <a:cubicBezTo>
                    <a:pt x="923" y="18147"/>
                    <a:pt x="436" y="18352"/>
                    <a:pt x="0" y="18608"/>
                  </a:cubicBezTo>
                  <a:lnTo>
                    <a:pt x="0" y="17096"/>
                  </a:lnTo>
                  <a:cubicBezTo>
                    <a:pt x="384" y="17019"/>
                    <a:pt x="769" y="16839"/>
                    <a:pt x="1076" y="16609"/>
                  </a:cubicBezTo>
                  <a:cubicBezTo>
                    <a:pt x="2384" y="15814"/>
                    <a:pt x="3691" y="14994"/>
                    <a:pt x="5024" y="1419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3" name="Google Shape;485;p18"/>
            <p:cNvSpPr/>
            <p:nvPr/>
          </p:nvSpPr>
          <p:spPr>
            <a:xfrm rot="10800000">
              <a:off x="720" y="3336120"/>
              <a:ext cx="301680" cy="823680"/>
            </a:xfrm>
            <a:custGeom>
              <a:avLst/>
              <a:gdLst>
                <a:gd name="textAreaLeft" fmla="*/ 0 w 301680"/>
                <a:gd name="textAreaRight" fmla="*/ 302040 w 301680"/>
                <a:gd name="textAreaTop" fmla="*/ 0 h 823680"/>
                <a:gd name="textAreaBottom" fmla="*/ 824040 h 823680"/>
              </a:gdLst>
              <a:ahLst/>
              <a:cxnLst/>
              <a:rect l="textAreaLeft" t="textAreaTop" r="textAreaRight" b="textAreaBottom"/>
              <a:pathLst>
                <a:path w="9407" h="28194">
                  <a:moveTo>
                    <a:pt x="4050" y="24579"/>
                  </a:moveTo>
                  <a:cubicBezTo>
                    <a:pt x="1462" y="22273"/>
                    <a:pt x="129" y="19556"/>
                    <a:pt x="26" y="16429"/>
                  </a:cubicBezTo>
                  <a:cubicBezTo>
                    <a:pt x="1" y="14481"/>
                    <a:pt x="359" y="12533"/>
                    <a:pt x="1103" y="10714"/>
                  </a:cubicBezTo>
                  <a:cubicBezTo>
                    <a:pt x="2743" y="6536"/>
                    <a:pt x="5639" y="3025"/>
                    <a:pt x="9407" y="0"/>
                  </a:cubicBezTo>
                  <a:lnTo>
                    <a:pt x="9407" y="7125"/>
                  </a:lnTo>
                  <a:cubicBezTo>
                    <a:pt x="9356" y="7177"/>
                    <a:pt x="9279" y="7202"/>
                    <a:pt x="9228" y="7253"/>
                  </a:cubicBezTo>
                  <a:cubicBezTo>
                    <a:pt x="7741" y="9842"/>
                    <a:pt x="7126" y="12559"/>
                    <a:pt x="7792" y="15429"/>
                  </a:cubicBezTo>
                  <a:cubicBezTo>
                    <a:pt x="8074" y="16660"/>
                    <a:pt x="8612" y="17813"/>
                    <a:pt x="9407" y="18787"/>
                  </a:cubicBezTo>
                  <a:lnTo>
                    <a:pt x="9407" y="28193"/>
                  </a:lnTo>
                  <a:lnTo>
                    <a:pt x="8100" y="27424"/>
                  </a:lnTo>
                  <a:cubicBezTo>
                    <a:pt x="6639" y="26630"/>
                    <a:pt x="5280" y="25681"/>
                    <a:pt x="4050" y="2457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4" name="Google Shape;486;p18"/>
            <p:cNvSpPr/>
            <p:nvPr/>
          </p:nvSpPr>
          <p:spPr>
            <a:xfrm rot="10800000">
              <a:off x="6773040" y="4313520"/>
              <a:ext cx="2369880" cy="829800"/>
            </a:xfrm>
            <a:custGeom>
              <a:avLst/>
              <a:gdLst>
                <a:gd name="textAreaLeft" fmla="*/ 0 w 2369880"/>
                <a:gd name="textAreaRight" fmla="*/ 2370240 w 2369880"/>
                <a:gd name="textAreaTop" fmla="*/ 0 h 829800"/>
                <a:gd name="textAreaBottom" fmla="*/ 830160 h 829800"/>
              </a:gdLst>
              <a:ahLst/>
              <a:cxnLst/>
              <a:rect l="textAreaLeft" t="textAreaTop" r="textAreaRight" b="textAreaBottom"/>
              <a:pathLst>
                <a:path w="73790" h="28399">
                  <a:moveTo>
                    <a:pt x="63076" y="10355"/>
                  </a:moveTo>
                  <a:cubicBezTo>
                    <a:pt x="62537" y="11405"/>
                    <a:pt x="61999" y="12482"/>
                    <a:pt x="61461" y="13558"/>
                  </a:cubicBezTo>
                  <a:cubicBezTo>
                    <a:pt x="60308" y="16044"/>
                    <a:pt x="59000" y="18479"/>
                    <a:pt x="57591" y="20863"/>
                  </a:cubicBezTo>
                  <a:cubicBezTo>
                    <a:pt x="56745" y="22247"/>
                    <a:pt x="55771" y="23554"/>
                    <a:pt x="54669" y="24784"/>
                  </a:cubicBezTo>
                  <a:cubicBezTo>
                    <a:pt x="53900" y="25630"/>
                    <a:pt x="53029" y="26373"/>
                    <a:pt x="52080" y="26988"/>
                  </a:cubicBezTo>
                  <a:cubicBezTo>
                    <a:pt x="51004" y="27680"/>
                    <a:pt x="49799" y="28090"/>
                    <a:pt x="48543" y="28244"/>
                  </a:cubicBezTo>
                  <a:cubicBezTo>
                    <a:pt x="47211" y="28398"/>
                    <a:pt x="45878" y="28347"/>
                    <a:pt x="44596" y="28090"/>
                  </a:cubicBezTo>
                  <a:cubicBezTo>
                    <a:pt x="42674" y="27757"/>
                    <a:pt x="40803" y="27245"/>
                    <a:pt x="38983" y="26604"/>
                  </a:cubicBezTo>
                  <a:cubicBezTo>
                    <a:pt x="35780" y="25502"/>
                    <a:pt x="32730" y="24195"/>
                    <a:pt x="29705" y="22836"/>
                  </a:cubicBezTo>
                  <a:cubicBezTo>
                    <a:pt x="24169" y="20401"/>
                    <a:pt x="18684" y="17941"/>
                    <a:pt x="13174" y="15481"/>
                  </a:cubicBezTo>
                  <a:cubicBezTo>
                    <a:pt x="9201" y="13686"/>
                    <a:pt x="5229" y="11944"/>
                    <a:pt x="1256" y="10175"/>
                  </a:cubicBezTo>
                  <a:cubicBezTo>
                    <a:pt x="871" y="9996"/>
                    <a:pt x="487" y="9739"/>
                    <a:pt x="0" y="9765"/>
                  </a:cubicBezTo>
                  <a:lnTo>
                    <a:pt x="0" y="9022"/>
                  </a:lnTo>
                  <a:cubicBezTo>
                    <a:pt x="461" y="9176"/>
                    <a:pt x="923" y="9329"/>
                    <a:pt x="1358" y="9509"/>
                  </a:cubicBezTo>
                  <a:cubicBezTo>
                    <a:pt x="9252" y="12943"/>
                    <a:pt x="17172" y="16378"/>
                    <a:pt x="25066" y="19838"/>
                  </a:cubicBezTo>
                  <a:cubicBezTo>
                    <a:pt x="28475" y="21299"/>
                    <a:pt x="31884" y="22708"/>
                    <a:pt x="35395" y="23990"/>
                  </a:cubicBezTo>
                  <a:cubicBezTo>
                    <a:pt x="37215" y="24656"/>
                    <a:pt x="39060" y="25194"/>
                    <a:pt x="40931" y="25656"/>
                  </a:cubicBezTo>
                  <a:cubicBezTo>
                    <a:pt x="42443" y="26014"/>
                    <a:pt x="43981" y="26194"/>
                    <a:pt x="45545" y="26168"/>
                  </a:cubicBezTo>
                  <a:cubicBezTo>
                    <a:pt x="47082" y="26168"/>
                    <a:pt x="48569" y="25758"/>
                    <a:pt x="49902" y="24989"/>
                  </a:cubicBezTo>
                  <a:cubicBezTo>
                    <a:pt x="50927" y="24374"/>
                    <a:pt x="51850" y="23656"/>
                    <a:pt x="52695" y="22811"/>
                  </a:cubicBezTo>
                  <a:cubicBezTo>
                    <a:pt x="53746" y="21734"/>
                    <a:pt x="54695" y="20555"/>
                    <a:pt x="55540" y="19299"/>
                  </a:cubicBezTo>
                  <a:cubicBezTo>
                    <a:pt x="56950" y="17198"/>
                    <a:pt x="58257" y="15045"/>
                    <a:pt x="59436" y="12815"/>
                  </a:cubicBezTo>
                  <a:cubicBezTo>
                    <a:pt x="60103" y="11585"/>
                    <a:pt x="60769" y="10355"/>
                    <a:pt x="61461" y="9150"/>
                  </a:cubicBezTo>
                  <a:cubicBezTo>
                    <a:pt x="62409" y="7510"/>
                    <a:pt x="63588" y="5997"/>
                    <a:pt x="64947" y="4665"/>
                  </a:cubicBezTo>
                  <a:cubicBezTo>
                    <a:pt x="66587" y="3076"/>
                    <a:pt x="68432" y="1717"/>
                    <a:pt x="70432" y="589"/>
                  </a:cubicBezTo>
                  <a:cubicBezTo>
                    <a:pt x="70739" y="410"/>
                    <a:pt x="70995" y="205"/>
                    <a:pt x="71277" y="0"/>
                  </a:cubicBezTo>
                  <a:lnTo>
                    <a:pt x="73789" y="0"/>
                  </a:lnTo>
                  <a:cubicBezTo>
                    <a:pt x="73123" y="410"/>
                    <a:pt x="72482" y="846"/>
                    <a:pt x="71790" y="1256"/>
                  </a:cubicBezTo>
                  <a:cubicBezTo>
                    <a:pt x="67869" y="3614"/>
                    <a:pt x="64947" y="6638"/>
                    <a:pt x="63076" y="1035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35" name="Google Shape;487;p18"/>
            <p:cNvSpPr/>
            <p:nvPr/>
          </p:nvSpPr>
          <p:spPr>
            <a:xfrm rot="10800000">
              <a:off x="2508840" y="4835880"/>
              <a:ext cx="762840" cy="307440"/>
            </a:xfrm>
            <a:custGeom>
              <a:avLst/>
              <a:gdLst>
                <a:gd name="textAreaLeft" fmla="*/ 0 w 762840"/>
                <a:gd name="textAreaRight" fmla="*/ 763200 w 762840"/>
                <a:gd name="textAreaTop" fmla="*/ 0 h 307440"/>
                <a:gd name="textAreaBottom" fmla="*/ 307800 h 307440"/>
              </a:gdLst>
              <a:ahLst/>
              <a:cxnLst/>
              <a:rect l="textAreaLeft" t="textAreaTop" r="textAreaRight" b="textAreaBottom"/>
              <a:pathLst>
                <a:path w="23760" h="10534">
                  <a:moveTo>
                    <a:pt x="13944" y="5895"/>
                  </a:moveTo>
                  <a:cubicBezTo>
                    <a:pt x="12534" y="6792"/>
                    <a:pt x="11099" y="7663"/>
                    <a:pt x="9663" y="8509"/>
                  </a:cubicBezTo>
                  <a:cubicBezTo>
                    <a:pt x="8895" y="8945"/>
                    <a:pt x="8126" y="9329"/>
                    <a:pt x="7331" y="9688"/>
                  </a:cubicBezTo>
                  <a:cubicBezTo>
                    <a:pt x="6742" y="9919"/>
                    <a:pt x="6152" y="10124"/>
                    <a:pt x="5537" y="10252"/>
                  </a:cubicBezTo>
                  <a:cubicBezTo>
                    <a:pt x="4153" y="10534"/>
                    <a:pt x="2974" y="10226"/>
                    <a:pt x="2077" y="9329"/>
                  </a:cubicBezTo>
                  <a:cubicBezTo>
                    <a:pt x="1692" y="8919"/>
                    <a:pt x="1359" y="8458"/>
                    <a:pt x="1077" y="7971"/>
                  </a:cubicBezTo>
                  <a:cubicBezTo>
                    <a:pt x="667" y="7176"/>
                    <a:pt x="411" y="6305"/>
                    <a:pt x="283" y="5434"/>
                  </a:cubicBezTo>
                  <a:cubicBezTo>
                    <a:pt x="78" y="3947"/>
                    <a:pt x="1" y="2435"/>
                    <a:pt x="129" y="948"/>
                  </a:cubicBezTo>
                  <a:cubicBezTo>
                    <a:pt x="129" y="615"/>
                    <a:pt x="78" y="333"/>
                    <a:pt x="78" y="26"/>
                  </a:cubicBezTo>
                  <a:lnTo>
                    <a:pt x="2128" y="26"/>
                  </a:lnTo>
                  <a:cubicBezTo>
                    <a:pt x="2077" y="1025"/>
                    <a:pt x="2179" y="1999"/>
                    <a:pt x="2384" y="2973"/>
                  </a:cubicBezTo>
                  <a:cubicBezTo>
                    <a:pt x="2538" y="3870"/>
                    <a:pt x="2871" y="4716"/>
                    <a:pt x="3384" y="5459"/>
                  </a:cubicBezTo>
                  <a:cubicBezTo>
                    <a:pt x="4358" y="6792"/>
                    <a:pt x="5742" y="7279"/>
                    <a:pt x="7536" y="6818"/>
                  </a:cubicBezTo>
                  <a:cubicBezTo>
                    <a:pt x="8356" y="6613"/>
                    <a:pt x="9151" y="6305"/>
                    <a:pt x="9894" y="5946"/>
                  </a:cubicBezTo>
                  <a:cubicBezTo>
                    <a:pt x="11047" y="5408"/>
                    <a:pt x="12150" y="4793"/>
                    <a:pt x="13252" y="4178"/>
                  </a:cubicBezTo>
                  <a:cubicBezTo>
                    <a:pt x="15533" y="2896"/>
                    <a:pt x="17763" y="1563"/>
                    <a:pt x="20018" y="256"/>
                  </a:cubicBezTo>
                  <a:cubicBezTo>
                    <a:pt x="20146" y="179"/>
                    <a:pt x="20249" y="103"/>
                    <a:pt x="20351" y="0"/>
                  </a:cubicBezTo>
                  <a:lnTo>
                    <a:pt x="23760" y="0"/>
                  </a:lnTo>
                  <a:cubicBezTo>
                    <a:pt x="23581" y="154"/>
                    <a:pt x="23376" y="308"/>
                    <a:pt x="23171" y="436"/>
                  </a:cubicBezTo>
                  <a:cubicBezTo>
                    <a:pt x="19967" y="2127"/>
                    <a:pt x="16968" y="3998"/>
                    <a:pt x="13944" y="589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236" name="Google Shape;488;p18"/>
          <p:cNvSpPr/>
          <p:nvPr/>
        </p:nvSpPr>
        <p:spPr>
          <a:xfrm>
            <a:off x="222480" y="245880"/>
            <a:ext cx="8698320" cy="4651560"/>
          </a:xfrm>
          <a:prstGeom prst="roundRect">
            <a:avLst>
              <a:gd name="adj" fmla="val 10431"/>
            </a:avLst>
          </a:prstGeom>
          <a:solidFill>
            <a:schemeClr val="accent6"/>
          </a:solidFill>
          <a:ln w="0">
            <a:noFill/>
          </a:ln>
          <a:effectLst>
            <a:outerShdw blurRad="585720" algn="bl" rotWithShape="0">
              <a:schemeClr val="dk2">
                <a:alpha val="81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  <a:endParaRPr lang="fr-FR" sz="35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/>
    <p:bodyStyle/>
    <p:otherStyle/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7477FB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" name="Google Shape;499;p19"/>
          <p:cNvGrpSpPr/>
          <p:nvPr/>
        </p:nvGrpSpPr>
        <p:grpSpPr>
          <a:xfrm>
            <a:off x="360" y="360"/>
            <a:ext cx="9143280" cy="5142960"/>
            <a:chOff x="360" y="360"/>
            <a:chExt cx="9143280" cy="5142960"/>
          </a:xfrm>
        </p:grpSpPr>
        <p:sp>
          <p:nvSpPr>
            <p:cNvPr id="239" name="Google Shape;500;p19"/>
            <p:cNvSpPr/>
            <p:nvPr/>
          </p:nvSpPr>
          <p:spPr>
            <a:xfrm rot="10800000">
              <a:off x="360" y="715680"/>
              <a:ext cx="3819600" cy="4427640"/>
            </a:xfrm>
            <a:custGeom>
              <a:avLst/>
              <a:gdLst>
                <a:gd name="textAreaLeft" fmla="*/ 0 w 3819600"/>
                <a:gd name="textAreaRight" fmla="*/ 3819960 w 3819600"/>
                <a:gd name="textAreaTop" fmla="*/ 0 h 4427640"/>
                <a:gd name="textAreaBottom" fmla="*/ 4428000 h 4427640"/>
              </a:gdLst>
              <a:ahLst/>
              <a:cxnLst/>
              <a:rect l="textAreaLeft" t="textAreaTop" r="textAreaRight" b="textAreaBottom"/>
              <a:pathLst>
                <a:path w="118924" h="151474">
                  <a:moveTo>
                    <a:pt x="103008" y="151473"/>
                  </a:moveTo>
                  <a:cubicBezTo>
                    <a:pt x="98522" y="151448"/>
                    <a:pt x="94063" y="150781"/>
                    <a:pt x="89731" y="149525"/>
                  </a:cubicBezTo>
                  <a:cubicBezTo>
                    <a:pt x="87425" y="148833"/>
                    <a:pt x="85118" y="148090"/>
                    <a:pt x="82862" y="147270"/>
                  </a:cubicBezTo>
                  <a:cubicBezTo>
                    <a:pt x="77531" y="145348"/>
                    <a:pt x="72200" y="143374"/>
                    <a:pt x="66869" y="141375"/>
                  </a:cubicBezTo>
                  <a:cubicBezTo>
                    <a:pt x="65024" y="140657"/>
                    <a:pt x="63178" y="139888"/>
                    <a:pt x="61384" y="139094"/>
                  </a:cubicBezTo>
                  <a:cubicBezTo>
                    <a:pt x="56130" y="136787"/>
                    <a:pt x="52414" y="133302"/>
                    <a:pt x="50158" y="128739"/>
                  </a:cubicBezTo>
                  <a:cubicBezTo>
                    <a:pt x="48979" y="126407"/>
                    <a:pt x="48031" y="123947"/>
                    <a:pt x="47288" y="121435"/>
                  </a:cubicBezTo>
                  <a:cubicBezTo>
                    <a:pt x="46493" y="118616"/>
                    <a:pt x="45724" y="115822"/>
                    <a:pt x="45084" y="112977"/>
                  </a:cubicBezTo>
                  <a:cubicBezTo>
                    <a:pt x="44545" y="110465"/>
                    <a:pt x="44161" y="107902"/>
                    <a:pt x="43776" y="105365"/>
                  </a:cubicBezTo>
                  <a:cubicBezTo>
                    <a:pt x="43469" y="103084"/>
                    <a:pt x="43187" y="100803"/>
                    <a:pt x="42982" y="98522"/>
                  </a:cubicBezTo>
                  <a:cubicBezTo>
                    <a:pt x="42444" y="93114"/>
                    <a:pt x="42187" y="87706"/>
                    <a:pt x="42674" y="82298"/>
                  </a:cubicBezTo>
                  <a:cubicBezTo>
                    <a:pt x="43161" y="77351"/>
                    <a:pt x="44340" y="72507"/>
                    <a:pt x="46160" y="67868"/>
                  </a:cubicBezTo>
                  <a:cubicBezTo>
                    <a:pt x="47518" y="64357"/>
                    <a:pt x="49236" y="60948"/>
                    <a:pt x="50902" y="57514"/>
                  </a:cubicBezTo>
                  <a:cubicBezTo>
                    <a:pt x="55028" y="49081"/>
                    <a:pt x="59975" y="40982"/>
                    <a:pt x="65460" y="33088"/>
                  </a:cubicBezTo>
                  <a:cubicBezTo>
                    <a:pt x="67664" y="29961"/>
                    <a:pt x="69765" y="26758"/>
                    <a:pt x="71867" y="23554"/>
                  </a:cubicBezTo>
                  <a:cubicBezTo>
                    <a:pt x="72585" y="22503"/>
                    <a:pt x="73200" y="21375"/>
                    <a:pt x="73789" y="20273"/>
                  </a:cubicBezTo>
                  <a:cubicBezTo>
                    <a:pt x="74456" y="19094"/>
                    <a:pt x="74917" y="17813"/>
                    <a:pt x="75148" y="16480"/>
                  </a:cubicBezTo>
                  <a:cubicBezTo>
                    <a:pt x="75225" y="15967"/>
                    <a:pt x="75225" y="15429"/>
                    <a:pt x="75148" y="14891"/>
                  </a:cubicBezTo>
                  <a:cubicBezTo>
                    <a:pt x="75020" y="13866"/>
                    <a:pt x="74251" y="13276"/>
                    <a:pt x="73097" y="12994"/>
                  </a:cubicBezTo>
                  <a:cubicBezTo>
                    <a:pt x="72303" y="12815"/>
                    <a:pt x="71508" y="12764"/>
                    <a:pt x="70714" y="12841"/>
                  </a:cubicBezTo>
                  <a:cubicBezTo>
                    <a:pt x="69560" y="12943"/>
                    <a:pt x="68407" y="13123"/>
                    <a:pt x="67254" y="13404"/>
                  </a:cubicBezTo>
                  <a:cubicBezTo>
                    <a:pt x="65460" y="13866"/>
                    <a:pt x="63691" y="14430"/>
                    <a:pt x="61974" y="15122"/>
                  </a:cubicBezTo>
                  <a:cubicBezTo>
                    <a:pt x="58693" y="16378"/>
                    <a:pt x="55489" y="17838"/>
                    <a:pt x="52414" y="19479"/>
                  </a:cubicBezTo>
                  <a:cubicBezTo>
                    <a:pt x="48339" y="21606"/>
                    <a:pt x="44468" y="23964"/>
                    <a:pt x="40624" y="26373"/>
                  </a:cubicBezTo>
                  <a:cubicBezTo>
                    <a:pt x="37830" y="28142"/>
                    <a:pt x="35011" y="29910"/>
                    <a:pt x="32192" y="31653"/>
                  </a:cubicBezTo>
                  <a:cubicBezTo>
                    <a:pt x="30193" y="32883"/>
                    <a:pt x="28142" y="34037"/>
                    <a:pt x="26040" y="35062"/>
                  </a:cubicBezTo>
                  <a:cubicBezTo>
                    <a:pt x="24169" y="36010"/>
                    <a:pt x="22196" y="36753"/>
                    <a:pt x="20171" y="37292"/>
                  </a:cubicBezTo>
                  <a:cubicBezTo>
                    <a:pt x="14686" y="38650"/>
                    <a:pt x="10073" y="37445"/>
                    <a:pt x="6228" y="34037"/>
                  </a:cubicBezTo>
                  <a:cubicBezTo>
                    <a:pt x="5229" y="33114"/>
                    <a:pt x="4383" y="32089"/>
                    <a:pt x="3717" y="30935"/>
                  </a:cubicBezTo>
                  <a:cubicBezTo>
                    <a:pt x="2563" y="29039"/>
                    <a:pt x="1717" y="27014"/>
                    <a:pt x="1205" y="24912"/>
                  </a:cubicBezTo>
                  <a:cubicBezTo>
                    <a:pt x="564" y="22452"/>
                    <a:pt x="205" y="19966"/>
                    <a:pt x="103" y="17454"/>
                  </a:cubicBezTo>
                  <a:cubicBezTo>
                    <a:pt x="0" y="15173"/>
                    <a:pt x="26" y="12866"/>
                    <a:pt x="205" y="10585"/>
                  </a:cubicBezTo>
                  <a:cubicBezTo>
                    <a:pt x="436" y="7612"/>
                    <a:pt x="667" y="4665"/>
                    <a:pt x="897" y="1692"/>
                  </a:cubicBezTo>
                  <a:cubicBezTo>
                    <a:pt x="949" y="1128"/>
                    <a:pt x="949" y="564"/>
                    <a:pt x="949" y="0"/>
                  </a:cubicBezTo>
                  <a:lnTo>
                    <a:pt x="8689" y="0"/>
                  </a:lnTo>
                  <a:cubicBezTo>
                    <a:pt x="8766" y="179"/>
                    <a:pt x="8791" y="359"/>
                    <a:pt x="8791" y="538"/>
                  </a:cubicBezTo>
                  <a:cubicBezTo>
                    <a:pt x="8586" y="2153"/>
                    <a:pt x="8356" y="3768"/>
                    <a:pt x="8151" y="5382"/>
                  </a:cubicBezTo>
                  <a:cubicBezTo>
                    <a:pt x="7715" y="8637"/>
                    <a:pt x="7587" y="11944"/>
                    <a:pt x="7817" y="15224"/>
                  </a:cubicBezTo>
                  <a:cubicBezTo>
                    <a:pt x="7946" y="16993"/>
                    <a:pt x="8330" y="18736"/>
                    <a:pt x="8945" y="20401"/>
                  </a:cubicBezTo>
                  <a:cubicBezTo>
                    <a:pt x="9355" y="21606"/>
                    <a:pt x="9996" y="22708"/>
                    <a:pt x="10816" y="23682"/>
                  </a:cubicBezTo>
                  <a:cubicBezTo>
                    <a:pt x="11559" y="24579"/>
                    <a:pt x="12482" y="25297"/>
                    <a:pt x="13507" y="25809"/>
                  </a:cubicBezTo>
                  <a:cubicBezTo>
                    <a:pt x="15071" y="26604"/>
                    <a:pt x="16865" y="26809"/>
                    <a:pt x="18531" y="26348"/>
                  </a:cubicBezTo>
                  <a:cubicBezTo>
                    <a:pt x="19530" y="26091"/>
                    <a:pt x="20504" y="25707"/>
                    <a:pt x="21427" y="25220"/>
                  </a:cubicBezTo>
                  <a:cubicBezTo>
                    <a:pt x="22785" y="24528"/>
                    <a:pt x="24093" y="23733"/>
                    <a:pt x="25323" y="22811"/>
                  </a:cubicBezTo>
                  <a:cubicBezTo>
                    <a:pt x="26630" y="21862"/>
                    <a:pt x="27963" y="20914"/>
                    <a:pt x="29193" y="19914"/>
                  </a:cubicBezTo>
                  <a:cubicBezTo>
                    <a:pt x="36190" y="14302"/>
                    <a:pt x="43930" y="9483"/>
                    <a:pt x="52183" y="5229"/>
                  </a:cubicBezTo>
                  <a:cubicBezTo>
                    <a:pt x="55464" y="3537"/>
                    <a:pt x="58796" y="1820"/>
                    <a:pt x="62204" y="256"/>
                  </a:cubicBezTo>
                  <a:cubicBezTo>
                    <a:pt x="62384" y="179"/>
                    <a:pt x="62538" y="77"/>
                    <a:pt x="62691" y="0"/>
                  </a:cubicBezTo>
                  <a:lnTo>
                    <a:pt x="118924" y="0"/>
                  </a:lnTo>
                  <a:lnTo>
                    <a:pt x="118924" y="8278"/>
                  </a:lnTo>
                  <a:cubicBezTo>
                    <a:pt x="118616" y="8407"/>
                    <a:pt x="118334" y="8535"/>
                    <a:pt x="118027" y="8663"/>
                  </a:cubicBezTo>
                  <a:cubicBezTo>
                    <a:pt x="112029" y="10995"/>
                    <a:pt x="106416" y="14225"/>
                    <a:pt x="101393" y="18274"/>
                  </a:cubicBezTo>
                  <a:cubicBezTo>
                    <a:pt x="94729" y="23554"/>
                    <a:pt x="88527" y="29372"/>
                    <a:pt x="82811" y="35651"/>
                  </a:cubicBezTo>
                  <a:cubicBezTo>
                    <a:pt x="76532" y="42571"/>
                    <a:pt x="71893" y="50158"/>
                    <a:pt x="68843" y="58411"/>
                  </a:cubicBezTo>
                  <a:cubicBezTo>
                    <a:pt x="67510" y="62025"/>
                    <a:pt x="66126" y="65587"/>
                    <a:pt x="65101" y="69252"/>
                  </a:cubicBezTo>
                  <a:cubicBezTo>
                    <a:pt x="63691" y="74096"/>
                    <a:pt x="62897" y="78992"/>
                    <a:pt x="63102" y="83964"/>
                  </a:cubicBezTo>
                  <a:cubicBezTo>
                    <a:pt x="63281" y="88654"/>
                    <a:pt x="64383" y="93216"/>
                    <a:pt x="66075" y="97702"/>
                  </a:cubicBezTo>
                  <a:cubicBezTo>
                    <a:pt x="68202" y="103238"/>
                    <a:pt x="71278" y="108389"/>
                    <a:pt x="75199" y="112849"/>
                  </a:cubicBezTo>
                  <a:cubicBezTo>
                    <a:pt x="78505" y="116668"/>
                    <a:pt x="82427" y="119923"/>
                    <a:pt x="86758" y="122486"/>
                  </a:cubicBezTo>
                  <a:cubicBezTo>
                    <a:pt x="94447" y="127073"/>
                    <a:pt x="103059" y="129201"/>
                    <a:pt x="112568" y="128739"/>
                  </a:cubicBezTo>
                  <a:cubicBezTo>
                    <a:pt x="114362" y="128663"/>
                    <a:pt x="116182" y="128432"/>
                    <a:pt x="117950" y="128073"/>
                  </a:cubicBezTo>
                  <a:cubicBezTo>
                    <a:pt x="118283" y="128022"/>
                    <a:pt x="118591" y="127894"/>
                    <a:pt x="118924" y="127817"/>
                  </a:cubicBezTo>
                  <a:lnTo>
                    <a:pt x="118924" y="149064"/>
                  </a:lnTo>
                  <a:cubicBezTo>
                    <a:pt x="118514" y="149141"/>
                    <a:pt x="118129" y="149218"/>
                    <a:pt x="117719" y="149346"/>
                  </a:cubicBezTo>
                  <a:cubicBezTo>
                    <a:pt x="112952" y="150730"/>
                    <a:pt x="108005" y="151448"/>
                    <a:pt x="103008" y="151473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40" name="Google Shape;501;p19"/>
            <p:cNvSpPr/>
            <p:nvPr/>
          </p:nvSpPr>
          <p:spPr>
            <a:xfrm rot="10800000">
              <a:off x="2516040" y="720"/>
              <a:ext cx="6626880" cy="5142240"/>
            </a:xfrm>
            <a:custGeom>
              <a:avLst/>
              <a:gdLst>
                <a:gd name="textAreaLeft" fmla="*/ 0 w 6626880"/>
                <a:gd name="textAreaRight" fmla="*/ 6627240 w 6626880"/>
                <a:gd name="textAreaTop" fmla="*/ 0 h 5142240"/>
                <a:gd name="textAreaBottom" fmla="*/ 5142600 h 5142240"/>
              </a:gdLst>
              <a:ahLst/>
              <a:cxnLst/>
              <a:rect l="textAreaLeft" t="textAreaTop" r="textAreaRight" b="textAreaBottom"/>
              <a:pathLst>
                <a:path w="206323" h="175925">
                  <a:moveTo>
                    <a:pt x="141196" y="19504"/>
                  </a:moveTo>
                  <a:cubicBezTo>
                    <a:pt x="142093" y="23041"/>
                    <a:pt x="142965" y="26604"/>
                    <a:pt x="143836" y="30166"/>
                  </a:cubicBezTo>
                  <a:cubicBezTo>
                    <a:pt x="145400" y="36318"/>
                    <a:pt x="147424" y="42315"/>
                    <a:pt x="149936" y="48133"/>
                  </a:cubicBezTo>
                  <a:cubicBezTo>
                    <a:pt x="151089" y="50824"/>
                    <a:pt x="152217" y="53515"/>
                    <a:pt x="153089" y="56283"/>
                  </a:cubicBezTo>
                  <a:cubicBezTo>
                    <a:pt x="153858" y="58770"/>
                    <a:pt x="154447" y="61333"/>
                    <a:pt x="154831" y="63921"/>
                  </a:cubicBezTo>
                  <a:cubicBezTo>
                    <a:pt x="155421" y="67612"/>
                    <a:pt x="155703" y="71277"/>
                    <a:pt x="156036" y="74968"/>
                  </a:cubicBezTo>
                  <a:cubicBezTo>
                    <a:pt x="156241" y="77813"/>
                    <a:pt x="156600" y="80658"/>
                    <a:pt x="157138" y="83477"/>
                  </a:cubicBezTo>
                  <a:cubicBezTo>
                    <a:pt x="157574" y="85912"/>
                    <a:pt x="158343" y="88270"/>
                    <a:pt x="159394" y="90525"/>
                  </a:cubicBezTo>
                  <a:cubicBezTo>
                    <a:pt x="160675" y="93191"/>
                    <a:pt x="162520" y="95549"/>
                    <a:pt x="164802" y="97420"/>
                  </a:cubicBezTo>
                  <a:cubicBezTo>
                    <a:pt x="165776" y="98214"/>
                    <a:pt x="166724" y="99034"/>
                    <a:pt x="167723" y="99803"/>
                  </a:cubicBezTo>
                  <a:cubicBezTo>
                    <a:pt x="171645" y="102751"/>
                    <a:pt x="174618" y="106826"/>
                    <a:pt x="176207" y="111490"/>
                  </a:cubicBezTo>
                  <a:cubicBezTo>
                    <a:pt x="177027" y="113797"/>
                    <a:pt x="177565" y="116155"/>
                    <a:pt x="177873" y="118590"/>
                  </a:cubicBezTo>
                  <a:cubicBezTo>
                    <a:pt x="178155" y="120820"/>
                    <a:pt x="178257" y="123075"/>
                    <a:pt x="178129" y="125331"/>
                  </a:cubicBezTo>
                  <a:cubicBezTo>
                    <a:pt x="178027" y="127330"/>
                    <a:pt x="177565" y="129278"/>
                    <a:pt x="176796" y="131123"/>
                  </a:cubicBezTo>
                  <a:cubicBezTo>
                    <a:pt x="175694" y="133686"/>
                    <a:pt x="174567" y="136249"/>
                    <a:pt x="173439" y="138812"/>
                  </a:cubicBezTo>
                  <a:cubicBezTo>
                    <a:pt x="172824" y="140222"/>
                    <a:pt x="172209" y="141631"/>
                    <a:pt x="171645" y="143067"/>
                  </a:cubicBezTo>
                  <a:cubicBezTo>
                    <a:pt x="170491" y="146040"/>
                    <a:pt x="170696" y="148987"/>
                    <a:pt x="172055" y="151909"/>
                  </a:cubicBezTo>
                  <a:cubicBezTo>
                    <a:pt x="172798" y="153447"/>
                    <a:pt x="173721" y="154882"/>
                    <a:pt x="174797" y="156215"/>
                  </a:cubicBezTo>
                  <a:cubicBezTo>
                    <a:pt x="176925" y="158829"/>
                    <a:pt x="179488" y="161136"/>
                    <a:pt x="182281" y="163263"/>
                  </a:cubicBezTo>
                  <a:cubicBezTo>
                    <a:pt x="188971" y="168415"/>
                    <a:pt x="196609" y="172387"/>
                    <a:pt x="205015" y="175386"/>
                  </a:cubicBezTo>
                  <a:cubicBezTo>
                    <a:pt x="205451" y="175540"/>
                    <a:pt x="205887" y="175745"/>
                    <a:pt x="206322" y="175924"/>
                  </a:cubicBezTo>
                  <a:lnTo>
                    <a:pt x="178539" y="175924"/>
                  </a:lnTo>
                  <a:cubicBezTo>
                    <a:pt x="178257" y="175668"/>
                    <a:pt x="178001" y="175412"/>
                    <a:pt x="177694" y="175181"/>
                  </a:cubicBezTo>
                  <a:cubicBezTo>
                    <a:pt x="174054" y="172439"/>
                    <a:pt x="170594" y="169491"/>
                    <a:pt x="167313" y="166364"/>
                  </a:cubicBezTo>
                  <a:cubicBezTo>
                    <a:pt x="164597" y="163801"/>
                    <a:pt x="162136" y="161008"/>
                    <a:pt x="159932" y="158009"/>
                  </a:cubicBezTo>
                  <a:cubicBezTo>
                    <a:pt x="157753" y="154985"/>
                    <a:pt x="156010" y="151806"/>
                    <a:pt x="154960" y="148372"/>
                  </a:cubicBezTo>
                  <a:cubicBezTo>
                    <a:pt x="154550" y="146988"/>
                    <a:pt x="154268" y="145553"/>
                    <a:pt x="154139" y="144117"/>
                  </a:cubicBezTo>
                  <a:cubicBezTo>
                    <a:pt x="153909" y="141401"/>
                    <a:pt x="154344" y="138658"/>
                    <a:pt x="155421" y="136146"/>
                  </a:cubicBezTo>
                  <a:cubicBezTo>
                    <a:pt x="156036" y="134686"/>
                    <a:pt x="156754" y="133225"/>
                    <a:pt x="157394" y="131764"/>
                  </a:cubicBezTo>
                  <a:cubicBezTo>
                    <a:pt x="157856" y="130739"/>
                    <a:pt x="158266" y="129688"/>
                    <a:pt x="158625" y="128637"/>
                  </a:cubicBezTo>
                  <a:cubicBezTo>
                    <a:pt x="159650" y="125356"/>
                    <a:pt x="159163" y="122178"/>
                    <a:pt x="157471" y="119103"/>
                  </a:cubicBezTo>
                  <a:cubicBezTo>
                    <a:pt x="156779" y="117898"/>
                    <a:pt x="155959" y="116745"/>
                    <a:pt x="154985" y="115745"/>
                  </a:cubicBezTo>
                  <a:cubicBezTo>
                    <a:pt x="154344" y="115079"/>
                    <a:pt x="153678" y="114438"/>
                    <a:pt x="152986" y="113823"/>
                  </a:cubicBezTo>
                  <a:cubicBezTo>
                    <a:pt x="152422" y="113285"/>
                    <a:pt x="151833" y="112746"/>
                    <a:pt x="151218" y="112234"/>
                  </a:cubicBezTo>
                  <a:cubicBezTo>
                    <a:pt x="147040" y="108748"/>
                    <a:pt x="144016" y="104083"/>
                    <a:pt x="142580" y="98829"/>
                  </a:cubicBezTo>
                  <a:cubicBezTo>
                    <a:pt x="141837" y="96164"/>
                    <a:pt x="141299" y="93473"/>
                    <a:pt x="140966" y="90756"/>
                  </a:cubicBezTo>
                  <a:cubicBezTo>
                    <a:pt x="140402" y="86476"/>
                    <a:pt x="139915" y="82170"/>
                    <a:pt x="139325" y="77864"/>
                  </a:cubicBezTo>
                  <a:cubicBezTo>
                    <a:pt x="138813" y="74173"/>
                    <a:pt x="138172" y="70482"/>
                    <a:pt x="137403" y="66817"/>
                  </a:cubicBezTo>
                  <a:cubicBezTo>
                    <a:pt x="136685" y="63409"/>
                    <a:pt x="136045" y="60025"/>
                    <a:pt x="135250" y="56642"/>
                  </a:cubicBezTo>
                  <a:cubicBezTo>
                    <a:pt x="133533" y="49107"/>
                    <a:pt x="131636" y="41572"/>
                    <a:pt x="129124" y="34216"/>
                  </a:cubicBezTo>
                  <a:cubicBezTo>
                    <a:pt x="128279" y="31576"/>
                    <a:pt x="127202" y="29039"/>
                    <a:pt x="125946" y="26578"/>
                  </a:cubicBezTo>
                  <a:cubicBezTo>
                    <a:pt x="125152" y="25015"/>
                    <a:pt x="124203" y="23554"/>
                    <a:pt x="123127" y="22170"/>
                  </a:cubicBezTo>
                  <a:cubicBezTo>
                    <a:pt x="122025" y="20786"/>
                    <a:pt x="120718" y="19530"/>
                    <a:pt x="119231" y="18530"/>
                  </a:cubicBezTo>
                  <a:cubicBezTo>
                    <a:pt x="118360" y="17941"/>
                    <a:pt x="117437" y="17454"/>
                    <a:pt x="116463" y="17070"/>
                  </a:cubicBezTo>
                  <a:cubicBezTo>
                    <a:pt x="113951" y="16096"/>
                    <a:pt x="111183" y="15942"/>
                    <a:pt x="108595" y="16659"/>
                  </a:cubicBezTo>
                  <a:cubicBezTo>
                    <a:pt x="107031" y="17095"/>
                    <a:pt x="105519" y="17710"/>
                    <a:pt x="104135" y="18530"/>
                  </a:cubicBezTo>
                  <a:cubicBezTo>
                    <a:pt x="101880" y="19838"/>
                    <a:pt x="99829" y="21478"/>
                    <a:pt x="98035" y="23400"/>
                  </a:cubicBezTo>
                  <a:cubicBezTo>
                    <a:pt x="95370" y="26194"/>
                    <a:pt x="93114" y="29321"/>
                    <a:pt x="91320" y="32729"/>
                  </a:cubicBezTo>
                  <a:cubicBezTo>
                    <a:pt x="90218" y="34806"/>
                    <a:pt x="89167" y="36907"/>
                    <a:pt x="88116" y="38958"/>
                  </a:cubicBezTo>
                  <a:cubicBezTo>
                    <a:pt x="86758" y="41674"/>
                    <a:pt x="85246" y="44314"/>
                    <a:pt x="83580" y="46852"/>
                  </a:cubicBezTo>
                  <a:cubicBezTo>
                    <a:pt x="82298" y="48748"/>
                    <a:pt x="80837" y="50491"/>
                    <a:pt x="79197" y="52080"/>
                  </a:cubicBezTo>
                  <a:cubicBezTo>
                    <a:pt x="78300" y="52926"/>
                    <a:pt x="77352" y="53695"/>
                    <a:pt x="76326" y="54387"/>
                  </a:cubicBezTo>
                  <a:cubicBezTo>
                    <a:pt x="73302" y="56335"/>
                    <a:pt x="69791" y="57437"/>
                    <a:pt x="66177" y="57539"/>
                  </a:cubicBezTo>
                  <a:cubicBezTo>
                    <a:pt x="62332" y="57693"/>
                    <a:pt x="58616" y="57104"/>
                    <a:pt x="55002" y="56104"/>
                  </a:cubicBezTo>
                  <a:cubicBezTo>
                    <a:pt x="50414" y="54797"/>
                    <a:pt x="45980" y="52952"/>
                    <a:pt x="41828" y="50619"/>
                  </a:cubicBezTo>
                  <a:cubicBezTo>
                    <a:pt x="37830" y="48441"/>
                    <a:pt x="34139" y="45955"/>
                    <a:pt x="30423" y="43443"/>
                  </a:cubicBezTo>
                  <a:cubicBezTo>
                    <a:pt x="26194" y="40572"/>
                    <a:pt x="21991" y="37625"/>
                    <a:pt x="17710" y="34806"/>
                  </a:cubicBezTo>
                  <a:cubicBezTo>
                    <a:pt x="12405" y="31269"/>
                    <a:pt x="6843" y="28065"/>
                    <a:pt x="1128" y="25040"/>
                  </a:cubicBezTo>
                  <a:cubicBezTo>
                    <a:pt x="769" y="24861"/>
                    <a:pt x="461" y="24605"/>
                    <a:pt x="0" y="24630"/>
                  </a:cubicBezTo>
                  <a:lnTo>
                    <a:pt x="0" y="19351"/>
                  </a:lnTo>
                  <a:cubicBezTo>
                    <a:pt x="179" y="19351"/>
                    <a:pt x="359" y="19376"/>
                    <a:pt x="538" y="19428"/>
                  </a:cubicBezTo>
                  <a:cubicBezTo>
                    <a:pt x="846" y="19556"/>
                    <a:pt x="1128" y="19709"/>
                    <a:pt x="1435" y="19863"/>
                  </a:cubicBezTo>
                  <a:cubicBezTo>
                    <a:pt x="11354" y="24964"/>
                    <a:pt x="20991" y="30653"/>
                    <a:pt x="30269" y="36907"/>
                  </a:cubicBezTo>
                  <a:cubicBezTo>
                    <a:pt x="33447" y="39060"/>
                    <a:pt x="36677" y="41136"/>
                    <a:pt x="39906" y="43187"/>
                  </a:cubicBezTo>
                  <a:cubicBezTo>
                    <a:pt x="42315" y="44724"/>
                    <a:pt x="44827" y="46083"/>
                    <a:pt x="47416" y="47287"/>
                  </a:cubicBezTo>
                  <a:cubicBezTo>
                    <a:pt x="50389" y="48723"/>
                    <a:pt x="53516" y="49773"/>
                    <a:pt x="56745" y="50440"/>
                  </a:cubicBezTo>
                  <a:cubicBezTo>
                    <a:pt x="58795" y="50876"/>
                    <a:pt x="60871" y="51029"/>
                    <a:pt x="62948" y="50952"/>
                  </a:cubicBezTo>
                  <a:cubicBezTo>
                    <a:pt x="66510" y="50799"/>
                    <a:pt x="69586" y="49748"/>
                    <a:pt x="72149" y="47697"/>
                  </a:cubicBezTo>
                  <a:cubicBezTo>
                    <a:pt x="73353" y="46723"/>
                    <a:pt x="74455" y="45570"/>
                    <a:pt x="75404" y="44314"/>
                  </a:cubicBezTo>
                  <a:cubicBezTo>
                    <a:pt x="76813" y="42443"/>
                    <a:pt x="78018" y="40418"/>
                    <a:pt x="79018" y="38266"/>
                  </a:cubicBezTo>
                  <a:cubicBezTo>
                    <a:pt x="80427" y="35190"/>
                    <a:pt x="81658" y="32037"/>
                    <a:pt x="82657" y="28808"/>
                  </a:cubicBezTo>
                  <a:cubicBezTo>
                    <a:pt x="83477" y="26091"/>
                    <a:pt x="84502" y="23477"/>
                    <a:pt x="85733" y="20940"/>
                  </a:cubicBezTo>
                  <a:cubicBezTo>
                    <a:pt x="87527" y="17454"/>
                    <a:pt x="89680" y="14148"/>
                    <a:pt x="92166" y="11123"/>
                  </a:cubicBezTo>
                  <a:cubicBezTo>
                    <a:pt x="94883" y="7817"/>
                    <a:pt x="97753" y="4562"/>
                    <a:pt x="100778" y="1435"/>
                  </a:cubicBezTo>
                  <a:cubicBezTo>
                    <a:pt x="101239" y="948"/>
                    <a:pt x="101752" y="461"/>
                    <a:pt x="102238" y="0"/>
                  </a:cubicBezTo>
                  <a:lnTo>
                    <a:pt x="125921" y="0"/>
                  </a:lnTo>
                  <a:cubicBezTo>
                    <a:pt x="126100" y="308"/>
                    <a:pt x="126485" y="384"/>
                    <a:pt x="126792" y="564"/>
                  </a:cubicBezTo>
                  <a:cubicBezTo>
                    <a:pt x="128663" y="1512"/>
                    <a:pt x="130457" y="2640"/>
                    <a:pt x="132123" y="3921"/>
                  </a:cubicBezTo>
                  <a:cubicBezTo>
                    <a:pt x="134968" y="6126"/>
                    <a:pt x="137224" y="8996"/>
                    <a:pt x="138684" y="12277"/>
                  </a:cubicBezTo>
                  <a:cubicBezTo>
                    <a:pt x="139735" y="14609"/>
                    <a:pt x="140555" y="17018"/>
                    <a:pt x="141196" y="19504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41" name="Google Shape;502;p19"/>
            <p:cNvSpPr/>
            <p:nvPr/>
          </p:nvSpPr>
          <p:spPr>
            <a:xfrm rot="10800000">
              <a:off x="4359600" y="1080"/>
              <a:ext cx="4783320" cy="3974400"/>
            </a:xfrm>
            <a:custGeom>
              <a:avLst/>
              <a:gdLst>
                <a:gd name="textAreaLeft" fmla="*/ 0 w 4783320"/>
                <a:gd name="textAreaRight" fmla="*/ 4783680 w 4783320"/>
                <a:gd name="textAreaTop" fmla="*/ 0 h 3974400"/>
                <a:gd name="textAreaBottom" fmla="*/ 3974760 h 3974400"/>
              </a:gdLst>
              <a:ahLst/>
              <a:cxnLst/>
              <a:rect l="textAreaLeft" t="textAreaTop" r="textAreaRight" b="textAreaBottom"/>
              <a:pathLst>
                <a:path w="148937" h="135968">
                  <a:moveTo>
                    <a:pt x="1307" y="308"/>
                  </a:moveTo>
                  <a:cubicBezTo>
                    <a:pt x="3306" y="897"/>
                    <a:pt x="5229" y="1615"/>
                    <a:pt x="7125" y="2435"/>
                  </a:cubicBezTo>
                  <a:cubicBezTo>
                    <a:pt x="10329" y="3819"/>
                    <a:pt x="13430" y="5331"/>
                    <a:pt x="16429" y="6972"/>
                  </a:cubicBezTo>
                  <a:cubicBezTo>
                    <a:pt x="21068" y="9483"/>
                    <a:pt x="25656" y="12021"/>
                    <a:pt x="30295" y="14507"/>
                  </a:cubicBezTo>
                  <a:cubicBezTo>
                    <a:pt x="35805" y="17505"/>
                    <a:pt x="41546" y="19992"/>
                    <a:pt x="47493" y="21991"/>
                  </a:cubicBezTo>
                  <a:cubicBezTo>
                    <a:pt x="51414" y="23323"/>
                    <a:pt x="55412" y="24374"/>
                    <a:pt x="59487" y="25169"/>
                  </a:cubicBezTo>
                  <a:cubicBezTo>
                    <a:pt x="62512" y="25758"/>
                    <a:pt x="65562" y="26040"/>
                    <a:pt x="68637" y="26040"/>
                  </a:cubicBezTo>
                  <a:cubicBezTo>
                    <a:pt x="74174" y="25989"/>
                    <a:pt x="79146" y="24631"/>
                    <a:pt x="83554" y="21863"/>
                  </a:cubicBezTo>
                  <a:cubicBezTo>
                    <a:pt x="85476" y="20632"/>
                    <a:pt x="87296" y="19248"/>
                    <a:pt x="88988" y="17736"/>
                  </a:cubicBezTo>
                  <a:cubicBezTo>
                    <a:pt x="90269" y="16608"/>
                    <a:pt x="91499" y="15455"/>
                    <a:pt x="92781" y="14353"/>
                  </a:cubicBezTo>
                  <a:cubicBezTo>
                    <a:pt x="94062" y="13225"/>
                    <a:pt x="95395" y="12149"/>
                    <a:pt x="96754" y="11124"/>
                  </a:cubicBezTo>
                  <a:cubicBezTo>
                    <a:pt x="97574" y="10534"/>
                    <a:pt x="98420" y="10021"/>
                    <a:pt x="99317" y="9535"/>
                  </a:cubicBezTo>
                  <a:cubicBezTo>
                    <a:pt x="100086" y="9124"/>
                    <a:pt x="100931" y="8817"/>
                    <a:pt x="101803" y="8637"/>
                  </a:cubicBezTo>
                  <a:cubicBezTo>
                    <a:pt x="103571" y="8202"/>
                    <a:pt x="105417" y="8432"/>
                    <a:pt x="107031" y="9278"/>
                  </a:cubicBezTo>
                  <a:cubicBezTo>
                    <a:pt x="107928" y="9765"/>
                    <a:pt x="108749" y="10380"/>
                    <a:pt x="109492" y="11098"/>
                  </a:cubicBezTo>
                  <a:cubicBezTo>
                    <a:pt x="110466" y="12072"/>
                    <a:pt x="111337" y="13123"/>
                    <a:pt x="112080" y="14302"/>
                  </a:cubicBezTo>
                  <a:cubicBezTo>
                    <a:pt x="113413" y="16326"/>
                    <a:pt x="114515" y="18505"/>
                    <a:pt x="115387" y="20786"/>
                  </a:cubicBezTo>
                  <a:cubicBezTo>
                    <a:pt x="116848" y="24528"/>
                    <a:pt x="117950" y="28424"/>
                    <a:pt x="118667" y="32371"/>
                  </a:cubicBezTo>
                  <a:cubicBezTo>
                    <a:pt x="119667" y="37471"/>
                    <a:pt x="120026" y="42648"/>
                    <a:pt x="119769" y="47826"/>
                  </a:cubicBezTo>
                  <a:cubicBezTo>
                    <a:pt x="119641" y="50056"/>
                    <a:pt x="119436" y="52311"/>
                    <a:pt x="119180" y="54566"/>
                  </a:cubicBezTo>
                  <a:cubicBezTo>
                    <a:pt x="118693" y="58795"/>
                    <a:pt x="118078" y="63024"/>
                    <a:pt x="117591" y="67253"/>
                  </a:cubicBezTo>
                  <a:cubicBezTo>
                    <a:pt x="117027" y="71610"/>
                    <a:pt x="116719" y="75993"/>
                    <a:pt x="116617" y="80401"/>
                  </a:cubicBezTo>
                  <a:cubicBezTo>
                    <a:pt x="116566" y="83374"/>
                    <a:pt x="116771" y="86348"/>
                    <a:pt x="117258" y="89295"/>
                  </a:cubicBezTo>
                  <a:cubicBezTo>
                    <a:pt x="118129" y="94498"/>
                    <a:pt x="120000" y="99444"/>
                    <a:pt x="123358" y="103930"/>
                  </a:cubicBezTo>
                  <a:cubicBezTo>
                    <a:pt x="125049" y="106262"/>
                    <a:pt x="126818" y="108543"/>
                    <a:pt x="128663" y="110824"/>
                  </a:cubicBezTo>
                  <a:cubicBezTo>
                    <a:pt x="131559" y="114412"/>
                    <a:pt x="134276" y="118129"/>
                    <a:pt x="137019" y="121794"/>
                  </a:cubicBezTo>
                  <a:cubicBezTo>
                    <a:pt x="140581" y="126561"/>
                    <a:pt x="144426" y="131123"/>
                    <a:pt x="148526" y="135429"/>
                  </a:cubicBezTo>
                  <a:cubicBezTo>
                    <a:pt x="148680" y="135583"/>
                    <a:pt x="148808" y="135788"/>
                    <a:pt x="148937" y="135967"/>
                  </a:cubicBezTo>
                  <a:lnTo>
                    <a:pt x="115028" y="135967"/>
                  </a:lnTo>
                  <a:cubicBezTo>
                    <a:pt x="114772" y="135608"/>
                    <a:pt x="114515" y="135275"/>
                    <a:pt x="114310" y="134916"/>
                  </a:cubicBezTo>
                  <a:cubicBezTo>
                    <a:pt x="111055" y="129227"/>
                    <a:pt x="108313" y="123255"/>
                    <a:pt x="106134" y="117104"/>
                  </a:cubicBezTo>
                  <a:cubicBezTo>
                    <a:pt x="104340" y="112157"/>
                    <a:pt x="102905" y="107082"/>
                    <a:pt x="101880" y="101931"/>
                  </a:cubicBezTo>
                  <a:cubicBezTo>
                    <a:pt x="101136" y="98086"/>
                    <a:pt x="100624" y="94242"/>
                    <a:pt x="100393" y="90346"/>
                  </a:cubicBezTo>
                  <a:cubicBezTo>
                    <a:pt x="100162" y="86860"/>
                    <a:pt x="100214" y="83374"/>
                    <a:pt x="100470" y="79914"/>
                  </a:cubicBezTo>
                  <a:cubicBezTo>
                    <a:pt x="100726" y="76813"/>
                    <a:pt x="101111" y="73738"/>
                    <a:pt x="101675" y="70688"/>
                  </a:cubicBezTo>
                  <a:cubicBezTo>
                    <a:pt x="102520" y="65997"/>
                    <a:pt x="103751" y="61384"/>
                    <a:pt x="104853" y="56745"/>
                  </a:cubicBezTo>
                  <a:cubicBezTo>
                    <a:pt x="105673" y="53541"/>
                    <a:pt x="106211" y="50286"/>
                    <a:pt x="106467" y="46980"/>
                  </a:cubicBezTo>
                  <a:cubicBezTo>
                    <a:pt x="106724" y="43135"/>
                    <a:pt x="106339" y="39342"/>
                    <a:pt x="105007" y="35651"/>
                  </a:cubicBezTo>
                  <a:cubicBezTo>
                    <a:pt x="104596" y="34524"/>
                    <a:pt x="104058" y="33447"/>
                    <a:pt x="103366" y="32448"/>
                  </a:cubicBezTo>
                  <a:cubicBezTo>
                    <a:pt x="102854" y="31653"/>
                    <a:pt x="102238" y="30936"/>
                    <a:pt x="101521" y="30320"/>
                  </a:cubicBezTo>
                  <a:cubicBezTo>
                    <a:pt x="99957" y="28962"/>
                    <a:pt x="98061" y="28321"/>
                    <a:pt x="95805" y="28398"/>
                  </a:cubicBezTo>
                  <a:cubicBezTo>
                    <a:pt x="94780" y="28398"/>
                    <a:pt x="93781" y="28526"/>
                    <a:pt x="92781" y="28783"/>
                  </a:cubicBezTo>
                  <a:cubicBezTo>
                    <a:pt x="91397" y="29141"/>
                    <a:pt x="90039" y="29500"/>
                    <a:pt x="88680" y="29885"/>
                  </a:cubicBezTo>
                  <a:cubicBezTo>
                    <a:pt x="86271" y="30577"/>
                    <a:pt x="83913" y="31346"/>
                    <a:pt x="81452" y="31884"/>
                  </a:cubicBezTo>
                  <a:cubicBezTo>
                    <a:pt x="76788" y="32909"/>
                    <a:pt x="72021" y="33319"/>
                    <a:pt x="67253" y="33063"/>
                  </a:cubicBezTo>
                  <a:cubicBezTo>
                    <a:pt x="61282" y="32730"/>
                    <a:pt x="55464" y="31807"/>
                    <a:pt x="49671" y="30654"/>
                  </a:cubicBezTo>
                  <a:cubicBezTo>
                    <a:pt x="43956" y="29500"/>
                    <a:pt x="38343" y="28014"/>
                    <a:pt x="32755" y="26502"/>
                  </a:cubicBezTo>
                  <a:cubicBezTo>
                    <a:pt x="28578" y="25399"/>
                    <a:pt x="24400" y="24246"/>
                    <a:pt x="20145" y="23298"/>
                  </a:cubicBezTo>
                  <a:cubicBezTo>
                    <a:pt x="17864" y="22785"/>
                    <a:pt x="15557" y="22401"/>
                    <a:pt x="13225" y="22170"/>
                  </a:cubicBezTo>
                  <a:cubicBezTo>
                    <a:pt x="11226" y="21965"/>
                    <a:pt x="9227" y="21965"/>
                    <a:pt x="7228" y="22196"/>
                  </a:cubicBezTo>
                  <a:cubicBezTo>
                    <a:pt x="4972" y="22426"/>
                    <a:pt x="2845" y="23272"/>
                    <a:pt x="1051" y="24605"/>
                  </a:cubicBezTo>
                  <a:cubicBezTo>
                    <a:pt x="846" y="24759"/>
                    <a:pt x="641" y="24912"/>
                    <a:pt x="436" y="25041"/>
                  </a:cubicBezTo>
                  <a:cubicBezTo>
                    <a:pt x="282" y="25066"/>
                    <a:pt x="154" y="25092"/>
                    <a:pt x="0" y="25092"/>
                  </a:cubicBezTo>
                  <a:lnTo>
                    <a:pt x="0" y="103"/>
                  </a:lnTo>
                  <a:cubicBezTo>
                    <a:pt x="487" y="0"/>
                    <a:pt x="897" y="180"/>
                    <a:pt x="1307" y="30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42" name="Google Shape;503;p19"/>
            <p:cNvSpPr/>
            <p:nvPr/>
          </p:nvSpPr>
          <p:spPr>
            <a:xfrm rot="10800000">
              <a:off x="360" y="360"/>
              <a:ext cx="4717800" cy="5142960"/>
            </a:xfrm>
            <a:custGeom>
              <a:avLst/>
              <a:gdLst>
                <a:gd name="textAreaLeft" fmla="*/ 0 w 4717800"/>
                <a:gd name="textAreaRight" fmla="*/ 4718160 w 4717800"/>
                <a:gd name="textAreaTop" fmla="*/ 0 h 5142960"/>
                <a:gd name="textAreaBottom" fmla="*/ 5143320 h 5142960"/>
              </a:gdLst>
              <a:ahLst/>
              <a:cxnLst/>
              <a:rect l="textAreaLeft" t="textAreaTop" r="textAreaRight" b="textAreaBottom"/>
              <a:pathLst>
                <a:path w="146887" h="175950">
                  <a:moveTo>
                    <a:pt x="114772" y="175924"/>
                  </a:moveTo>
                  <a:cubicBezTo>
                    <a:pt x="114644" y="175822"/>
                    <a:pt x="114516" y="175719"/>
                    <a:pt x="114362" y="175642"/>
                  </a:cubicBezTo>
                  <a:cubicBezTo>
                    <a:pt x="110364" y="174310"/>
                    <a:pt x="106289" y="173079"/>
                    <a:pt x="102060" y="172310"/>
                  </a:cubicBezTo>
                  <a:cubicBezTo>
                    <a:pt x="98472" y="171695"/>
                    <a:pt x="94832" y="171439"/>
                    <a:pt x="91193" y="171516"/>
                  </a:cubicBezTo>
                  <a:cubicBezTo>
                    <a:pt x="88989" y="171567"/>
                    <a:pt x="86810" y="171593"/>
                    <a:pt x="84606" y="171644"/>
                  </a:cubicBezTo>
                  <a:cubicBezTo>
                    <a:pt x="78531" y="171772"/>
                    <a:pt x="72457" y="170849"/>
                    <a:pt x="66690" y="168978"/>
                  </a:cubicBezTo>
                  <a:cubicBezTo>
                    <a:pt x="59591" y="166697"/>
                    <a:pt x="53311" y="163391"/>
                    <a:pt x="47929" y="158932"/>
                  </a:cubicBezTo>
                  <a:cubicBezTo>
                    <a:pt x="46263" y="157573"/>
                    <a:pt x="44751" y="156035"/>
                    <a:pt x="43444" y="154318"/>
                  </a:cubicBezTo>
                  <a:cubicBezTo>
                    <a:pt x="42290" y="152883"/>
                    <a:pt x="41419" y="151217"/>
                    <a:pt x="40932" y="149423"/>
                  </a:cubicBezTo>
                  <a:cubicBezTo>
                    <a:pt x="40573" y="148039"/>
                    <a:pt x="40471" y="146629"/>
                    <a:pt x="40650" y="145219"/>
                  </a:cubicBezTo>
                  <a:cubicBezTo>
                    <a:pt x="40958" y="143041"/>
                    <a:pt x="41496" y="140914"/>
                    <a:pt x="42265" y="138889"/>
                  </a:cubicBezTo>
                  <a:cubicBezTo>
                    <a:pt x="43136" y="136454"/>
                    <a:pt x="44033" y="134019"/>
                    <a:pt x="44956" y="131610"/>
                  </a:cubicBezTo>
                  <a:cubicBezTo>
                    <a:pt x="45853" y="129201"/>
                    <a:pt x="46340" y="126689"/>
                    <a:pt x="46417" y="124126"/>
                  </a:cubicBezTo>
                  <a:cubicBezTo>
                    <a:pt x="46494" y="122024"/>
                    <a:pt x="46545" y="119923"/>
                    <a:pt x="46417" y="117821"/>
                  </a:cubicBezTo>
                  <a:cubicBezTo>
                    <a:pt x="46109" y="112772"/>
                    <a:pt x="45212" y="107800"/>
                    <a:pt x="43264" y="102981"/>
                  </a:cubicBezTo>
                  <a:cubicBezTo>
                    <a:pt x="42752" y="101725"/>
                    <a:pt x="42162" y="100495"/>
                    <a:pt x="41522" y="99316"/>
                  </a:cubicBezTo>
                  <a:cubicBezTo>
                    <a:pt x="40138" y="96804"/>
                    <a:pt x="38241" y="94600"/>
                    <a:pt x="36011" y="92806"/>
                  </a:cubicBezTo>
                  <a:cubicBezTo>
                    <a:pt x="35242" y="92191"/>
                    <a:pt x="34499" y="91576"/>
                    <a:pt x="33730" y="90961"/>
                  </a:cubicBezTo>
                  <a:cubicBezTo>
                    <a:pt x="30731" y="88757"/>
                    <a:pt x="28527" y="85655"/>
                    <a:pt x="27374" y="82118"/>
                  </a:cubicBezTo>
                  <a:cubicBezTo>
                    <a:pt x="26759" y="80196"/>
                    <a:pt x="26374" y="78197"/>
                    <a:pt x="26195" y="76198"/>
                  </a:cubicBezTo>
                  <a:cubicBezTo>
                    <a:pt x="25964" y="73686"/>
                    <a:pt x="25887" y="71174"/>
                    <a:pt x="25938" y="68688"/>
                  </a:cubicBezTo>
                  <a:cubicBezTo>
                    <a:pt x="25938" y="67048"/>
                    <a:pt x="25990" y="65433"/>
                    <a:pt x="25938" y="63793"/>
                  </a:cubicBezTo>
                  <a:cubicBezTo>
                    <a:pt x="25938" y="62383"/>
                    <a:pt x="25759" y="60974"/>
                    <a:pt x="25426" y="59590"/>
                  </a:cubicBezTo>
                  <a:cubicBezTo>
                    <a:pt x="24990" y="57873"/>
                    <a:pt x="24298" y="56232"/>
                    <a:pt x="23350" y="54746"/>
                  </a:cubicBezTo>
                  <a:cubicBezTo>
                    <a:pt x="22453" y="53310"/>
                    <a:pt x="21530" y="51901"/>
                    <a:pt x="20607" y="50517"/>
                  </a:cubicBezTo>
                  <a:cubicBezTo>
                    <a:pt x="18506" y="47492"/>
                    <a:pt x="16635" y="44289"/>
                    <a:pt x="15071" y="40957"/>
                  </a:cubicBezTo>
                  <a:cubicBezTo>
                    <a:pt x="13405" y="37317"/>
                    <a:pt x="12124" y="33550"/>
                    <a:pt x="11201" y="29680"/>
                  </a:cubicBezTo>
                  <a:cubicBezTo>
                    <a:pt x="10278" y="25938"/>
                    <a:pt x="9586" y="22144"/>
                    <a:pt x="8894" y="18377"/>
                  </a:cubicBezTo>
                  <a:cubicBezTo>
                    <a:pt x="8305" y="15327"/>
                    <a:pt x="7690" y="12251"/>
                    <a:pt x="6613" y="9278"/>
                  </a:cubicBezTo>
                  <a:cubicBezTo>
                    <a:pt x="6152" y="7945"/>
                    <a:pt x="5537" y="6664"/>
                    <a:pt x="4845" y="5434"/>
                  </a:cubicBezTo>
                  <a:cubicBezTo>
                    <a:pt x="3820" y="3639"/>
                    <a:pt x="2461" y="2050"/>
                    <a:pt x="872" y="743"/>
                  </a:cubicBezTo>
                  <a:cubicBezTo>
                    <a:pt x="565" y="513"/>
                    <a:pt x="283" y="256"/>
                    <a:pt x="1" y="0"/>
                  </a:cubicBezTo>
                  <a:lnTo>
                    <a:pt x="16635" y="0"/>
                  </a:lnTo>
                  <a:cubicBezTo>
                    <a:pt x="16865" y="1128"/>
                    <a:pt x="17173" y="2281"/>
                    <a:pt x="17378" y="3409"/>
                  </a:cubicBezTo>
                  <a:cubicBezTo>
                    <a:pt x="17532" y="4306"/>
                    <a:pt x="17660" y="5203"/>
                    <a:pt x="17711" y="6126"/>
                  </a:cubicBezTo>
                  <a:cubicBezTo>
                    <a:pt x="17839" y="7817"/>
                    <a:pt x="17916" y="9509"/>
                    <a:pt x="18019" y="11175"/>
                  </a:cubicBezTo>
                  <a:cubicBezTo>
                    <a:pt x="18198" y="14532"/>
                    <a:pt x="18326" y="17890"/>
                    <a:pt x="18711" y="21222"/>
                  </a:cubicBezTo>
                  <a:cubicBezTo>
                    <a:pt x="19198" y="25374"/>
                    <a:pt x="20018" y="29474"/>
                    <a:pt x="21633" y="33447"/>
                  </a:cubicBezTo>
                  <a:cubicBezTo>
                    <a:pt x="22555" y="35754"/>
                    <a:pt x="23760" y="37932"/>
                    <a:pt x="25246" y="39906"/>
                  </a:cubicBezTo>
                  <a:cubicBezTo>
                    <a:pt x="28220" y="43853"/>
                    <a:pt x="32295" y="46749"/>
                    <a:pt x="37498" y="48569"/>
                  </a:cubicBezTo>
                  <a:cubicBezTo>
                    <a:pt x="39394" y="49210"/>
                    <a:pt x="41342" y="49697"/>
                    <a:pt x="43316" y="50184"/>
                  </a:cubicBezTo>
                  <a:cubicBezTo>
                    <a:pt x="44469" y="50491"/>
                    <a:pt x="45648" y="50773"/>
                    <a:pt x="46776" y="51106"/>
                  </a:cubicBezTo>
                  <a:cubicBezTo>
                    <a:pt x="47468" y="51337"/>
                    <a:pt x="48160" y="51619"/>
                    <a:pt x="48801" y="51952"/>
                  </a:cubicBezTo>
                  <a:cubicBezTo>
                    <a:pt x="50005" y="52593"/>
                    <a:pt x="50595" y="53541"/>
                    <a:pt x="50595" y="54720"/>
                  </a:cubicBezTo>
                  <a:cubicBezTo>
                    <a:pt x="50620" y="55489"/>
                    <a:pt x="50466" y="56232"/>
                    <a:pt x="50159" y="56950"/>
                  </a:cubicBezTo>
                  <a:cubicBezTo>
                    <a:pt x="49749" y="57898"/>
                    <a:pt x="49287" y="58872"/>
                    <a:pt x="48826" y="59820"/>
                  </a:cubicBezTo>
                  <a:cubicBezTo>
                    <a:pt x="48237" y="61051"/>
                    <a:pt x="47596" y="62255"/>
                    <a:pt x="47032" y="63485"/>
                  </a:cubicBezTo>
                  <a:cubicBezTo>
                    <a:pt x="46366" y="64895"/>
                    <a:pt x="45930" y="66382"/>
                    <a:pt x="45699" y="67919"/>
                  </a:cubicBezTo>
                  <a:cubicBezTo>
                    <a:pt x="45417" y="70098"/>
                    <a:pt x="45853" y="72328"/>
                    <a:pt x="46981" y="74224"/>
                  </a:cubicBezTo>
                  <a:cubicBezTo>
                    <a:pt x="47237" y="74660"/>
                    <a:pt x="47519" y="75070"/>
                    <a:pt x="47801" y="75455"/>
                  </a:cubicBezTo>
                  <a:cubicBezTo>
                    <a:pt x="48160" y="75993"/>
                    <a:pt x="48519" y="76506"/>
                    <a:pt x="48929" y="76992"/>
                  </a:cubicBezTo>
                  <a:cubicBezTo>
                    <a:pt x="51825" y="80478"/>
                    <a:pt x="53491" y="84400"/>
                    <a:pt x="54439" y="88526"/>
                  </a:cubicBezTo>
                  <a:cubicBezTo>
                    <a:pt x="55157" y="91781"/>
                    <a:pt x="55695" y="95087"/>
                    <a:pt x="56079" y="98394"/>
                  </a:cubicBezTo>
                  <a:cubicBezTo>
                    <a:pt x="56438" y="101546"/>
                    <a:pt x="56720" y="104698"/>
                    <a:pt x="56925" y="107851"/>
                  </a:cubicBezTo>
                  <a:cubicBezTo>
                    <a:pt x="57182" y="111465"/>
                    <a:pt x="57182" y="115053"/>
                    <a:pt x="57207" y="118667"/>
                  </a:cubicBezTo>
                  <a:cubicBezTo>
                    <a:pt x="57207" y="120384"/>
                    <a:pt x="57258" y="122101"/>
                    <a:pt x="57335" y="123818"/>
                  </a:cubicBezTo>
                  <a:cubicBezTo>
                    <a:pt x="57438" y="127330"/>
                    <a:pt x="57258" y="130841"/>
                    <a:pt x="56797" y="134327"/>
                  </a:cubicBezTo>
                  <a:cubicBezTo>
                    <a:pt x="56541" y="136249"/>
                    <a:pt x="56438" y="138197"/>
                    <a:pt x="56490" y="140145"/>
                  </a:cubicBezTo>
                  <a:cubicBezTo>
                    <a:pt x="56541" y="141657"/>
                    <a:pt x="56771" y="143169"/>
                    <a:pt x="57233" y="144604"/>
                  </a:cubicBezTo>
                  <a:cubicBezTo>
                    <a:pt x="58130" y="147398"/>
                    <a:pt x="59898" y="149782"/>
                    <a:pt x="62487" y="151730"/>
                  </a:cubicBezTo>
                  <a:cubicBezTo>
                    <a:pt x="65563" y="154062"/>
                    <a:pt x="69202" y="155574"/>
                    <a:pt x="73252" y="156369"/>
                  </a:cubicBezTo>
                  <a:cubicBezTo>
                    <a:pt x="75892" y="156856"/>
                    <a:pt x="78557" y="157189"/>
                    <a:pt x="81248" y="157342"/>
                  </a:cubicBezTo>
                  <a:cubicBezTo>
                    <a:pt x="84426" y="157573"/>
                    <a:pt x="87604" y="157778"/>
                    <a:pt x="90757" y="158214"/>
                  </a:cubicBezTo>
                  <a:cubicBezTo>
                    <a:pt x="95088" y="158803"/>
                    <a:pt x="99369" y="159829"/>
                    <a:pt x="103521" y="161238"/>
                  </a:cubicBezTo>
                  <a:cubicBezTo>
                    <a:pt x="106494" y="162238"/>
                    <a:pt x="109441" y="163340"/>
                    <a:pt x="112389" y="164416"/>
                  </a:cubicBezTo>
                  <a:cubicBezTo>
                    <a:pt x="115669" y="165621"/>
                    <a:pt x="118976" y="166800"/>
                    <a:pt x="122410" y="167748"/>
                  </a:cubicBezTo>
                  <a:cubicBezTo>
                    <a:pt x="125460" y="168594"/>
                    <a:pt x="128587" y="169107"/>
                    <a:pt x="131740" y="169286"/>
                  </a:cubicBezTo>
                  <a:cubicBezTo>
                    <a:pt x="134918" y="169414"/>
                    <a:pt x="138121" y="169158"/>
                    <a:pt x="141223" y="168492"/>
                  </a:cubicBezTo>
                  <a:cubicBezTo>
                    <a:pt x="142760" y="168184"/>
                    <a:pt x="144273" y="167748"/>
                    <a:pt x="145785" y="167364"/>
                  </a:cubicBezTo>
                  <a:cubicBezTo>
                    <a:pt x="146144" y="167287"/>
                    <a:pt x="146528" y="167184"/>
                    <a:pt x="146887" y="167108"/>
                  </a:cubicBezTo>
                  <a:lnTo>
                    <a:pt x="146887" y="175950"/>
                  </a:ln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43" name="Google Shape;504;p19"/>
            <p:cNvSpPr/>
            <p:nvPr/>
          </p:nvSpPr>
          <p:spPr>
            <a:xfrm rot="10800000">
              <a:off x="6785640" y="1080"/>
              <a:ext cx="2357280" cy="2098440"/>
            </a:xfrm>
            <a:custGeom>
              <a:avLst/>
              <a:gdLst>
                <a:gd name="textAreaLeft" fmla="*/ 0 w 2357280"/>
                <a:gd name="textAreaRight" fmla="*/ 2357640 w 2357280"/>
                <a:gd name="textAreaTop" fmla="*/ 0 h 2098440"/>
                <a:gd name="textAreaBottom" fmla="*/ 2098800 h 2098440"/>
              </a:gdLst>
              <a:ahLst/>
              <a:cxnLst/>
              <a:rect l="textAreaLeft" t="textAreaTop" r="textAreaRight" b="textAreaBottom"/>
              <a:pathLst>
                <a:path w="73405" h="71791">
                  <a:moveTo>
                    <a:pt x="15327" y="20582"/>
                  </a:moveTo>
                  <a:cubicBezTo>
                    <a:pt x="18941" y="17865"/>
                    <a:pt x="22580" y="15148"/>
                    <a:pt x="26220" y="12457"/>
                  </a:cubicBezTo>
                  <a:cubicBezTo>
                    <a:pt x="28629" y="10688"/>
                    <a:pt x="31141" y="8997"/>
                    <a:pt x="33755" y="7433"/>
                  </a:cubicBezTo>
                  <a:cubicBezTo>
                    <a:pt x="37907" y="4896"/>
                    <a:pt x="42392" y="2922"/>
                    <a:pt x="47057" y="1590"/>
                  </a:cubicBezTo>
                  <a:cubicBezTo>
                    <a:pt x="50645" y="539"/>
                    <a:pt x="54361" y="1"/>
                    <a:pt x="58103" y="1"/>
                  </a:cubicBezTo>
                  <a:cubicBezTo>
                    <a:pt x="59898" y="1"/>
                    <a:pt x="61640" y="257"/>
                    <a:pt x="63358" y="744"/>
                  </a:cubicBezTo>
                  <a:cubicBezTo>
                    <a:pt x="66408" y="1615"/>
                    <a:pt x="68689" y="3230"/>
                    <a:pt x="70201" y="5562"/>
                  </a:cubicBezTo>
                  <a:cubicBezTo>
                    <a:pt x="71277" y="7305"/>
                    <a:pt x="72021" y="9253"/>
                    <a:pt x="72405" y="11278"/>
                  </a:cubicBezTo>
                  <a:cubicBezTo>
                    <a:pt x="72995" y="14148"/>
                    <a:pt x="73276" y="17096"/>
                    <a:pt x="73302" y="20069"/>
                  </a:cubicBezTo>
                  <a:cubicBezTo>
                    <a:pt x="73405" y="24862"/>
                    <a:pt x="73276" y="29629"/>
                    <a:pt x="72918" y="34422"/>
                  </a:cubicBezTo>
                  <a:cubicBezTo>
                    <a:pt x="72764" y="36780"/>
                    <a:pt x="72610" y="39112"/>
                    <a:pt x="72405" y="41470"/>
                  </a:cubicBezTo>
                  <a:cubicBezTo>
                    <a:pt x="71867" y="47032"/>
                    <a:pt x="71124" y="52542"/>
                    <a:pt x="69688" y="58027"/>
                  </a:cubicBezTo>
                  <a:cubicBezTo>
                    <a:pt x="68561" y="62102"/>
                    <a:pt x="67074" y="66100"/>
                    <a:pt x="65254" y="69945"/>
                  </a:cubicBezTo>
                  <a:cubicBezTo>
                    <a:pt x="64972" y="70560"/>
                    <a:pt x="64716" y="71175"/>
                    <a:pt x="64434" y="71790"/>
                  </a:cubicBezTo>
                  <a:lnTo>
                    <a:pt x="50107" y="71790"/>
                  </a:lnTo>
                  <a:lnTo>
                    <a:pt x="52029" y="66100"/>
                  </a:lnTo>
                  <a:cubicBezTo>
                    <a:pt x="53541" y="61589"/>
                    <a:pt x="54977" y="57053"/>
                    <a:pt x="56104" y="52440"/>
                  </a:cubicBezTo>
                  <a:cubicBezTo>
                    <a:pt x="57155" y="48390"/>
                    <a:pt x="57847" y="44264"/>
                    <a:pt x="58206" y="40086"/>
                  </a:cubicBezTo>
                  <a:cubicBezTo>
                    <a:pt x="58488" y="37190"/>
                    <a:pt x="58411" y="34268"/>
                    <a:pt x="58027" y="31372"/>
                  </a:cubicBezTo>
                  <a:cubicBezTo>
                    <a:pt x="57822" y="29578"/>
                    <a:pt x="57309" y="27835"/>
                    <a:pt x="56514" y="26194"/>
                  </a:cubicBezTo>
                  <a:cubicBezTo>
                    <a:pt x="56130" y="25426"/>
                    <a:pt x="55669" y="24708"/>
                    <a:pt x="55105" y="24042"/>
                  </a:cubicBezTo>
                  <a:cubicBezTo>
                    <a:pt x="53721" y="22478"/>
                    <a:pt x="51850" y="21555"/>
                    <a:pt x="49543" y="21222"/>
                  </a:cubicBezTo>
                  <a:cubicBezTo>
                    <a:pt x="47467" y="20992"/>
                    <a:pt x="45365" y="21094"/>
                    <a:pt x="43341" y="21530"/>
                  </a:cubicBezTo>
                  <a:cubicBezTo>
                    <a:pt x="40803" y="22017"/>
                    <a:pt x="38317" y="22709"/>
                    <a:pt x="35908" y="23580"/>
                  </a:cubicBezTo>
                  <a:cubicBezTo>
                    <a:pt x="31371" y="25169"/>
                    <a:pt x="27014" y="27092"/>
                    <a:pt x="22708" y="29039"/>
                  </a:cubicBezTo>
                  <a:cubicBezTo>
                    <a:pt x="15352" y="32397"/>
                    <a:pt x="8202" y="36216"/>
                    <a:pt x="1333" y="40445"/>
                  </a:cubicBezTo>
                  <a:cubicBezTo>
                    <a:pt x="897" y="40701"/>
                    <a:pt x="436" y="40906"/>
                    <a:pt x="0" y="41137"/>
                  </a:cubicBezTo>
                  <a:lnTo>
                    <a:pt x="0" y="31013"/>
                  </a:lnTo>
                  <a:cubicBezTo>
                    <a:pt x="538" y="30987"/>
                    <a:pt x="871" y="30654"/>
                    <a:pt x="1256" y="30423"/>
                  </a:cubicBezTo>
                  <a:cubicBezTo>
                    <a:pt x="6126" y="27322"/>
                    <a:pt x="10790" y="24016"/>
                    <a:pt x="15327" y="20582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44" name="Google Shape;505;p19"/>
            <p:cNvSpPr/>
            <p:nvPr/>
          </p:nvSpPr>
          <p:spPr>
            <a:xfrm rot="10800000">
              <a:off x="3613680" y="0"/>
              <a:ext cx="5529240" cy="4444200"/>
            </a:xfrm>
            <a:custGeom>
              <a:avLst/>
              <a:gdLst>
                <a:gd name="textAreaLeft" fmla="*/ 0 w 5529240"/>
                <a:gd name="textAreaRight" fmla="*/ 5529600 w 5529240"/>
                <a:gd name="textAreaTop" fmla="*/ 0 h 4444200"/>
                <a:gd name="textAreaBottom" fmla="*/ 4444560 h 4444200"/>
              </a:gdLst>
              <a:ahLst/>
              <a:cxnLst/>
              <a:rect l="textAreaLeft" t="textAreaTop" r="textAreaRight" b="textAreaBottom"/>
              <a:pathLst>
                <a:path w="172158" h="152038">
                  <a:moveTo>
                    <a:pt x="21427" y="15661"/>
                  </a:moveTo>
                  <a:cubicBezTo>
                    <a:pt x="24938" y="18070"/>
                    <a:pt x="28424" y="20479"/>
                    <a:pt x="31961" y="22837"/>
                  </a:cubicBezTo>
                  <a:cubicBezTo>
                    <a:pt x="35959" y="25580"/>
                    <a:pt x="40162" y="27989"/>
                    <a:pt x="44545" y="30090"/>
                  </a:cubicBezTo>
                  <a:cubicBezTo>
                    <a:pt x="48928" y="32218"/>
                    <a:pt x="53593" y="33807"/>
                    <a:pt x="58360" y="34806"/>
                  </a:cubicBezTo>
                  <a:cubicBezTo>
                    <a:pt x="61564" y="35447"/>
                    <a:pt x="64767" y="35806"/>
                    <a:pt x="68074" y="35524"/>
                  </a:cubicBezTo>
                  <a:cubicBezTo>
                    <a:pt x="71072" y="35268"/>
                    <a:pt x="73994" y="34396"/>
                    <a:pt x="76660" y="32961"/>
                  </a:cubicBezTo>
                  <a:cubicBezTo>
                    <a:pt x="78274" y="32038"/>
                    <a:pt x="79761" y="30911"/>
                    <a:pt x="81119" y="29629"/>
                  </a:cubicBezTo>
                  <a:cubicBezTo>
                    <a:pt x="82606" y="28194"/>
                    <a:pt x="83964" y="26656"/>
                    <a:pt x="85143" y="24964"/>
                  </a:cubicBezTo>
                  <a:cubicBezTo>
                    <a:pt x="86399" y="23196"/>
                    <a:pt x="87629" y="21376"/>
                    <a:pt x="88757" y="19531"/>
                  </a:cubicBezTo>
                  <a:cubicBezTo>
                    <a:pt x="90090" y="17378"/>
                    <a:pt x="91320" y="15199"/>
                    <a:pt x="92627" y="13046"/>
                  </a:cubicBezTo>
                  <a:cubicBezTo>
                    <a:pt x="94062" y="10612"/>
                    <a:pt x="95728" y="8382"/>
                    <a:pt x="97651" y="6331"/>
                  </a:cubicBezTo>
                  <a:cubicBezTo>
                    <a:pt x="98983" y="4947"/>
                    <a:pt x="100444" y="3743"/>
                    <a:pt x="102033" y="2692"/>
                  </a:cubicBezTo>
                  <a:cubicBezTo>
                    <a:pt x="103366" y="1795"/>
                    <a:pt x="104827" y="1077"/>
                    <a:pt x="106365" y="616"/>
                  </a:cubicBezTo>
                  <a:cubicBezTo>
                    <a:pt x="107749" y="180"/>
                    <a:pt x="109159" y="1"/>
                    <a:pt x="110620" y="52"/>
                  </a:cubicBezTo>
                  <a:cubicBezTo>
                    <a:pt x="112619" y="129"/>
                    <a:pt x="114567" y="744"/>
                    <a:pt x="116233" y="1872"/>
                  </a:cubicBezTo>
                  <a:cubicBezTo>
                    <a:pt x="117437" y="2666"/>
                    <a:pt x="118514" y="3666"/>
                    <a:pt x="119436" y="4768"/>
                  </a:cubicBezTo>
                  <a:cubicBezTo>
                    <a:pt x="120538" y="6101"/>
                    <a:pt x="121487" y="7536"/>
                    <a:pt x="122281" y="9048"/>
                  </a:cubicBezTo>
                  <a:cubicBezTo>
                    <a:pt x="123358" y="11073"/>
                    <a:pt x="124280" y="13175"/>
                    <a:pt x="125024" y="15328"/>
                  </a:cubicBezTo>
                  <a:cubicBezTo>
                    <a:pt x="127228" y="21222"/>
                    <a:pt x="128817" y="27245"/>
                    <a:pt x="130252" y="33320"/>
                  </a:cubicBezTo>
                  <a:cubicBezTo>
                    <a:pt x="131713" y="39445"/>
                    <a:pt x="132995" y="45622"/>
                    <a:pt x="133994" y="51825"/>
                  </a:cubicBezTo>
                  <a:cubicBezTo>
                    <a:pt x="134609" y="55720"/>
                    <a:pt x="135096" y="59616"/>
                    <a:pt x="135481" y="63512"/>
                  </a:cubicBezTo>
                  <a:cubicBezTo>
                    <a:pt x="135788" y="66716"/>
                    <a:pt x="136070" y="69945"/>
                    <a:pt x="136429" y="73149"/>
                  </a:cubicBezTo>
                  <a:cubicBezTo>
                    <a:pt x="136737" y="75789"/>
                    <a:pt x="137326" y="78403"/>
                    <a:pt x="138198" y="80889"/>
                  </a:cubicBezTo>
                  <a:cubicBezTo>
                    <a:pt x="139658" y="85195"/>
                    <a:pt x="142196" y="89065"/>
                    <a:pt x="145553" y="92141"/>
                  </a:cubicBezTo>
                  <a:cubicBezTo>
                    <a:pt x="146117" y="92653"/>
                    <a:pt x="146707" y="93217"/>
                    <a:pt x="147245" y="93781"/>
                  </a:cubicBezTo>
                  <a:cubicBezTo>
                    <a:pt x="147834" y="94422"/>
                    <a:pt x="148450" y="95062"/>
                    <a:pt x="148988" y="95729"/>
                  </a:cubicBezTo>
                  <a:cubicBezTo>
                    <a:pt x="151166" y="98446"/>
                    <a:pt x="151935" y="101419"/>
                    <a:pt x="151269" y="104622"/>
                  </a:cubicBezTo>
                  <a:cubicBezTo>
                    <a:pt x="151038" y="105724"/>
                    <a:pt x="150705" y="106827"/>
                    <a:pt x="150423" y="107929"/>
                  </a:cubicBezTo>
                  <a:cubicBezTo>
                    <a:pt x="149962" y="109518"/>
                    <a:pt x="149449" y="111132"/>
                    <a:pt x="149065" y="112773"/>
                  </a:cubicBezTo>
                  <a:cubicBezTo>
                    <a:pt x="148398" y="115515"/>
                    <a:pt x="148347" y="118386"/>
                    <a:pt x="148885" y="121179"/>
                  </a:cubicBezTo>
                  <a:cubicBezTo>
                    <a:pt x="149449" y="123999"/>
                    <a:pt x="150423" y="126715"/>
                    <a:pt x="151781" y="129253"/>
                  </a:cubicBezTo>
                  <a:cubicBezTo>
                    <a:pt x="153858" y="133225"/>
                    <a:pt x="156600" y="136865"/>
                    <a:pt x="159701" y="140325"/>
                  </a:cubicBezTo>
                  <a:cubicBezTo>
                    <a:pt x="163264" y="144221"/>
                    <a:pt x="167134" y="147860"/>
                    <a:pt x="171235" y="151218"/>
                  </a:cubicBezTo>
                  <a:cubicBezTo>
                    <a:pt x="171568" y="151474"/>
                    <a:pt x="171850" y="151756"/>
                    <a:pt x="172157" y="152038"/>
                  </a:cubicBezTo>
                  <a:lnTo>
                    <a:pt x="166006" y="152038"/>
                  </a:lnTo>
                  <a:cubicBezTo>
                    <a:pt x="165724" y="151782"/>
                    <a:pt x="165494" y="151500"/>
                    <a:pt x="165212" y="151243"/>
                  </a:cubicBezTo>
                  <a:cubicBezTo>
                    <a:pt x="161111" y="147732"/>
                    <a:pt x="157292" y="143913"/>
                    <a:pt x="153781" y="139812"/>
                  </a:cubicBezTo>
                  <a:cubicBezTo>
                    <a:pt x="151038" y="136609"/>
                    <a:pt x="148706" y="133123"/>
                    <a:pt x="146784" y="129381"/>
                  </a:cubicBezTo>
                  <a:cubicBezTo>
                    <a:pt x="145092" y="126049"/>
                    <a:pt x="143990" y="122461"/>
                    <a:pt x="143529" y="118744"/>
                  </a:cubicBezTo>
                  <a:cubicBezTo>
                    <a:pt x="143195" y="115900"/>
                    <a:pt x="143324" y="113055"/>
                    <a:pt x="143580" y="110210"/>
                  </a:cubicBezTo>
                  <a:cubicBezTo>
                    <a:pt x="143708" y="108723"/>
                    <a:pt x="143836" y="107211"/>
                    <a:pt x="143862" y="105724"/>
                  </a:cubicBezTo>
                  <a:cubicBezTo>
                    <a:pt x="143939" y="102956"/>
                    <a:pt x="142939" y="100265"/>
                    <a:pt x="141119" y="98189"/>
                  </a:cubicBezTo>
                  <a:cubicBezTo>
                    <a:pt x="140786" y="97805"/>
                    <a:pt x="140479" y="97420"/>
                    <a:pt x="140145" y="97036"/>
                  </a:cubicBezTo>
                  <a:cubicBezTo>
                    <a:pt x="139530" y="96344"/>
                    <a:pt x="138941" y="95678"/>
                    <a:pt x="138351" y="94986"/>
                  </a:cubicBezTo>
                  <a:cubicBezTo>
                    <a:pt x="136660" y="93038"/>
                    <a:pt x="135327" y="90833"/>
                    <a:pt x="134327" y="88475"/>
                  </a:cubicBezTo>
                  <a:cubicBezTo>
                    <a:pt x="133123" y="85477"/>
                    <a:pt x="132277" y="82324"/>
                    <a:pt x="131867" y="79121"/>
                  </a:cubicBezTo>
                  <a:cubicBezTo>
                    <a:pt x="131508" y="76506"/>
                    <a:pt x="131303" y="73866"/>
                    <a:pt x="131252" y="71252"/>
                  </a:cubicBezTo>
                  <a:cubicBezTo>
                    <a:pt x="131098" y="67126"/>
                    <a:pt x="130919" y="63025"/>
                    <a:pt x="130483" y="58950"/>
                  </a:cubicBezTo>
                  <a:cubicBezTo>
                    <a:pt x="130278" y="56797"/>
                    <a:pt x="130047" y="54644"/>
                    <a:pt x="129714" y="52491"/>
                  </a:cubicBezTo>
                  <a:cubicBezTo>
                    <a:pt x="129201" y="49364"/>
                    <a:pt x="128637" y="46237"/>
                    <a:pt x="128022" y="43110"/>
                  </a:cubicBezTo>
                  <a:cubicBezTo>
                    <a:pt x="126843" y="37190"/>
                    <a:pt x="125306" y="31321"/>
                    <a:pt x="123435" y="25580"/>
                  </a:cubicBezTo>
                  <a:cubicBezTo>
                    <a:pt x="122409" y="22350"/>
                    <a:pt x="121102" y="19198"/>
                    <a:pt x="119590" y="16148"/>
                  </a:cubicBezTo>
                  <a:cubicBezTo>
                    <a:pt x="118744" y="14507"/>
                    <a:pt x="117745" y="12944"/>
                    <a:pt x="116591" y="11534"/>
                  </a:cubicBezTo>
                  <a:cubicBezTo>
                    <a:pt x="115720" y="10483"/>
                    <a:pt x="114746" y="9561"/>
                    <a:pt x="113618" y="8817"/>
                  </a:cubicBezTo>
                  <a:cubicBezTo>
                    <a:pt x="112516" y="8074"/>
                    <a:pt x="111312" y="7536"/>
                    <a:pt x="110004" y="7280"/>
                  </a:cubicBezTo>
                  <a:cubicBezTo>
                    <a:pt x="108108" y="6895"/>
                    <a:pt x="106134" y="7075"/>
                    <a:pt x="104340" y="7741"/>
                  </a:cubicBezTo>
                  <a:cubicBezTo>
                    <a:pt x="102905" y="8279"/>
                    <a:pt x="101572" y="8997"/>
                    <a:pt x="100342" y="9894"/>
                  </a:cubicBezTo>
                  <a:cubicBezTo>
                    <a:pt x="99060" y="10842"/>
                    <a:pt x="97881" y="11893"/>
                    <a:pt x="96831" y="13072"/>
                  </a:cubicBezTo>
                  <a:cubicBezTo>
                    <a:pt x="95472" y="14559"/>
                    <a:pt x="94242" y="16148"/>
                    <a:pt x="93114" y="17814"/>
                  </a:cubicBezTo>
                  <a:cubicBezTo>
                    <a:pt x="91781" y="19736"/>
                    <a:pt x="90449" y="21684"/>
                    <a:pt x="89116" y="23606"/>
                  </a:cubicBezTo>
                  <a:cubicBezTo>
                    <a:pt x="87578" y="25810"/>
                    <a:pt x="85861" y="27886"/>
                    <a:pt x="84015" y="29834"/>
                  </a:cubicBezTo>
                  <a:cubicBezTo>
                    <a:pt x="82657" y="31269"/>
                    <a:pt x="81145" y="32551"/>
                    <a:pt x="79505" y="33679"/>
                  </a:cubicBezTo>
                  <a:cubicBezTo>
                    <a:pt x="75916" y="36088"/>
                    <a:pt x="71764" y="37292"/>
                    <a:pt x="67125" y="37395"/>
                  </a:cubicBezTo>
                  <a:cubicBezTo>
                    <a:pt x="63665" y="37421"/>
                    <a:pt x="60179" y="36985"/>
                    <a:pt x="56822" y="36139"/>
                  </a:cubicBezTo>
                  <a:cubicBezTo>
                    <a:pt x="51260" y="34781"/>
                    <a:pt x="45878" y="32756"/>
                    <a:pt x="40803" y="30142"/>
                  </a:cubicBezTo>
                  <a:cubicBezTo>
                    <a:pt x="36907" y="28117"/>
                    <a:pt x="33140" y="25887"/>
                    <a:pt x="29500" y="23478"/>
                  </a:cubicBezTo>
                  <a:cubicBezTo>
                    <a:pt x="26015" y="21171"/>
                    <a:pt x="22554" y="18813"/>
                    <a:pt x="19043" y="16532"/>
                  </a:cubicBezTo>
                  <a:cubicBezTo>
                    <a:pt x="13302" y="12765"/>
                    <a:pt x="7381" y="9304"/>
                    <a:pt x="1307" y="6152"/>
                  </a:cubicBezTo>
                  <a:cubicBezTo>
                    <a:pt x="897" y="5947"/>
                    <a:pt x="436" y="5793"/>
                    <a:pt x="0" y="5588"/>
                  </a:cubicBezTo>
                  <a:lnTo>
                    <a:pt x="0" y="2974"/>
                  </a:lnTo>
                  <a:cubicBezTo>
                    <a:pt x="436" y="3153"/>
                    <a:pt x="897" y="3333"/>
                    <a:pt x="1307" y="3538"/>
                  </a:cubicBezTo>
                  <a:cubicBezTo>
                    <a:pt x="8227" y="7203"/>
                    <a:pt x="14942" y="11252"/>
                    <a:pt x="21427" y="15661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45" name="Google Shape;506;p19"/>
            <p:cNvSpPr/>
            <p:nvPr/>
          </p:nvSpPr>
          <p:spPr>
            <a:xfrm rot="10800000">
              <a:off x="360" y="1752120"/>
              <a:ext cx="1572120" cy="3028680"/>
            </a:xfrm>
            <a:custGeom>
              <a:avLst/>
              <a:gdLst>
                <a:gd name="textAreaLeft" fmla="*/ 0 w 1572120"/>
                <a:gd name="textAreaRight" fmla="*/ 1572480 w 1572120"/>
                <a:gd name="textAreaTop" fmla="*/ 0 h 3028680"/>
                <a:gd name="textAreaBottom" fmla="*/ 3029040 h 3028680"/>
              </a:gdLst>
              <a:ahLst/>
              <a:cxnLst/>
              <a:rect l="textAreaLeft" t="textAreaTop" r="textAreaRight" b="textAreaBottom"/>
              <a:pathLst>
                <a:path w="48954" h="103623">
                  <a:moveTo>
                    <a:pt x="30962" y="101188"/>
                  </a:moveTo>
                  <a:cubicBezTo>
                    <a:pt x="28040" y="100265"/>
                    <a:pt x="25220" y="99035"/>
                    <a:pt x="22529" y="97523"/>
                  </a:cubicBezTo>
                  <a:cubicBezTo>
                    <a:pt x="18223" y="95114"/>
                    <a:pt x="14302" y="92064"/>
                    <a:pt x="10944" y="88450"/>
                  </a:cubicBezTo>
                  <a:cubicBezTo>
                    <a:pt x="6049" y="83196"/>
                    <a:pt x="2794" y="77327"/>
                    <a:pt x="1179" y="70817"/>
                  </a:cubicBezTo>
                  <a:cubicBezTo>
                    <a:pt x="0" y="66024"/>
                    <a:pt x="180" y="61205"/>
                    <a:pt x="1282" y="56438"/>
                  </a:cubicBezTo>
                  <a:cubicBezTo>
                    <a:pt x="1846" y="54055"/>
                    <a:pt x="2538" y="51671"/>
                    <a:pt x="3230" y="49287"/>
                  </a:cubicBezTo>
                  <a:cubicBezTo>
                    <a:pt x="4434" y="45135"/>
                    <a:pt x="6075" y="41137"/>
                    <a:pt x="8125" y="37318"/>
                  </a:cubicBezTo>
                  <a:cubicBezTo>
                    <a:pt x="11073" y="31833"/>
                    <a:pt x="14968" y="26861"/>
                    <a:pt x="19479" y="22196"/>
                  </a:cubicBezTo>
                  <a:cubicBezTo>
                    <a:pt x="24631" y="16917"/>
                    <a:pt x="30141" y="12021"/>
                    <a:pt x="35985" y="7562"/>
                  </a:cubicBezTo>
                  <a:cubicBezTo>
                    <a:pt x="39958" y="4486"/>
                    <a:pt x="44315" y="1949"/>
                    <a:pt x="48954" y="1"/>
                  </a:cubicBezTo>
                  <a:lnTo>
                    <a:pt x="48954" y="3948"/>
                  </a:lnTo>
                  <a:cubicBezTo>
                    <a:pt x="48749" y="4025"/>
                    <a:pt x="48544" y="4076"/>
                    <a:pt x="48339" y="4179"/>
                  </a:cubicBezTo>
                  <a:cubicBezTo>
                    <a:pt x="45853" y="5383"/>
                    <a:pt x="43495" y="6793"/>
                    <a:pt x="41239" y="8433"/>
                  </a:cubicBezTo>
                  <a:cubicBezTo>
                    <a:pt x="33986" y="13687"/>
                    <a:pt x="27348" y="19428"/>
                    <a:pt x="21581" y="25836"/>
                  </a:cubicBezTo>
                  <a:cubicBezTo>
                    <a:pt x="17275" y="30654"/>
                    <a:pt x="13841" y="35883"/>
                    <a:pt x="11534" y="41573"/>
                  </a:cubicBezTo>
                  <a:cubicBezTo>
                    <a:pt x="10355" y="44443"/>
                    <a:pt x="9458" y="47442"/>
                    <a:pt x="8920" y="50492"/>
                  </a:cubicBezTo>
                  <a:cubicBezTo>
                    <a:pt x="8535" y="52645"/>
                    <a:pt x="8151" y="54772"/>
                    <a:pt x="7920" y="56925"/>
                  </a:cubicBezTo>
                  <a:cubicBezTo>
                    <a:pt x="7074" y="64614"/>
                    <a:pt x="9612" y="71432"/>
                    <a:pt x="15763" y="77275"/>
                  </a:cubicBezTo>
                  <a:cubicBezTo>
                    <a:pt x="19838" y="81145"/>
                    <a:pt x="24708" y="84119"/>
                    <a:pt x="30039" y="85964"/>
                  </a:cubicBezTo>
                  <a:cubicBezTo>
                    <a:pt x="34165" y="87399"/>
                    <a:pt x="38522" y="88091"/>
                    <a:pt x="42905" y="87989"/>
                  </a:cubicBezTo>
                  <a:cubicBezTo>
                    <a:pt x="44930" y="87963"/>
                    <a:pt x="46980" y="87707"/>
                    <a:pt x="48954" y="87194"/>
                  </a:cubicBezTo>
                  <a:lnTo>
                    <a:pt x="48954" y="102623"/>
                  </a:lnTo>
                  <a:cubicBezTo>
                    <a:pt x="48851" y="102623"/>
                    <a:pt x="48723" y="102623"/>
                    <a:pt x="48621" y="102649"/>
                  </a:cubicBezTo>
                  <a:cubicBezTo>
                    <a:pt x="42546" y="103623"/>
                    <a:pt x="36677" y="103008"/>
                    <a:pt x="30962" y="10118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46" name="Google Shape;507;p19"/>
            <p:cNvSpPr/>
            <p:nvPr/>
          </p:nvSpPr>
          <p:spPr>
            <a:xfrm rot="10800000">
              <a:off x="720" y="299880"/>
              <a:ext cx="4073760" cy="4843440"/>
            </a:xfrm>
            <a:custGeom>
              <a:avLst/>
              <a:gdLst>
                <a:gd name="textAreaLeft" fmla="*/ 0 w 4073760"/>
                <a:gd name="textAreaRight" fmla="*/ 4074120 w 4073760"/>
                <a:gd name="textAreaTop" fmla="*/ 0 h 4843440"/>
                <a:gd name="textAreaBottom" fmla="*/ 4843800 h 4843440"/>
              </a:gdLst>
              <a:ahLst/>
              <a:cxnLst/>
              <a:rect l="textAreaLeft" t="textAreaTop" r="textAreaRight" b="textAreaBottom"/>
              <a:pathLst>
                <a:path w="126844" h="165698">
                  <a:moveTo>
                    <a:pt x="114055" y="165595"/>
                  </a:moveTo>
                  <a:cubicBezTo>
                    <a:pt x="110184" y="165698"/>
                    <a:pt x="106340" y="165288"/>
                    <a:pt x="102598" y="164365"/>
                  </a:cubicBezTo>
                  <a:cubicBezTo>
                    <a:pt x="99573" y="163571"/>
                    <a:pt x="96600" y="162648"/>
                    <a:pt x="93679" y="161546"/>
                  </a:cubicBezTo>
                  <a:cubicBezTo>
                    <a:pt x="90321" y="160316"/>
                    <a:pt x="86963" y="159034"/>
                    <a:pt x="83580" y="157829"/>
                  </a:cubicBezTo>
                  <a:cubicBezTo>
                    <a:pt x="78019" y="155830"/>
                    <a:pt x="72252" y="154446"/>
                    <a:pt x="66383" y="153703"/>
                  </a:cubicBezTo>
                  <a:cubicBezTo>
                    <a:pt x="63640" y="153344"/>
                    <a:pt x="60898" y="153011"/>
                    <a:pt x="58181" y="152627"/>
                  </a:cubicBezTo>
                  <a:cubicBezTo>
                    <a:pt x="56054" y="152345"/>
                    <a:pt x="53978" y="151858"/>
                    <a:pt x="51953" y="151140"/>
                  </a:cubicBezTo>
                  <a:cubicBezTo>
                    <a:pt x="46904" y="149269"/>
                    <a:pt x="43597" y="146142"/>
                    <a:pt x="42085" y="141734"/>
                  </a:cubicBezTo>
                  <a:cubicBezTo>
                    <a:pt x="41624" y="140401"/>
                    <a:pt x="41342" y="138991"/>
                    <a:pt x="41214" y="137582"/>
                  </a:cubicBezTo>
                  <a:cubicBezTo>
                    <a:pt x="40983" y="135506"/>
                    <a:pt x="41034" y="133455"/>
                    <a:pt x="41009" y="131379"/>
                  </a:cubicBezTo>
                  <a:cubicBezTo>
                    <a:pt x="40983" y="129508"/>
                    <a:pt x="40932" y="127612"/>
                    <a:pt x="40829" y="125741"/>
                  </a:cubicBezTo>
                  <a:cubicBezTo>
                    <a:pt x="40676" y="122460"/>
                    <a:pt x="40470" y="119179"/>
                    <a:pt x="40317" y="115899"/>
                  </a:cubicBezTo>
                  <a:cubicBezTo>
                    <a:pt x="40137" y="112362"/>
                    <a:pt x="40009" y="108825"/>
                    <a:pt x="39778" y="105288"/>
                  </a:cubicBezTo>
                  <a:cubicBezTo>
                    <a:pt x="39573" y="102033"/>
                    <a:pt x="39266" y="98778"/>
                    <a:pt x="38984" y="95523"/>
                  </a:cubicBezTo>
                  <a:cubicBezTo>
                    <a:pt x="38651" y="91499"/>
                    <a:pt x="38241" y="87475"/>
                    <a:pt x="37600" y="83477"/>
                  </a:cubicBezTo>
                  <a:cubicBezTo>
                    <a:pt x="37087" y="80017"/>
                    <a:pt x="36062" y="76634"/>
                    <a:pt x="34499" y="73507"/>
                  </a:cubicBezTo>
                  <a:cubicBezTo>
                    <a:pt x="34063" y="72635"/>
                    <a:pt x="33678" y="71738"/>
                    <a:pt x="33320" y="70841"/>
                  </a:cubicBezTo>
                  <a:cubicBezTo>
                    <a:pt x="32628" y="69124"/>
                    <a:pt x="32448" y="67202"/>
                    <a:pt x="32833" y="65382"/>
                  </a:cubicBezTo>
                  <a:cubicBezTo>
                    <a:pt x="33063" y="64177"/>
                    <a:pt x="33473" y="63024"/>
                    <a:pt x="34037" y="61973"/>
                  </a:cubicBezTo>
                  <a:cubicBezTo>
                    <a:pt x="34781" y="60589"/>
                    <a:pt x="35575" y="59231"/>
                    <a:pt x="36370" y="57898"/>
                  </a:cubicBezTo>
                  <a:cubicBezTo>
                    <a:pt x="37010" y="56822"/>
                    <a:pt x="37677" y="55771"/>
                    <a:pt x="38292" y="54694"/>
                  </a:cubicBezTo>
                  <a:cubicBezTo>
                    <a:pt x="38830" y="53797"/>
                    <a:pt x="39240" y="52849"/>
                    <a:pt x="39497" y="51849"/>
                  </a:cubicBezTo>
                  <a:cubicBezTo>
                    <a:pt x="39702" y="51183"/>
                    <a:pt x="39753" y="50491"/>
                    <a:pt x="39676" y="49799"/>
                  </a:cubicBezTo>
                  <a:cubicBezTo>
                    <a:pt x="39497" y="48646"/>
                    <a:pt x="38753" y="47851"/>
                    <a:pt x="37446" y="47415"/>
                  </a:cubicBezTo>
                  <a:cubicBezTo>
                    <a:pt x="36652" y="47134"/>
                    <a:pt x="35831" y="47005"/>
                    <a:pt x="34986" y="46980"/>
                  </a:cubicBezTo>
                  <a:cubicBezTo>
                    <a:pt x="33909" y="46929"/>
                    <a:pt x="32807" y="46929"/>
                    <a:pt x="31705" y="46929"/>
                  </a:cubicBezTo>
                  <a:cubicBezTo>
                    <a:pt x="30193" y="46929"/>
                    <a:pt x="28655" y="46954"/>
                    <a:pt x="27143" y="46954"/>
                  </a:cubicBezTo>
                  <a:cubicBezTo>
                    <a:pt x="25092" y="46954"/>
                    <a:pt x="23068" y="46775"/>
                    <a:pt x="21068" y="46416"/>
                  </a:cubicBezTo>
                  <a:cubicBezTo>
                    <a:pt x="15763" y="45442"/>
                    <a:pt x="11457" y="43238"/>
                    <a:pt x="8202" y="39650"/>
                  </a:cubicBezTo>
                  <a:cubicBezTo>
                    <a:pt x="7151" y="38496"/>
                    <a:pt x="6229" y="37215"/>
                    <a:pt x="5460" y="35882"/>
                  </a:cubicBezTo>
                  <a:cubicBezTo>
                    <a:pt x="4178" y="33703"/>
                    <a:pt x="3179" y="31345"/>
                    <a:pt x="2512" y="28911"/>
                  </a:cubicBezTo>
                  <a:cubicBezTo>
                    <a:pt x="1410" y="24810"/>
                    <a:pt x="795" y="20581"/>
                    <a:pt x="693" y="16352"/>
                  </a:cubicBezTo>
                  <a:cubicBezTo>
                    <a:pt x="590" y="12507"/>
                    <a:pt x="539" y="8663"/>
                    <a:pt x="462" y="4793"/>
                  </a:cubicBezTo>
                  <a:cubicBezTo>
                    <a:pt x="462" y="3178"/>
                    <a:pt x="308" y="1589"/>
                    <a:pt x="1" y="0"/>
                  </a:cubicBezTo>
                  <a:lnTo>
                    <a:pt x="2743" y="0"/>
                  </a:lnTo>
                  <a:cubicBezTo>
                    <a:pt x="2794" y="1666"/>
                    <a:pt x="2897" y="3306"/>
                    <a:pt x="2871" y="4972"/>
                  </a:cubicBezTo>
                  <a:cubicBezTo>
                    <a:pt x="2871" y="7638"/>
                    <a:pt x="2769" y="10303"/>
                    <a:pt x="2743" y="12969"/>
                  </a:cubicBezTo>
                  <a:cubicBezTo>
                    <a:pt x="2692" y="16403"/>
                    <a:pt x="2897" y="19863"/>
                    <a:pt x="3384" y="23272"/>
                  </a:cubicBezTo>
                  <a:cubicBezTo>
                    <a:pt x="3768" y="25963"/>
                    <a:pt x="4460" y="28603"/>
                    <a:pt x="5460" y="31140"/>
                  </a:cubicBezTo>
                  <a:cubicBezTo>
                    <a:pt x="6511" y="33832"/>
                    <a:pt x="8048" y="36266"/>
                    <a:pt x="10022" y="38368"/>
                  </a:cubicBezTo>
                  <a:cubicBezTo>
                    <a:pt x="12380" y="40777"/>
                    <a:pt x="15353" y="42520"/>
                    <a:pt x="18634" y="43392"/>
                  </a:cubicBezTo>
                  <a:cubicBezTo>
                    <a:pt x="21632" y="44186"/>
                    <a:pt x="24759" y="44442"/>
                    <a:pt x="27835" y="44084"/>
                  </a:cubicBezTo>
                  <a:cubicBezTo>
                    <a:pt x="29834" y="43879"/>
                    <a:pt x="31807" y="43571"/>
                    <a:pt x="33755" y="43135"/>
                  </a:cubicBezTo>
                  <a:cubicBezTo>
                    <a:pt x="36113" y="42648"/>
                    <a:pt x="38446" y="42110"/>
                    <a:pt x="40804" y="41674"/>
                  </a:cubicBezTo>
                  <a:cubicBezTo>
                    <a:pt x="41880" y="41495"/>
                    <a:pt x="42982" y="41367"/>
                    <a:pt x="44059" y="41290"/>
                  </a:cubicBezTo>
                  <a:cubicBezTo>
                    <a:pt x="44853" y="41239"/>
                    <a:pt x="45648" y="41316"/>
                    <a:pt x="46442" y="41521"/>
                  </a:cubicBezTo>
                  <a:cubicBezTo>
                    <a:pt x="47647" y="41828"/>
                    <a:pt x="48416" y="42520"/>
                    <a:pt x="48723" y="43545"/>
                  </a:cubicBezTo>
                  <a:cubicBezTo>
                    <a:pt x="48877" y="44160"/>
                    <a:pt x="48928" y="44776"/>
                    <a:pt x="48826" y="45416"/>
                  </a:cubicBezTo>
                  <a:cubicBezTo>
                    <a:pt x="48672" y="46518"/>
                    <a:pt x="48365" y="47595"/>
                    <a:pt x="47903" y="48594"/>
                  </a:cubicBezTo>
                  <a:cubicBezTo>
                    <a:pt x="47314" y="49927"/>
                    <a:pt x="46622" y="51209"/>
                    <a:pt x="45827" y="52439"/>
                  </a:cubicBezTo>
                  <a:cubicBezTo>
                    <a:pt x="44725" y="54156"/>
                    <a:pt x="43572" y="55873"/>
                    <a:pt x="42521" y="57591"/>
                  </a:cubicBezTo>
                  <a:cubicBezTo>
                    <a:pt x="41854" y="58667"/>
                    <a:pt x="41239" y="59795"/>
                    <a:pt x="40701" y="60922"/>
                  </a:cubicBezTo>
                  <a:cubicBezTo>
                    <a:pt x="39753" y="62845"/>
                    <a:pt x="39368" y="64972"/>
                    <a:pt x="39548" y="67099"/>
                  </a:cubicBezTo>
                  <a:cubicBezTo>
                    <a:pt x="39650" y="68125"/>
                    <a:pt x="39753" y="69150"/>
                    <a:pt x="39932" y="70175"/>
                  </a:cubicBezTo>
                  <a:cubicBezTo>
                    <a:pt x="40394" y="72892"/>
                    <a:pt x="40727" y="75660"/>
                    <a:pt x="40906" y="78402"/>
                  </a:cubicBezTo>
                  <a:cubicBezTo>
                    <a:pt x="41188" y="82810"/>
                    <a:pt x="41419" y="87219"/>
                    <a:pt x="41675" y="91627"/>
                  </a:cubicBezTo>
                  <a:cubicBezTo>
                    <a:pt x="41829" y="94241"/>
                    <a:pt x="41983" y="96830"/>
                    <a:pt x="42188" y="99419"/>
                  </a:cubicBezTo>
                  <a:cubicBezTo>
                    <a:pt x="42393" y="102007"/>
                    <a:pt x="42598" y="104622"/>
                    <a:pt x="42777" y="107210"/>
                  </a:cubicBezTo>
                  <a:cubicBezTo>
                    <a:pt x="42957" y="110055"/>
                    <a:pt x="43110" y="112900"/>
                    <a:pt x="43315" y="115745"/>
                  </a:cubicBezTo>
                  <a:cubicBezTo>
                    <a:pt x="43392" y="116898"/>
                    <a:pt x="43495" y="118052"/>
                    <a:pt x="43623" y="119205"/>
                  </a:cubicBezTo>
                  <a:cubicBezTo>
                    <a:pt x="43854" y="121384"/>
                    <a:pt x="44110" y="123562"/>
                    <a:pt x="44366" y="125766"/>
                  </a:cubicBezTo>
                  <a:cubicBezTo>
                    <a:pt x="44699" y="128509"/>
                    <a:pt x="44981" y="131251"/>
                    <a:pt x="45340" y="133994"/>
                  </a:cubicBezTo>
                  <a:cubicBezTo>
                    <a:pt x="45545" y="135813"/>
                    <a:pt x="46007" y="137607"/>
                    <a:pt x="46699" y="139299"/>
                  </a:cubicBezTo>
                  <a:cubicBezTo>
                    <a:pt x="48185" y="142836"/>
                    <a:pt x="50953" y="145476"/>
                    <a:pt x="55028" y="147142"/>
                  </a:cubicBezTo>
                  <a:cubicBezTo>
                    <a:pt x="55772" y="147449"/>
                    <a:pt x="56566" y="147706"/>
                    <a:pt x="57335" y="147962"/>
                  </a:cubicBezTo>
                  <a:cubicBezTo>
                    <a:pt x="59129" y="148475"/>
                    <a:pt x="60949" y="148910"/>
                    <a:pt x="62794" y="149243"/>
                  </a:cubicBezTo>
                  <a:cubicBezTo>
                    <a:pt x="65998" y="149884"/>
                    <a:pt x="69202" y="150474"/>
                    <a:pt x="72406" y="151191"/>
                  </a:cubicBezTo>
                  <a:cubicBezTo>
                    <a:pt x="77173" y="152293"/>
                    <a:pt x="81735" y="153857"/>
                    <a:pt x="86246" y="155523"/>
                  </a:cubicBezTo>
                  <a:cubicBezTo>
                    <a:pt x="89655" y="156804"/>
                    <a:pt x="93063" y="158086"/>
                    <a:pt x="96524" y="159290"/>
                  </a:cubicBezTo>
                  <a:cubicBezTo>
                    <a:pt x="100471" y="160674"/>
                    <a:pt x="104546" y="161571"/>
                    <a:pt x="108698" y="161905"/>
                  </a:cubicBezTo>
                  <a:cubicBezTo>
                    <a:pt x="111517" y="162135"/>
                    <a:pt x="114311" y="162084"/>
                    <a:pt x="117104" y="161725"/>
                  </a:cubicBezTo>
                  <a:cubicBezTo>
                    <a:pt x="120026" y="161341"/>
                    <a:pt x="122923" y="160726"/>
                    <a:pt x="125767" y="159880"/>
                  </a:cubicBezTo>
                  <a:cubicBezTo>
                    <a:pt x="126126" y="159752"/>
                    <a:pt x="126485" y="159675"/>
                    <a:pt x="126844" y="159598"/>
                  </a:cubicBezTo>
                  <a:lnTo>
                    <a:pt x="126844" y="163160"/>
                  </a:lnTo>
                  <a:cubicBezTo>
                    <a:pt x="125972" y="163442"/>
                    <a:pt x="125075" y="163750"/>
                    <a:pt x="124178" y="163981"/>
                  </a:cubicBezTo>
                  <a:cubicBezTo>
                    <a:pt x="120872" y="164903"/>
                    <a:pt x="117489" y="165442"/>
                    <a:pt x="114055" y="16559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47" name="Google Shape;508;p19"/>
            <p:cNvSpPr/>
            <p:nvPr/>
          </p:nvSpPr>
          <p:spPr>
            <a:xfrm rot="10800000">
              <a:off x="7029000" y="4515840"/>
              <a:ext cx="2113920" cy="627480"/>
            </a:xfrm>
            <a:custGeom>
              <a:avLst/>
              <a:gdLst>
                <a:gd name="textAreaLeft" fmla="*/ 0 w 2113920"/>
                <a:gd name="textAreaRight" fmla="*/ 2114280 w 2113920"/>
                <a:gd name="textAreaTop" fmla="*/ 0 h 627480"/>
                <a:gd name="textAreaBottom" fmla="*/ 627840 h 627480"/>
              </a:gdLst>
              <a:ahLst/>
              <a:cxnLst/>
              <a:rect l="textAreaLeft" t="textAreaTop" r="textAreaRight" b="textAreaBottom"/>
              <a:pathLst>
                <a:path w="65819" h="21478">
                  <a:moveTo>
                    <a:pt x="65152" y="513"/>
                  </a:moveTo>
                  <a:cubicBezTo>
                    <a:pt x="62179" y="2230"/>
                    <a:pt x="59616" y="4537"/>
                    <a:pt x="57565" y="7305"/>
                  </a:cubicBezTo>
                  <a:cubicBezTo>
                    <a:pt x="56591" y="8637"/>
                    <a:pt x="55617" y="9970"/>
                    <a:pt x="54643" y="11328"/>
                  </a:cubicBezTo>
                  <a:cubicBezTo>
                    <a:pt x="53311" y="13148"/>
                    <a:pt x="51875" y="14865"/>
                    <a:pt x="50312" y="16506"/>
                  </a:cubicBezTo>
                  <a:cubicBezTo>
                    <a:pt x="49210" y="17659"/>
                    <a:pt x="47954" y="18684"/>
                    <a:pt x="46596" y="19530"/>
                  </a:cubicBezTo>
                  <a:cubicBezTo>
                    <a:pt x="45032" y="20504"/>
                    <a:pt x="43264" y="21119"/>
                    <a:pt x="41418" y="21350"/>
                  </a:cubicBezTo>
                  <a:cubicBezTo>
                    <a:pt x="39983" y="21478"/>
                    <a:pt x="38548" y="21401"/>
                    <a:pt x="37112" y="21145"/>
                  </a:cubicBezTo>
                  <a:cubicBezTo>
                    <a:pt x="35088" y="20786"/>
                    <a:pt x="33088" y="20299"/>
                    <a:pt x="31141" y="19658"/>
                  </a:cubicBezTo>
                  <a:cubicBezTo>
                    <a:pt x="27578" y="18556"/>
                    <a:pt x="24118" y="17275"/>
                    <a:pt x="20735" y="15891"/>
                  </a:cubicBezTo>
                  <a:cubicBezTo>
                    <a:pt x="14250" y="13251"/>
                    <a:pt x="7817" y="10585"/>
                    <a:pt x="1358" y="7945"/>
                  </a:cubicBezTo>
                  <a:cubicBezTo>
                    <a:pt x="923" y="7766"/>
                    <a:pt x="538" y="7510"/>
                    <a:pt x="0" y="7510"/>
                  </a:cubicBezTo>
                  <a:lnTo>
                    <a:pt x="0" y="0"/>
                  </a:lnTo>
                  <a:lnTo>
                    <a:pt x="14122" y="0"/>
                  </a:lnTo>
                  <a:cubicBezTo>
                    <a:pt x="14302" y="51"/>
                    <a:pt x="14481" y="103"/>
                    <a:pt x="14660" y="128"/>
                  </a:cubicBezTo>
                  <a:cubicBezTo>
                    <a:pt x="18761" y="487"/>
                    <a:pt x="22888" y="718"/>
                    <a:pt x="27040" y="359"/>
                  </a:cubicBezTo>
                  <a:cubicBezTo>
                    <a:pt x="28116" y="282"/>
                    <a:pt x="29218" y="282"/>
                    <a:pt x="30295" y="0"/>
                  </a:cubicBezTo>
                  <a:lnTo>
                    <a:pt x="65818" y="0"/>
                  </a:lnTo>
                  <a:cubicBezTo>
                    <a:pt x="65613" y="179"/>
                    <a:pt x="65382" y="359"/>
                    <a:pt x="65152" y="513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48" name="Google Shape;509;p19"/>
            <p:cNvSpPr/>
            <p:nvPr/>
          </p:nvSpPr>
          <p:spPr>
            <a:xfrm rot="10800000">
              <a:off x="6056280" y="3743280"/>
              <a:ext cx="3086640" cy="1400040"/>
            </a:xfrm>
            <a:custGeom>
              <a:avLst/>
              <a:gdLst>
                <a:gd name="textAreaLeft" fmla="*/ 0 w 3086640"/>
                <a:gd name="textAreaRight" fmla="*/ 3087000 w 3086640"/>
                <a:gd name="textAreaTop" fmla="*/ 0 h 1400040"/>
                <a:gd name="textAreaBottom" fmla="*/ 1400400 h 1400040"/>
              </a:gdLst>
              <a:ahLst/>
              <a:cxnLst/>
              <a:rect l="textAreaLeft" t="textAreaTop" r="textAreaRight" b="textAreaBottom"/>
              <a:pathLst>
                <a:path w="96113" h="47903">
                  <a:moveTo>
                    <a:pt x="90141" y="6894"/>
                  </a:moveTo>
                  <a:cubicBezTo>
                    <a:pt x="89141" y="8073"/>
                    <a:pt x="88168" y="9252"/>
                    <a:pt x="87194" y="10457"/>
                  </a:cubicBezTo>
                  <a:cubicBezTo>
                    <a:pt x="83862" y="14532"/>
                    <a:pt x="81376" y="19248"/>
                    <a:pt x="79915" y="24323"/>
                  </a:cubicBezTo>
                  <a:cubicBezTo>
                    <a:pt x="79018" y="27552"/>
                    <a:pt x="77967" y="30705"/>
                    <a:pt x="76762" y="33832"/>
                  </a:cubicBezTo>
                  <a:cubicBezTo>
                    <a:pt x="75839" y="36138"/>
                    <a:pt x="74712" y="38368"/>
                    <a:pt x="73379" y="40470"/>
                  </a:cubicBezTo>
                  <a:cubicBezTo>
                    <a:pt x="72482" y="41828"/>
                    <a:pt x="71457" y="43084"/>
                    <a:pt x="70303" y="44186"/>
                  </a:cubicBezTo>
                  <a:cubicBezTo>
                    <a:pt x="68484" y="45878"/>
                    <a:pt x="66228" y="47005"/>
                    <a:pt x="63819" y="47492"/>
                  </a:cubicBezTo>
                  <a:cubicBezTo>
                    <a:pt x="61871" y="47851"/>
                    <a:pt x="59872" y="47902"/>
                    <a:pt x="57924" y="47646"/>
                  </a:cubicBezTo>
                  <a:cubicBezTo>
                    <a:pt x="55182" y="47313"/>
                    <a:pt x="52490" y="46621"/>
                    <a:pt x="49953" y="45570"/>
                  </a:cubicBezTo>
                  <a:cubicBezTo>
                    <a:pt x="47441" y="44571"/>
                    <a:pt x="45032" y="43392"/>
                    <a:pt x="42674" y="42059"/>
                  </a:cubicBezTo>
                  <a:cubicBezTo>
                    <a:pt x="39342" y="40188"/>
                    <a:pt x="36164" y="38189"/>
                    <a:pt x="32986" y="36138"/>
                  </a:cubicBezTo>
                  <a:cubicBezTo>
                    <a:pt x="27117" y="32422"/>
                    <a:pt x="21222" y="28731"/>
                    <a:pt x="15096" y="25297"/>
                  </a:cubicBezTo>
                  <a:cubicBezTo>
                    <a:pt x="10534" y="22734"/>
                    <a:pt x="5869" y="20248"/>
                    <a:pt x="1128" y="17890"/>
                  </a:cubicBezTo>
                  <a:cubicBezTo>
                    <a:pt x="795" y="17659"/>
                    <a:pt x="410" y="17531"/>
                    <a:pt x="0" y="17480"/>
                  </a:cubicBezTo>
                  <a:lnTo>
                    <a:pt x="0" y="13533"/>
                  </a:lnTo>
                  <a:cubicBezTo>
                    <a:pt x="513" y="13738"/>
                    <a:pt x="1025" y="13943"/>
                    <a:pt x="1512" y="14173"/>
                  </a:cubicBezTo>
                  <a:cubicBezTo>
                    <a:pt x="11790" y="19043"/>
                    <a:pt x="21837" y="24195"/>
                    <a:pt x="31679" y="29628"/>
                  </a:cubicBezTo>
                  <a:cubicBezTo>
                    <a:pt x="34908" y="31422"/>
                    <a:pt x="38214" y="33165"/>
                    <a:pt x="41521" y="34857"/>
                  </a:cubicBezTo>
                  <a:cubicBezTo>
                    <a:pt x="43802" y="36061"/>
                    <a:pt x="46160" y="37061"/>
                    <a:pt x="48595" y="37881"/>
                  </a:cubicBezTo>
                  <a:cubicBezTo>
                    <a:pt x="50594" y="38599"/>
                    <a:pt x="52721" y="39034"/>
                    <a:pt x="54848" y="39188"/>
                  </a:cubicBezTo>
                  <a:cubicBezTo>
                    <a:pt x="58001" y="39342"/>
                    <a:pt x="60666" y="38547"/>
                    <a:pt x="62819" y="36574"/>
                  </a:cubicBezTo>
                  <a:cubicBezTo>
                    <a:pt x="63998" y="35498"/>
                    <a:pt x="64998" y="34242"/>
                    <a:pt x="65844" y="32858"/>
                  </a:cubicBezTo>
                  <a:cubicBezTo>
                    <a:pt x="67125" y="30756"/>
                    <a:pt x="68176" y="28526"/>
                    <a:pt x="68996" y="26219"/>
                  </a:cubicBezTo>
                  <a:cubicBezTo>
                    <a:pt x="69945" y="23451"/>
                    <a:pt x="70816" y="20658"/>
                    <a:pt x="71739" y="17890"/>
                  </a:cubicBezTo>
                  <a:cubicBezTo>
                    <a:pt x="72097" y="16788"/>
                    <a:pt x="72456" y="15711"/>
                    <a:pt x="72866" y="14635"/>
                  </a:cubicBezTo>
                  <a:cubicBezTo>
                    <a:pt x="73866" y="12097"/>
                    <a:pt x="75353" y="9765"/>
                    <a:pt x="77223" y="7766"/>
                  </a:cubicBezTo>
                  <a:cubicBezTo>
                    <a:pt x="78633" y="6254"/>
                    <a:pt x="80120" y="4844"/>
                    <a:pt x="81709" y="3511"/>
                  </a:cubicBezTo>
                  <a:cubicBezTo>
                    <a:pt x="82836" y="2537"/>
                    <a:pt x="83964" y="1589"/>
                    <a:pt x="85092" y="589"/>
                  </a:cubicBezTo>
                  <a:cubicBezTo>
                    <a:pt x="85271" y="410"/>
                    <a:pt x="85451" y="205"/>
                    <a:pt x="85630" y="0"/>
                  </a:cubicBezTo>
                  <a:lnTo>
                    <a:pt x="96113" y="0"/>
                  </a:lnTo>
                  <a:cubicBezTo>
                    <a:pt x="95857" y="333"/>
                    <a:pt x="95626" y="641"/>
                    <a:pt x="95370" y="948"/>
                  </a:cubicBezTo>
                  <a:cubicBezTo>
                    <a:pt x="93627" y="2922"/>
                    <a:pt x="91884" y="4895"/>
                    <a:pt x="90141" y="6894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49" name="Google Shape;510;p19"/>
            <p:cNvSpPr/>
            <p:nvPr/>
          </p:nvSpPr>
          <p:spPr>
            <a:xfrm rot="10800000">
              <a:off x="5669280" y="1080"/>
              <a:ext cx="3473640" cy="3142800"/>
            </a:xfrm>
            <a:custGeom>
              <a:avLst/>
              <a:gdLst>
                <a:gd name="textAreaLeft" fmla="*/ 0 w 3473640"/>
                <a:gd name="textAreaRight" fmla="*/ 3474000 w 3473640"/>
                <a:gd name="textAreaTop" fmla="*/ 0 h 3142800"/>
                <a:gd name="textAreaBottom" fmla="*/ 3143160 h 3142800"/>
              </a:gdLst>
              <a:ahLst/>
              <a:cxnLst/>
              <a:rect l="textAreaLeft" t="textAreaTop" r="textAreaRight" b="textAreaBottom"/>
              <a:pathLst>
                <a:path w="108160" h="107519">
                  <a:moveTo>
                    <a:pt x="897" y="6280"/>
                  </a:moveTo>
                  <a:cubicBezTo>
                    <a:pt x="1717" y="5331"/>
                    <a:pt x="2614" y="4486"/>
                    <a:pt x="3588" y="3717"/>
                  </a:cubicBezTo>
                  <a:cubicBezTo>
                    <a:pt x="5869" y="1923"/>
                    <a:pt x="8586" y="769"/>
                    <a:pt x="11457" y="359"/>
                  </a:cubicBezTo>
                  <a:cubicBezTo>
                    <a:pt x="12918" y="129"/>
                    <a:pt x="14378" y="0"/>
                    <a:pt x="15865" y="0"/>
                  </a:cubicBezTo>
                  <a:cubicBezTo>
                    <a:pt x="19197" y="26"/>
                    <a:pt x="22503" y="308"/>
                    <a:pt x="25784" y="846"/>
                  </a:cubicBezTo>
                  <a:cubicBezTo>
                    <a:pt x="30423" y="1513"/>
                    <a:pt x="35011" y="2410"/>
                    <a:pt x="39573" y="3281"/>
                  </a:cubicBezTo>
                  <a:cubicBezTo>
                    <a:pt x="46954" y="4716"/>
                    <a:pt x="54387" y="5998"/>
                    <a:pt x="61948" y="6664"/>
                  </a:cubicBezTo>
                  <a:cubicBezTo>
                    <a:pt x="65306" y="6997"/>
                    <a:pt x="68689" y="7151"/>
                    <a:pt x="72097" y="7100"/>
                  </a:cubicBezTo>
                  <a:cubicBezTo>
                    <a:pt x="75968" y="6997"/>
                    <a:pt x="79863" y="6587"/>
                    <a:pt x="83682" y="5921"/>
                  </a:cubicBezTo>
                  <a:cubicBezTo>
                    <a:pt x="85605" y="5613"/>
                    <a:pt x="87552" y="5280"/>
                    <a:pt x="89500" y="4998"/>
                  </a:cubicBezTo>
                  <a:cubicBezTo>
                    <a:pt x="90910" y="4793"/>
                    <a:pt x="92371" y="4742"/>
                    <a:pt x="93806" y="4896"/>
                  </a:cubicBezTo>
                  <a:cubicBezTo>
                    <a:pt x="95985" y="5101"/>
                    <a:pt x="97779" y="5895"/>
                    <a:pt x="99086" y="7382"/>
                  </a:cubicBezTo>
                  <a:cubicBezTo>
                    <a:pt x="99573" y="7946"/>
                    <a:pt x="100009" y="8561"/>
                    <a:pt x="100419" y="9227"/>
                  </a:cubicBezTo>
                  <a:cubicBezTo>
                    <a:pt x="101034" y="10304"/>
                    <a:pt x="101495" y="11483"/>
                    <a:pt x="101777" y="12687"/>
                  </a:cubicBezTo>
                  <a:cubicBezTo>
                    <a:pt x="102623" y="15942"/>
                    <a:pt x="102572" y="19223"/>
                    <a:pt x="102162" y="22504"/>
                  </a:cubicBezTo>
                  <a:cubicBezTo>
                    <a:pt x="101752" y="25246"/>
                    <a:pt x="101239" y="27988"/>
                    <a:pt x="100547" y="30680"/>
                  </a:cubicBezTo>
                  <a:cubicBezTo>
                    <a:pt x="99394" y="35549"/>
                    <a:pt x="98317" y="40445"/>
                    <a:pt x="97625" y="45417"/>
                  </a:cubicBezTo>
                  <a:cubicBezTo>
                    <a:pt x="97164" y="48518"/>
                    <a:pt x="96882" y="51619"/>
                    <a:pt x="96779" y="54772"/>
                  </a:cubicBezTo>
                  <a:cubicBezTo>
                    <a:pt x="96677" y="58052"/>
                    <a:pt x="96728" y="61333"/>
                    <a:pt x="96959" y="64639"/>
                  </a:cubicBezTo>
                  <a:cubicBezTo>
                    <a:pt x="97241" y="68484"/>
                    <a:pt x="97728" y="72303"/>
                    <a:pt x="98445" y="76121"/>
                  </a:cubicBezTo>
                  <a:cubicBezTo>
                    <a:pt x="99188" y="80222"/>
                    <a:pt x="100188" y="84297"/>
                    <a:pt x="101341" y="88373"/>
                  </a:cubicBezTo>
                  <a:cubicBezTo>
                    <a:pt x="103059" y="94524"/>
                    <a:pt x="105160" y="100572"/>
                    <a:pt x="107646" y="106493"/>
                  </a:cubicBezTo>
                  <a:cubicBezTo>
                    <a:pt x="107800" y="106826"/>
                    <a:pt x="108005" y="107185"/>
                    <a:pt x="108159" y="107518"/>
                  </a:cubicBezTo>
                  <a:lnTo>
                    <a:pt x="102238" y="107518"/>
                  </a:lnTo>
                  <a:cubicBezTo>
                    <a:pt x="102238" y="107364"/>
                    <a:pt x="102213" y="107211"/>
                    <a:pt x="102187" y="107057"/>
                  </a:cubicBezTo>
                  <a:cubicBezTo>
                    <a:pt x="101726" y="105340"/>
                    <a:pt x="101239" y="103648"/>
                    <a:pt x="100778" y="101931"/>
                  </a:cubicBezTo>
                  <a:cubicBezTo>
                    <a:pt x="98753" y="94370"/>
                    <a:pt x="96907" y="86809"/>
                    <a:pt x="95575" y="79146"/>
                  </a:cubicBezTo>
                  <a:cubicBezTo>
                    <a:pt x="94729" y="74353"/>
                    <a:pt x="94165" y="69509"/>
                    <a:pt x="93883" y="64665"/>
                  </a:cubicBezTo>
                  <a:cubicBezTo>
                    <a:pt x="93499" y="57770"/>
                    <a:pt x="93781" y="50850"/>
                    <a:pt x="94780" y="44033"/>
                  </a:cubicBezTo>
                  <a:cubicBezTo>
                    <a:pt x="95370" y="39753"/>
                    <a:pt x="96215" y="35524"/>
                    <a:pt x="97087" y="31295"/>
                  </a:cubicBezTo>
                  <a:cubicBezTo>
                    <a:pt x="97728" y="28475"/>
                    <a:pt x="98189" y="25630"/>
                    <a:pt x="98496" y="22734"/>
                  </a:cubicBezTo>
                  <a:cubicBezTo>
                    <a:pt x="98702" y="20556"/>
                    <a:pt x="98573" y="18351"/>
                    <a:pt x="98112" y="16199"/>
                  </a:cubicBezTo>
                  <a:cubicBezTo>
                    <a:pt x="97830" y="14840"/>
                    <a:pt x="97317" y="13533"/>
                    <a:pt x="96549" y="12380"/>
                  </a:cubicBezTo>
                  <a:cubicBezTo>
                    <a:pt x="95344" y="10586"/>
                    <a:pt x="93524" y="9458"/>
                    <a:pt x="91064" y="9022"/>
                  </a:cubicBezTo>
                  <a:cubicBezTo>
                    <a:pt x="89603" y="8766"/>
                    <a:pt x="88142" y="8689"/>
                    <a:pt x="86655" y="8766"/>
                  </a:cubicBezTo>
                  <a:cubicBezTo>
                    <a:pt x="83810" y="8945"/>
                    <a:pt x="80991" y="9125"/>
                    <a:pt x="78146" y="9304"/>
                  </a:cubicBezTo>
                  <a:cubicBezTo>
                    <a:pt x="75224" y="9484"/>
                    <a:pt x="72303" y="9560"/>
                    <a:pt x="69381" y="9509"/>
                  </a:cubicBezTo>
                  <a:cubicBezTo>
                    <a:pt x="64306" y="9407"/>
                    <a:pt x="59231" y="9073"/>
                    <a:pt x="54182" y="8510"/>
                  </a:cubicBezTo>
                  <a:cubicBezTo>
                    <a:pt x="49620" y="7971"/>
                    <a:pt x="45032" y="7459"/>
                    <a:pt x="40444" y="6895"/>
                  </a:cubicBezTo>
                  <a:cubicBezTo>
                    <a:pt x="35575" y="6305"/>
                    <a:pt x="30679" y="5767"/>
                    <a:pt x="25758" y="5562"/>
                  </a:cubicBezTo>
                  <a:cubicBezTo>
                    <a:pt x="22683" y="5408"/>
                    <a:pt x="19607" y="5588"/>
                    <a:pt x="16583" y="6049"/>
                  </a:cubicBezTo>
                  <a:cubicBezTo>
                    <a:pt x="12149" y="6741"/>
                    <a:pt x="8407" y="8484"/>
                    <a:pt x="5382" y="11252"/>
                  </a:cubicBezTo>
                  <a:cubicBezTo>
                    <a:pt x="3742" y="12790"/>
                    <a:pt x="2307" y="14558"/>
                    <a:pt x="1102" y="16455"/>
                  </a:cubicBezTo>
                  <a:cubicBezTo>
                    <a:pt x="923" y="16737"/>
                    <a:pt x="743" y="17019"/>
                    <a:pt x="589" y="17275"/>
                  </a:cubicBezTo>
                  <a:cubicBezTo>
                    <a:pt x="461" y="17480"/>
                    <a:pt x="231" y="17634"/>
                    <a:pt x="0" y="17685"/>
                  </a:cubicBezTo>
                  <a:lnTo>
                    <a:pt x="0" y="6972"/>
                  </a:lnTo>
                  <a:cubicBezTo>
                    <a:pt x="359" y="6844"/>
                    <a:pt x="692" y="6587"/>
                    <a:pt x="897" y="6280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0" name="Google Shape;511;p19"/>
            <p:cNvSpPr/>
            <p:nvPr/>
          </p:nvSpPr>
          <p:spPr>
            <a:xfrm rot="10800000">
              <a:off x="6543360" y="360"/>
              <a:ext cx="2599560" cy="2420280"/>
            </a:xfrm>
            <a:custGeom>
              <a:avLst/>
              <a:gdLst>
                <a:gd name="textAreaLeft" fmla="*/ 0 w 2599560"/>
                <a:gd name="textAreaRight" fmla="*/ 2599920 w 2599560"/>
                <a:gd name="textAreaTop" fmla="*/ 0 h 2420280"/>
                <a:gd name="textAreaBottom" fmla="*/ 2420640 h 2420280"/>
              </a:gdLst>
              <a:ahLst/>
              <a:cxnLst/>
              <a:rect l="textAreaLeft" t="textAreaTop" r="textAreaRight" b="textAreaBottom"/>
              <a:pathLst>
                <a:path w="80940" h="82811">
                  <a:moveTo>
                    <a:pt x="1333" y="34498"/>
                  </a:moveTo>
                  <a:cubicBezTo>
                    <a:pt x="3921" y="32294"/>
                    <a:pt x="6331" y="29962"/>
                    <a:pt x="8637" y="27553"/>
                  </a:cubicBezTo>
                  <a:cubicBezTo>
                    <a:pt x="12097" y="24016"/>
                    <a:pt x="15378" y="20376"/>
                    <a:pt x="18659" y="16737"/>
                  </a:cubicBezTo>
                  <a:cubicBezTo>
                    <a:pt x="20248" y="14943"/>
                    <a:pt x="21939" y="13251"/>
                    <a:pt x="23708" y="11662"/>
                  </a:cubicBezTo>
                  <a:cubicBezTo>
                    <a:pt x="27681" y="8125"/>
                    <a:pt x="32320" y="5408"/>
                    <a:pt x="37369" y="3717"/>
                  </a:cubicBezTo>
                  <a:cubicBezTo>
                    <a:pt x="39983" y="2820"/>
                    <a:pt x="42674" y="2102"/>
                    <a:pt x="45365" y="1589"/>
                  </a:cubicBezTo>
                  <a:cubicBezTo>
                    <a:pt x="49312" y="846"/>
                    <a:pt x="53311" y="385"/>
                    <a:pt x="57309" y="205"/>
                  </a:cubicBezTo>
                  <a:cubicBezTo>
                    <a:pt x="60513" y="0"/>
                    <a:pt x="63742" y="103"/>
                    <a:pt x="66946" y="462"/>
                  </a:cubicBezTo>
                  <a:cubicBezTo>
                    <a:pt x="68740" y="667"/>
                    <a:pt x="70508" y="1051"/>
                    <a:pt x="72226" y="1615"/>
                  </a:cubicBezTo>
                  <a:cubicBezTo>
                    <a:pt x="75481" y="2717"/>
                    <a:pt x="77787" y="4588"/>
                    <a:pt x="79018" y="7331"/>
                  </a:cubicBezTo>
                  <a:cubicBezTo>
                    <a:pt x="79274" y="7920"/>
                    <a:pt x="79505" y="8510"/>
                    <a:pt x="79710" y="9125"/>
                  </a:cubicBezTo>
                  <a:cubicBezTo>
                    <a:pt x="80197" y="10791"/>
                    <a:pt x="80504" y="12508"/>
                    <a:pt x="80607" y="14225"/>
                  </a:cubicBezTo>
                  <a:cubicBezTo>
                    <a:pt x="80940" y="17736"/>
                    <a:pt x="80837" y="21222"/>
                    <a:pt x="80760" y="24733"/>
                  </a:cubicBezTo>
                  <a:cubicBezTo>
                    <a:pt x="80581" y="31243"/>
                    <a:pt x="80376" y="37753"/>
                    <a:pt x="80222" y="44289"/>
                  </a:cubicBezTo>
                  <a:cubicBezTo>
                    <a:pt x="80094" y="49364"/>
                    <a:pt x="80043" y="54438"/>
                    <a:pt x="79966" y="59488"/>
                  </a:cubicBezTo>
                  <a:cubicBezTo>
                    <a:pt x="79889" y="63101"/>
                    <a:pt x="79658" y="66690"/>
                    <a:pt x="79274" y="70278"/>
                  </a:cubicBezTo>
                  <a:cubicBezTo>
                    <a:pt x="78889" y="74225"/>
                    <a:pt x="78172" y="78146"/>
                    <a:pt x="77121" y="81965"/>
                  </a:cubicBezTo>
                  <a:cubicBezTo>
                    <a:pt x="77044" y="82247"/>
                    <a:pt x="76993" y="82529"/>
                    <a:pt x="76967" y="82811"/>
                  </a:cubicBezTo>
                  <a:lnTo>
                    <a:pt x="70816" y="82811"/>
                  </a:lnTo>
                  <a:cubicBezTo>
                    <a:pt x="70918" y="82478"/>
                    <a:pt x="71021" y="82119"/>
                    <a:pt x="71149" y="81811"/>
                  </a:cubicBezTo>
                  <a:cubicBezTo>
                    <a:pt x="72379" y="78864"/>
                    <a:pt x="73328" y="75839"/>
                    <a:pt x="74020" y="72738"/>
                  </a:cubicBezTo>
                  <a:cubicBezTo>
                    <a:pt x="74994" y="68381"/>
                    <a:pt x="75660" y="63947"/>
                    <a:pt x="76019" y="59513"/>
                  </a:cubicBezTo>
                  <a:cubicBezTo>
                    <a:pt x="76403" y="55130"/>
                    <a:pt x="76634" y="50748"/>
                    <a:pt x="76762" y="46365"/>
                  </a:cubicBezTo>
                  <a:cubicBezTo>
                    <a:pt x="76865" y="43623"/>
                    <a:pt x="76993" y="40855"/>
                    <a:pt x="77095" y="38112"/>
                  </a:cubicBezTo>
                  <a:cubicBezTo>
                    <a:pt x="77275" y="32909"/>
                    <a:pt x="77403" y="27706"/>
                    <a:pt x="77198" y="22503"/>
                  </a:cubicBezTo>
                  <a:cubicBezTo>
                    <a:pt x="77121" y="20222"/>
                    <a:pt x="76813" y="17941"/>
                    <a:pt x="76301" y="15712"/>
                  </a:cubicBezTo>
                  <a:cubicBezTo>
                    <a:pt x="75942" y="14071"/>
                    <a:pt x="75301" y="12508"/>
                    <a:pt x="74455" y="11073"/>
                  </a:cubicBezTo>
                  <a:cubicBezTo>
                    <a:pt x="73123" y="8971"/>
                    <a:pt x="71149" y="7407"/>
                    <a:pt x="68535" y="6459"/>
                  </a:cubicBezTo>
                  <a:cubicBezTo>
                    <a:pt x="67715" y="6177"/>
                    <a:pt x="66895" y="5947"/>
                    <a:pt x="66074" y="5741"/>
                  </a:cubicBezTo>
                  <a:cubicBezTo>
                    <a:pt x="63511" y="5203"/>
                    <a:pt x="60897" y="4998"/>
                    <a:pt x="58283" y="5101"/>
                  </a:cubicBezTo>
                  <a:cubicBezTo>
                    <a:pt x="52619" y="5255"/>
                    <a:pt x="47031" y="6280"/>
                    <a:pt x="41675" y="8099"/>
                  </a:cubicBezTo>
                  <a:cubicBezTo>
                    <a:pt x="36856" y="9765"/>
                    <a:pt x="32345" y="12200"/>
                    <a:pt x="28296" y="15276"/>
                  </a:cubicBezTo>
                  <a:cubicBezTo>
                    <a:pt x="26040" y="16967"/>
                    <a:pt x="23939" y="18787"/>
                    <a:pt x="21888" y="20607"/>
                  </a:cubicBezTo>
                  <a:cubicBezTo>
                    <a:pt x="18172" y="23913"/>
                    <a:pt x="14455" y="27245"/>
                    <a:pt x="10739" y="30551"/>
                  </a:cubicBezTo>
                  <a:cubicBezTo>
                    <a:pt x="7715" y="33242"/>
                    <a:pt x="4537" y="35754"/>
                    <a:pt x="1230" y="38112"/>
                  </a:cubicBezTo>
                  <a:cubicBezTo>
                    <a:pt x="1000" y="38292"/>
                    <a:pt x="769" y="38445"/>
                    <a:pt x="538" y="38573"/>
                  </a:cubicBezTo>
                  <a:cubicBezTo>
                    <a:pt x="359" y="38625"/>
                    <a:pt x="179" y="38625"/>
                    <a:pt x="0" y="38625"/>
                  </a:cubicBezTo>
                  <a:lnTo>
                    <a:pt x="0" y="35242"/>
                  </a:lnTo>
                  <a:cubicBezTo>
                    <a:pt x="179" y="35242"/>
                    <a:pt x="359" y="35216"/>
                    <a:pt x="513" y="35165"/>
                  </a:cubicBezTo>
                  <a:cubicBezTo>
                    <a:pt x="820" y="34960"/>
                    <a:pt x="1076" y="34729"/>
                    <a:pt x="1333" y="3449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1" name="Google Shape;512;p19"/>
            <p:cNvSpPr/>
            <p:nvPr/>
          </p:nvSpPr>
          <p:spPr>
            <a:xfrm rot="10800000">
              <a:off x="360" y="522360"/>
              <a:ext cx="3917520" cy="4620960"/>
            </a:xfrm>
            <a:custGeom>
              <a:avLst/>
              <a:gdLst>
                <a:gd name="textAreaLeft" fmla="*/ 0 w 3917520"/>
                <a:gd name="textAreaRight" fmla="*/ 3917880 w 3917520"/>
                <a:gd name="textAreaTop" fmla="*/ 0 h 4620960"/>
                <a:gd name="textAreaBottom" fmla="*/ 4621320 h 4620960"/>
              </a:gdLst>
              <a:ahLst/>
              <a:cxnLst/>
              <a:rect l="textAreaLeft" t="textAreaTop" r="textAreaRight" b="textAreaBottom"/>
              <a:pathLst>
                <a:path w="121974" h="158086">
                  <a:moveTo>
                    <a:pt x="100009" y="157368"/>
                  </a:moveTo>
                  <a:cubicBezTo>
                    <a:pt x="96703" y="156856"/>
                    <a:pt x="93473" y="156061"/>
                    <a:pt x="90321" y="154959"/>
                  </a:cubicBezTo>
                  <a:cubicBezTo>
                    <a:pt x="88065" y="154190"/>
                    <a:pt x="85810" y="153370"/>
                    <a:pt x="83554" y="152498"/>
                  </a:cubicBezTo>
                  <a:cubicBezTo>
                    <a:pt x="78685" y="150679"/>
                    <a:pt x="73789" y="148885"/>
                    <a:pt x="68740" y="147424"/>
                  </a:cubicBezTo>
                  <a:cubicBezTo>
                    <a:pt x="65818" y="146578"/>
                    <a:pt x="62871" y="145758"/>
                    <a:pt x="59923" y="144938"/>
                  </a:cubicBezTo>
                  <a:cubicBezTo>
                    <a:pt x="58155" y="144425"/>
                    <a:pt x="56412" y="143810"/>
                    <a:pt x="54721" y="143041"/>
                  </a:cubicBezTo>
                  <a:cubicBezTo>
                    <a:pt x="50876" y="141298"/>
                    <a:pt x="48185" y="138709"/>
                    <a:pt x="46647" y="135326"/>
                  </a:cubicBezTo>
                  <a:cubicBezTo>
                    <a:pt x="46083" y="133994"/>
                    <a:pt x="45596" y="132635"/>
                    <a:pt x="45263" y="131251"/>
                  </a:cubicBezTo>
                  <a:cubicBezTo>
                    <a:pt x="44443" y="128124"/>
                    <a:pt x="43776" y="124997"/>
                    <a:pt x="43213" y="121819"/>
                  </a:cubicBezTo>
                  <a:cubicBezTo>
                    <a:pt x="42879" y="119871"/>
                    <a:pt x="42546" y="117924"/>
                    <a:pt x="42290" y="115950"/>
                  </a:cubicBezTo>
                  <a:cubicBezTo>
                    <a:pt x="41982" y="113515"/>
                    <a:pt x="41777" y="111080"/>
                    <a:pt x="41521" y="108646"/>
                  </a:cubicBezTo>
                  <a:cubicBezTo>
                    <a:pt x="41239" y="105698"/>
                    <a:pt x="40957" y="102725"/>
                    <a:pt x="40726" y="99752"/>
                  </a:cubicBezTo>
                  <a:cubicBezTo>
                    <a:pt x="40445" y="96010"/>
                    <a:pt x="40240" y="92242"/>
                    <a:pt x="40163" y="88500"/>
                  </a:cubicBezTo>
                  <a:cubicBezTo>
                    <a:pt x="39983" y="81247"/>
                    <a:pt x="40445" y="73994"/>
                    <a:pt x="41598" y="66843"/>
                  </a:cubicBezTo>
                  <a:cubicBezTo>
                    <a:pt x="41957" y="64357"/>
                    <a:pt x="42700" y="61922"/>
                    <a:pt x="43751" y="59641"/>
                  </a:cubicBezTo>
                  <a:cubicBezTo>
                    <a:pt x="44520" y="58052"/>
                    <a:pt x="45391" y="56488"/>
                    <a:pt x="46263" y="54925"/>
                  </a:cubicBezTo>
                  <a:cubicBezTo>
                    <a:pt x="47749" y="52362"/>
                    <a:pt x="49313" y="49799"/>
                    <a:pt x="50799" y="47236"/>
                  </a:cubicBezTo>
                  <a:cubicBezTo>
                    <a:pt x="52183" y="44852"/>
                    <a:pt x="53413" y="42392"/>
                    <a:pt x="54439" y="39855"/>
                  </a:cubicBezTo>
                  <a:cubicBezTo>
                    <a:pt x="55002" y="38573"/>
                    <a:pt x="55387" y="37215"/>
                    <a:pt x="55592" y="35831"/>
                  </a:cubicBezTo>
                  <a:cubicBezTo>
                    <a:pt x="55720" y="35113"/>
                    <a:pt x="55694" y="34395"/>
                    <a:pt x="55541" y="33678"/>
                  </a:cubicBezTo>
                  <a:cubicBezTo>
                    <a:pt x="55207" y="32473"/>
                    <a:pt x="54310" y="31756"/>
                    <a:pt x="52824" y="31627"/>
                  </a:cubicBezTo>
                  <a:cubicBezTo>
                    <a:pt x="52132" y="31551"/>
                    <a:pt x="51440" y="31576"/>
                    <a:pt x="50773" y="31679"/>
                  </a:cubicBezTo>
                  <a:cubicBezTo>
                    <a:pt x="49851" y="31807"/>
                    <a:pt x="48928" y="32012"/>
                    <a:pt x="48031" y="32268"/>
                  </a:cubicBezTo>
                  <a:cubicBezTo>
                    <a:pt x="46032" y="32832"/>
                    <a:pt x="44084" y="33524"/>
                    <a:pt x="42187" y="34344"/>
                  </a:cubicBezTo>
                  <a:cubicBezTo>
                    <a:pt x="39804" y="35318"/>
                    <a:pt x="37446" y="36343"/>
                    <a:pt x="35062" y="37317"/>
                  </a:cubicBezTo>
                  <a:cubicBezTo>
                    <a:pt x="32961" y="38163"/>
                    <a:pt x="30833" y="39009"/>
                    <a:pt x="28655" y="39752"/>
                  </a:cubicBezTo>
                  <a:cubicBezTo>
                    <a:pt x="26399" y="40572"/>
                    <a:pt x="24067" y="41136"/>
                    <a:pt x="21683" y="41418"/>
                  </a:cubicBezTo>
                  <a:cubicBezTo>
                    <a:pt x="16506" y="41956"/>
                    <a:pt x="12021" y="40752"/>
                    <a:pt x="8202" y="37804"/>
                  </a:cubicBezTo>
                  <a:cubicBezTo>
                    <a:pt x="6920" y="36779"/>
                    <a:pt x="5818" y="35574"/>
                    <a:pt x="4896" y="34242"/>
                  </a:cubicBezTo>
                  <a:cubicBezTo>
                    <a:pt x="3742" y="32576"/>
                    <a:pt x="2845" y="30782"/>
                    <a:pt x="2179" y="28885"/>
                  </a:cubicBezTo>
                  <a:cubicBezTo>
                    <a:pt x="846" y="25117"/>
                    <a:pt x="333" y="21273"/>
                    <a:pt x="154" y="17377"/>
                  </a:cubicBezTo>
                  <a:cubicBezTo>
                    <a:pt x="0" y="13148"/>
                    <a:pt x="257" y="8919"/>
                    <a:pt x="487" y="4690"/>
                  </a:cubicBezTo>
                  <a:cubicBezTo>
                    <a:pt x="564" y="3127"/>
                    <a:pt x="564" y="1563"/>
                    <a:pt x="590" y="0"/>
                  </a:cubicBezTo>
                  <a:lnTo>
                    <a:pt x="1717" y="0"/>
                  </a:lnTo>
                  <a:cubicBezTo>
                    <a:pt x="1692" y="1153"/>
                    <a:pt x="1717" y="2332"/>
                    <a:pt x="1641" y="3486"/>
                  </a:cubicBezTo>
                  <a:cubicBezTo>
                    <a:pt x="1512" y="6254"/>
                    <a:pt x="1333" y="9047"/>
                    <a:pt x="1179" y="11841"/>
                  </a:cubicBezTo>
                  <a:cubicBezTo>
                    <a:pt x="1000" y="14917"/>
                    <a:pt x="1102" y="18044"/>
                    <a:pt x="1461" y="21119"/>
                  </a:cubicBezTo>
                  <a:cubicBezTo>
                    <a:pt x="1717" y="23349"/>
                    <a:pt x="2179" y="25553"/>
                    <a:pt x="2871" y="27680"/>
                  </a:cubicBezTo>
                  <a:cubicBezTo>
                    <a:pt x="3640" y="30166"/>
                    <a:pt x="4870" y="32473"/>
                    <a:pt x="6510" y="34524"/>
                  </a:cubicBezTo>
                  <a:cubicBezTo>
                    <a:pt x="7792" y="36113"/>
                    <a:pt x="9407" y="37445"/>
                    <a:pt x="11252" y="38394"/>
                  </a:cubicBezTo>
                  <a:cubicBezTo>
                    <a:pt x="14148" y="39906"/>
                    <a:pt x="17429" y="40572"/>
                    <a:pt x="20684" y="40265"/>
                  </a:cubicBezTo>
                  <a:cubicBezTo>
                    <a:pt x="22709" y="40085"/>
                    <a:pt x="24682" y="39650"/>
                    <a:pt x="26604" y="39009"/>
                  </a:cubicBezTo>
                  <a:cubicBezTo>
                    <a:pt x="29014" y="38214"/>
                    <a:pt x="31372" y="37266"/>
                    <a:pt x="33627" y="36138"/>
                  </a:cubicBezTo>
                  <a:cubicBezTo>
                    <a:pt x="36626" y="34652"/>
                    <a:pt x="39599" y="33140"/>
                    <a:pt x="42597" y="31679"/>
                  </a:cubicBezTo>
                  <a:cubicBezTo>
                    <a:pt x="44955" y="30525"/>
                    <a:pt x="47313" y="29372"/>
                    <a:pt x="49723" y="28296"/>
                  </a:cubicBezTo>
                  <a:cubicBezTo>
                    <a:pt x="51184" y="27655"/>
                    <a:pt x="52721" y="27142"/>
                    <a:pt x="54259" y="26604"/>
                  </a:cubicBezTo>
                  <a:cubicBezTo>
                    <a:pt x="55361" y="26219"/>
                    <a:pt x="56515" y="25989"/>
                    <a:pt x="57668" y="25861"/>
                  </a:cubicBezTo>
                  <a:cubicBezTo>
                    <a:pt x="58386" y="25784"/>
                    <a:pt x="59103" y="25809"/>
                    <a:pt x="59821" y="25938"/>
                  </a:cubicBezTo>
                  <a:cubicBezTo>
                    <a:pt x="60923" y="26143"/>
                    <a:pt x="61641" y="26706"/>
                    <a:pt x="61923" y="27603"/>
                  </a:cubicBezTo>
                  <a:cubicBezTo>
                    <a:pt x="62076" y="28014"/>
                    <a:pt x="62153" y="28449"/>
                    <a:pt x="62153" y="28885"/>
                  </a:cubicBezTo>
                  <a:cubicBezTo>
                    <a:pt x="62128" y="29474"/>
                    <a:pt x="62076" y="30064"/>
                    <a:pt x="61948" y="30653"/>
                  </a:cubicBezTo>
                  <a:cubicBezTo>
                    <a:pt x="61564" y="32473"/>
                    <a:pt x="60795" y="34216"/>
                    <a:pt x="59949" y="35933"/>
                  </a:cubicBezTo>
                  <a:cubicBezTo>
                    <a:pt x="58437" y="39086"/>
                    <a:pt x="56694" y="42136"/>
                    <a:pt x="54951" y="45186"/>
                  </a:cubicBezTo>
                  <a:cubicBezTo>
                    <a:pt x="52824" y="48928"/>
                    <a:pt x="50671" y="52670"/>
                    <a:pt x="48595" y="56437"/>
                  </a:cubicBezTo>
                  <a:cubicBezTo>
                    <a:pt x="46852" y="59513"/>
                    <a:pt x="45494" y="62768"/>
                    <a:pt x="44520" y="66177"/>
                  </a:cubicBezTo>
                  <a:cubicBezTo>
                    <a:pt x="43161" y="71123"/>
                    <a:pt x="42316" y="76198"/>
                    <a:pt x="41982" y="81324"/>
                  </a:cubicBezTo>
                  <a:cubicBezTo>
                    <a:pt x="41700" y="86219"/>
                    <a:pt x="41752" y="91166"/>
                    <a:pt x="42111" y="96061"/>
                  </a:cubicBezTo>
                  <a:cubicBezTo>
                    <a:pt x="42316" y="99086"/>
                    <a:pt x="42597" y="102110"/>
                    <a:pt x="42931" y="105134"/>
                  </a:cubicBezTo>
                  <a:cubicBezTo>
                    <a:pt x="43238" y="108338"/>
                    <a:pt x="43623" y="111516"/>
                    <a:pt x="44084" y="114669"/>
                  </a:cubicBezTo>
                  <a:cubicBezTo>
                    <a:pt x="44699" y="119103"/>
                    <a:pt x="45647" y="123511"/>
                    <a:pt x="46878" y="127817"/>
                  </a:cubicBezTo>
                  <a:cubicBezTo>
                    <a:pt x="47390" y="129713"/>
                    <a:pt x="48057" y="131584"/>
                    <a:pt x="48877" y="133378"/>
                  </a:cubicBezTo>
                  <a:cubicBezTo>
                    <a:pt x="50492" y="136787"/>
                    <a:pt x="53157" y="139427"/>
                    <a:pt x="56976" y="141247"/>
                  </a:cubicBezTo>
                  <a:cubicBezTo>
                    <a:pt x="57950" y="141683"/>
                    <a:pt x="58898" y="142118"/>
                    <a:pt x="59923" y="142503"/>
                  </a:cubicBezTo>
                  <a:cubicBezTo>
                    <a:pt x="61333" y="143015"/>
                    <a:pt x="62768" y="143528"/>
                    <a:pt x="64204" y="143989"/>
                  </a:cubicBezTo>
                  <a:cubicBezTo>
                    <a:pt x="68817" y="145450"/>
                    <a:pt x="73431" y="146860"/>
                    <a:pt x="77941" y="148551"/>
                  </a:cubicBezTo>
                  <a:cubicBezTo>
                    <a:pt x="81171" y="149730"/>
                    <a:pt x="84451" y="150935"/>
                    <a:pt x="87706" y="152140"/>
                  </a:cubicBezTo>
                  <a:cubicBezTo>
                    <a:pt x="89859" y="152934"/>
                    <a:pt x="92038" y="153652"/>
                    <a:pt x="94268" y="154216"/>
                  </a:cubicBezTo>
                  <a:cubicBezTo>
                    <a:pt x="98727" y="155446"/>
                    <a:pt x="103341" y="155984"/>
                    <a:pt x="107954" y="155830"/>
                  </a:cubicBezTo>
                  <a:cubicBezTo>
                    <a:pt x="111261" y="155677"/>
                    <a:pt x="114567" y="155190"/>
                    <a:pt x="117796" y="154395"/>
                  </a:cubicBezTo>
                  <a:cubicBezTo>
                    <a:pt x="119206" y="154087"/>
                    <a:pt x="120616" y="153703"/>
                    <a:pt x="121974" y="153190"/>
                  </a:cubicBezTo>
                  <a:lnTo>
                    <a:pt x="121974" y="155266"/>
                  </a:lnTo>
                  <a:cubicBezTo>
                    <a:pt x="119308" y="156112"/>
                    <a:pt x="116566" y="156779"/>
                    <a:pt x="113824" y="157240"/>
                  </a:cubicBezTo>
                  <a:cubicBezTo>
                    <a:pt x="109236" y="158034"/>
                    <a:pt x="104571" y="158086"/>
                    <a:pt x="100009" y="15736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2" name="Google Shape;513;p19"/>
            <p:cNvSpPr/>
            <p:nvPr/>
          </p:nvSpPr>
          <p:spPr>
            <a:xfrm rot="10800000">
              <a:off x="4045680" y="360"/>
              <a:ext cx="5097240" cy="4172040"/>
            </a:xfrm>
            <a:custGeom>
              <a:avLst/>
              <a:gdLst>
                <a:gd name="textAreaLeft" fmla="*/ 0 w 5097240"/>
                <a:gd name="textAreaRight" fmla="*/ 5097600 w 5097240"/>
                <a:gd name="textAreaTop" fmla="*/ 0 h 4172040"/>
                <a:gd name="textAreaBottom" fmla="*/ 4172400 h 4172040"/>
              </a:gdLst>
              <a:ahLst/>
              <a:cxnLst/>
              <a:rect l="textAreaLeft" t="textAreaTop" r="textAreaRight" b="textAreaBottom"/>
              <a:pathLst>
                <a:path w="158702" h="142734">
                  <a:moveTo>
                    <a:pt x="1256" y="436"/>
                  </a:moveTo>
                  <a:cubicBezTo>
                    <a:pt x="5331" y="2358"/>
                    <a:pt x="9329" y="4460"/>
                    <a:pt x="13123" y="6741"/>
                  </a:cubicBezTo>
                  <a:cubicBezTo>
                    <a:pt x="17403" y="9304"/>
                    <a:pt x="21606" y="11893"/>
                    <a:pt x="25810" y="14533"/>
                  </a:cubicBezTo>
                  <a:cubicBezTo>
                    <a:pt x="29295" y="16686"/>
                    <a:pt x="32781" y="18864"/>
                    <a:pt x="36446" y="20838"/>
                  </a:cubicBezTo>
                  <a:cubicBezTo>
                    <a:pt x="41239" y="23426"/>
                    <a:pt x="46288" y="25579"/>
                    <a:pt x="51491" y="27220"/>
                  </a:cubicBezTo>
                  <a:cubicBezTo>
                    <a:pt x="56079" y="28680"/>
                    <a:pt x="60795" y="29783"/>
                    <a:pt x="65716" y="30013"/>
                  </a:cubicBezTo>
                  <a:cubicBezTo>
                    <a:pt x="68766" y="30193"/>
                    <a:pt x="71841" y="29859"/>
                    <a:pt x="74789" y="29065"/>
                  </a:cubicBezTo>
                  <a:cubicBezTo>
                    <a:pt x="77890" y="28168"/>
                    <a:pt x="80786" y="26656"/>
                    <a:pt x="83272" y="24605"/>
                  </a:cubicBezTo>
                  <a:cubicBezTo>
                    <a:pt x="84913" y="23272"/>
                    <a:pt x="86476" y="21786"/>
                    <a:pt x="87886" y="20197"/>
                  </a:cubicBezTo>
                  <a:cubicBezTo>
                    <a:pt x="89500" y="18352"/>
                    <a:pt x="91089" y="16455"/>
                    <a:pt x="92678" y="14610"/>
                  </a:cubicBezTo>
                  <a:cubicBezTo>
                    <a:pt x="93960" y="13123"/>
                    <a:pt x="95241" y="11636"/>
                    <a:pt x="96574" y="10201"/>
                  </a:cubicBezTo>
                  <a:cubicBezTo>
                    <a:pt x="97728" y="8971"/>
                    <a:pt x="99035" y="7920"/>
                    <a:pt x="100496" y="7074"/>
                  </a:cubicBezTo>
                  <a:cubicBezTo>
                    <a:pt x="101546" y="6434"/>
                    <a:pt x="102725" y="5947"/>
                    <a:pt x="103930" y="5639"/>
                  </a:cubicBezTo>
                  <a:cubicBezTo>
                    <a:pt x="106006" y="5075"/>
                    <a:pt x="108236" y="5357"/>
                    <a:pt x="110107" y="6408"/>
                  </a:cubicBezTo>
                  <a:cubicBezTo>
                    <a:pt x="110696" y="6741"/>
                    <a:pt x="111260" y="7126"/>
                    <a:pt x="111773" y="7561"/>
                  </a:cubicBezTo>
                  <a:cubicBezTo>
                    <a:pt x="112644" y="8253"/>
                    <a:pt x="113439" y="9073"/>
                    <a:pt x="114105" y="9971"/>
                  </a:cubicBezTo>
                  <a:cubicBezTo>
                    <a:pt x="115028" y="11175"/>
                    <a:pt x="115874" y="12431"/>
                    <a:pt x="116566" y="13764"/>
                  </a:cubicBezTo>
                  <a:cubicBezTo>
                    <a:pt x="118360" y="17147"/>
                    <a:pt x="119821" y="20684"/>
                    <a:pt x="120923" y="24349"/>
                  </a:cubicBezTo>
                  <a:cubicBezTo>
                    <a:pt x="122819" y="30295"/>
                    <a:pt x="124203" y="36421"/>
                    <a:pt x="125075" y="42597"/>
                  </a:cubicBezTo>
                  <a:cubicBezTo>
                    <a:pt x="125562" y="45929"/>
                    <a:pt x="125844" y="49287"/>
                    <a:pt x="125946" y="52619"/>
                  </a:cubicBezTo>
                  <a:cubicBezTo>
                    <a:pt x="126126" y="57617"/>
                    <a:pt x="125972" y="62589"/>
                    <a:pt x="125818" y="67561"/>
                  </a:cubicBezTo>
                  <a:cubicBezTo>
                    <a:pt x="125639" y="72533"/>
                    <a:pt x="125972" y="77480"/>
                    <a:pt x="126843" y="82375"/>
                  </a:cubicBezTo>
                  <a:cubicBezTo>
                    <a:pt x="127459" y="85835"/>
                    <a:pt x="128766" y="89116"/>
                    <a:pt x="130714" y="92063"/>
                  </a:cubicBezTo>
                  <a:cubicBezTo>
                    <a:pt x="131457" y="93140"/>
                    <a:pt x="132174" y="94242"/>
                    <a:pt x="132918" y="95344"/>
                  </a:cubicBezTo>
                  <a:cubicBezTo>
                    <a:pt x="134353" y="97420"/>
                    <a:pt x="135378" y="99727"/>
                    <a:pt x="135968" y="102187"/>
                  </a:cubicBezTo>
                  <a:cubicBezTo>
                    <a:pt x="136506" y="104494"/>
                    <a:pt x="137019" y="106801"/>
                    <a:pt x="137506" y="109107"/>
                  </a:cubicBezTo>
                  <a:cubicBezTo>
                    <a:pt x="139171" y="116745"/>
                    <a:pt x="142503" y="123870"/>
                    <a:pt x="147450" y="130457"/>
                  </a:cubicBezTo>
                  <a:cubicBezTo>
                    <a:pt x="150808" y="134891"/>
                    <a:pt x="154575" y="138992"/>
                    <a:pt x="158702" y="142734"/>
                  </a:cubicBezTo>
                  <a:lnTo>
                    <a:pt x="155318" y="142734"/>
                  </a:lnTo>
                  <a:lnTo>
                    <a:pt x="153114" y="140453"/>
                  </a:lnTo>
                  <a:cubicBezTo>
                    <a:pt x="145656" y="132789"/>
                    <a:pt x="139915" y="124332"/>
                    <a:pt x="136275" y="114951"/>
                  </a:cubicBezTo>
                  <a:cubicBezTo>
                    <a:pt x="135378" y="112619"/>
                    <a:pt x="134507" y="110286"/>
                    <a:pt x="133661" y="107954"/>
                  </a:cubicBezTo>
                  <a:cubicBezTo>
                    <a:pt x="132661" y="105212"/>
                    <a:pt x="131354" y="102597"/>
                    <a:pt x="129740" y="100162"/>
                  </a:cubicBezTo>
                  <a:cubicBezTo>
                    <a:pt x="128817" y="98804"/>
                    <a:pt x="127945" y="97394"/>
                    <a:pt x="127100" y="95985"/>
                  </a:cubicBezTo>
                  <a:cubicBezTo>
                    <a:pt x="125331" y="93114"/>
                    <a:pt x="124152" y="89936"/>
                    <a:pt x="123640" y="86604"/>
                  </a:cubicBezTo>
                  <a:cubicBezTo>
                    <a:pt x="123230" y="83913"/>
                    <a:pt x="123024" y="81171"/>
                    <a:pt x="122999" y="78454"/>
                  </a:cubicBezTo>
                  <a:cubicBezTo>
                    <a:pt x="122896" y="73789"/>
                    <a:pt x="123178" y="69125"/>
                    <a:pt x="123511" y="64460"/>
                  </a:cubicBezTo>
                  <a:cubicBezTo>
                    <a:pt x="123793" y="60205"/>
                    <a:pt x="123973" y="55951"/>
                    <a:pt x="123845" y="51696"/>
                  </a:cubicBezTo>
                  <a:cubicBezTo>
                    <a:pt x="123768" y="48723"/>
                    <a:pt x="123537" y="45750"/>
                    <a:pt x="123127" y="42777"/>
                  </a:cubicBezTo>
                  <a:cubicBezTo>
                    <a:pt x="122691" y="39650"/>
                    <a:pt x="122102" y="36523"/>
                    <a:pt x="121359" y="33422"/>
                  </a:cubicBezTo>
                  <a:cubicBezTo>
                    <a:pt x="120461" y="29449"/>
                    <a:pt x="119231" y="25579"/>
                    <a:pt x="117719" y="21786"/>
                  </a:cubicBezTo>
                  <a:cubicBezTo>
                    <a:pt x="116694" y="19249"/>
                    <a:pt x="115438" y="16839"/>
                    <a:pt x="113951" y="14558"/>
                  </a:cubicBezTo>
                  <a:cubicBezTo>
                    <a:pt x="113208" y="13431"/>
                    <a:pt x="112337" y="12405"/>
                    <a:pt x="111388" y="11457"/>
                  </a:cubicBezTo>
                  <a:cubicBezTo>
                    <a:pt x="110620" y="10714"/>
                    <a:pt x="109748" y="10099"/>
                    <a:pt x="108825" y="9612"/>
                  </a:cubicBezTo>
                  <a:cubicBezTo>
                    <a:pt x="107236" y="8792"/>
                    <a:pt x="105442" y="8535"/>
                    <a:pt x="103699" y="8868"/>
                  </a:cubicBezTo>
                  <a:cubicBezTo>
                    <a:pt x="102777" y="9048"/>
                    <a:pt x="101880" y="9330"/>
                    <a:pt x="101059" y="9714"/>
                  </a:cubicBezTo>
                  <a:cubicBezTo>
                    <a:pt x="99881" y="10252"/>
                    <a:pt x="98804" y="10944"/>
                    <a:pt x="97830" y="11790"/>
                  </a:cubicBezTo>
                  <a:cubicBezTo>
                    <a:pt x="96651" y="12841"/>
                    <a:pt x="95472" y="13918"/>
                    <a:pt x="94396" y="15045"/>
                  </a:cubicBezTo>
                  <a:cubicBezTo>
                    <a:pt x="92935" y="16532"/>
                    <a:pt x="91602" y="18095"/>
                    <a:pt x="90167" y="19582"/>
                  </a:cubicBezTo>
                  <a:cubicBezTo>
                    <a:pt x="88731" y="21094"/>
                    <a:pt x="87296" y="22504"/>
                    <a:pt x="85810" y="23939"/>
                  </a:cubicBezTo>
                  <a:cubicBezTo>
                    <a:pt x="84502" y="25143"/>
                    <a:pt x="83093" y="26246"/>
                    <a:pt x="81555" y="27194"/>
                  </a:cubicBezTo>
                  <a:cubicBezTo>
                    <a:pt x="77890" y="29501"/>
                    <a:pt x="73738" y="30705"/>
                    <a:pt x="69150" y="30910"/>
                  </a:cubicBezTo>
                  <a:cubicBezTo>
                    <a:pt x="65408" y="31038"/>
                    <a:pt x="61666" y="30680"/>
                    <a:pt x="58001" y="29834"/>
                  </a:cubicBezTo>
                  <a:cubicBezTo>
                    <a:pt x="51747" y="28450"/>
                    <a:pt x="45673" y="26374"/>
                    <a:pt x="39855" y="23657"/>
                  </a:cubicBezTo>
                  <a:cubicBezTo>
                    <a:pt x="35754" y="21709"/>
                    <a:pt x="31756" y="19531"/>
                    <a:pt x="27886" y="17147"/>
                  </a:cubicBezTo>
                  <a:cubicBezTo>
                    <a:pt x="23452" y="14507"/>
                    <a:pt x="19069" y="11842"/>
                    <a:pt x="14609" y="9227"/>
                  </a:cubicBezTo>
                  <a:cubicBezTo>
                    <a:pt x="10560" y="6844"/>
                    <a:pt x="6356" y="4665"/>
                    <a:pt x="2076" y="2768"/>
                  </a:cubicBezTo>
                  <a:cubicBezTo>
                    <a:pt x="1615" y="2538"/>
                    <a:pt x="1128" y="2358"/>
                    <a:pt x="641" y="2153"/>
                  </a:cubicBezTo>
                  <a:cubicBezTo>
                    <a:pt x="436" y="2128"/>
                    <a:pt x="205" y="2102"/>
                    <a:pt x="0" y="2128"/>
                  </a:cubicBezTo>
                  <a:lnTo>
                    <a:pt x="0" y="52"/>
                  </a:lnTo>
                  <a:cubicBezTo>
                    <a:pt x="513" y="0"/>
                    <a:pt x="871" y="257"/>
                    <a:pt x="1256" y="436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3" name="Google Shape;514;p19"/>
            <p:cNvSpPr/>
            <p:nvPr/>
          </p:nvSpPr>
          <p:spPr>
            <a:xfrm rot="10800000">
              <a:off x="7971120" y="1080"/>
              <a:ext cx="1171800" cy="764640"/>
            </a:xfrm>
            <a:custGeom>
              <a:avLst/>
              <a:gdLst>
                <a:gd name="textAreaLeft" fmla="*/ 0 w 1171800"/>
                <a:gd name="textAreaRight" fmla="*/ 1172160 w 1171800"/>
                <a:gd name="textAreaTop" fmla="*/ 0 h 764640"/>
                <a:gd name="textAreaBottom" fmla="*/ 765000 h 764640"/>
              </a:gdLst>
              <a:ahLst/>
              <a:cxnLst/>
              <a:rect l="textAreaLeft" t="textAreaTop" r="textAreaRight" b="textAreaBottom"/>
              <a:pathLst>
                <a:path w="36498" h="26169">
                  <a:moveTo>
                    <a:pt x="641" y="9355"/>
                  </a:moveTo>
                  <a:cubicBezTo>
                    <a:pt x="974" y="9150"/>
                    <a:pt x="1307" y="8945"/>
                    <a:pt x="1640" y="8740"/>
                  </a:cubicBezTo>
                  <a:cubicBezTo>
                    <a:pt x="4690" y="6766"/>
                    <a:pt x="7894" y="5023"/>
                    <a:pt x="11200" y="3511"/>
                  </a:cubicBezTo>
                  <a:cubicBezTo>
                    <a:pt x="13456" y="2435"/>
                    <a:pt x="15814" y="1563"/>
                    <a:pt x="18249" y="897"/>
                  </a:cubicBezTo>
                  <a:cubicBezTo>
                    <a:pt x="20478" y="282"/>
                    <a:pt x="22760" y="0"/>
                    <a:pt x="25066" y="51"/>
                  </a:cubicBezTo>
                  <a:cubicBezTo>
                    <a:pt x="26040" y="77"/>
                    <a:pt x="27014" y="179"/>
                    <a:pt x="27988" y="384"/>
                  </a:cubicBezTo>
                  <a:cubicBezTo>
                    <a:pt x="30577" y="948"/>
                    <a:pt x="32525" y="2179"/>
                    <a:pt x="33934" y="4050"/>
                  </a:cubicBezTo>
                  <a:cubicBezTo>
                    <a:pt x="34934" y="5485"/>
                    <a:pt x="35626" y="7100"/>
                    <a:pt x="35985" y="8817"/>
                  </a:cubicBezTo>
                  <a:cubicBezTo>
                    <a:pt x="36318" y="10406"/>
                    <a:pt x="36497" y="12020"/>
                    <a:pt x="36497" y="13661"/>
                  </a:cubicBezTo>
                  <a:cubicBezTo>
                    <a:pt x="36497" y="15967"/>
                    <a:pt x="36369" y="18300"/>
                    <a:pt x="36062" y="20581"/>
                  </a:cubicBezTo>
                  <a:cubicBezTo>
                    <a:pt x="35857" y="22247"/>
                    <a:pt x="35651" y="23887"/>
                    <a:pt x="35472" y="25527"/>
                  </a:cubicBezTo>
                  <a:cubicBezTo>
                    <a:pt x="35472" y="25758"/>
                    <a:pt x="35498" y="25963"/>
                    <a:pt x="35523" y="26168"/>
                  </a:cubicBezTo>
                  <a:lnTo>
                    <a:pt x="26425" y="26168"/>
                  </a:lnTo>
                  <a:cubicBezTo>
                    <a:pt x="26066" y="24400"/>
                    <a:pt x="25733" y="22606"/>
                    <a:pt x="25066" y="20863"/>
                  </a:cubicBezTo>
                  <a:cubicBezTo>
                    <a:pt x="24733" y="19991"/>
                    <a:pt x="24349" y="19146"/>
                    <a:pt x="23913" y="18325"/>
                  </a:cubicBezTo>
                  <a:cubicBezTo>
                    <a:pt x="23477" y="17582"/>
                    <a:pt x="22990" y="16916"/>
                    <a:pt x="22426" y="16301"/>
                  </a:cubicBezTo>
                  <a:cubicBezTo>
                    <a:pt x="20504" y="14250"/>
                    <a:pt x="17915" y="13456"/>
                    <a:pt x="14840" y="13661"/>
                  </a:cubicBezTo>
                  <a:cubicBezTo>
                    <a:pt x="12584" y="13840"/>
                    <a:pt x="10380" y="14353"/>
                    <a:pt x="8304" y="15199"/>
                  </a:cubicBezTo>
                  <a:cubicBezTo>
                    <a:pt x="6638" y="15839"/>
                    <a:pt x="4998" y="16583"/>
                    <a:pt x="3434" y="17403"/>
                  </a:cubicBezTo>
                  <a:cubicBezTo>
                    <a:pt x="2666" y="17813"/>
                    <a:pt x="1922" y="18223"/>
                    <a:pt x="1128" y="18607"/>
                  </a:cubicBezTo>
                  <a:cubicBezTo>
                    <a:pt x="769" y="18787"/>
                    <a:pt x="384" y="18889"/>
                    <a:pt x="0" y="19043"/>
                  </a:cubicBezTo>
                  <a:lnTo>
                    <a:pt x="0" y="9457"/>
                  </a:lnTo>
                  <a:cubicBezTo>
                    <a:pt x="205" y="9509"/>
                    <a:pt x="461" y="9483"/>
                    <a:pt x="641" y="935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4" name="Google Shape;515;p19"/>
            <p:cNvSpPr/>
            <p:nvPr/>
          </p:nvSpPr>
          <p:spPr>
            <a:xfrm rot="10800000">
              <a:off x="720" y="2671920"/>
              <a:ext cx="996480" cy="1850400"/>
            </a:xfrm>
            <a:custGeom>
              <a:avLst/>
              <a:gdLst>
                <a:gd name="textAreaLeft" fmla="*/ 0 w 996480"/>
                <a:gd name="textAreaRight" fmla="*/ 996840 w 996480"/>
                <a:gd name="textAreaTop" fmla="*/ 0 h 1850400"/>
                <a:gd name="textAreaBottom" fmla="*/ 1850760 h 1850400"/>
              </a:gdLst>
              <a:ahLst/>
              <a:cxnLst/>
              <a:rect l="textAreaLeft" t="textAreaTop" r="textAreaRight" b="textAreaBottom"/>
              <a:pathLst>
                <a:path w="31039" h="63307">
                  <a:moveTo>
                    <a:pt x="20172" y="62948"/>
                  </a:moveTo>
                  <a:cubicBezTo>
                    <a:pt x="16660" y="62537"/>
                    <a:pt x="13303" y="61615"/>
                    <a:pt x="10381" y="59872"/>
                  </a:cubicBezTo>
                  <a:cubicBezTo>
                    <a:pt x="6050" y="57283"/>
                    <a:pt x="3128" y="53874"/>
                    <a:pt x="1641" y="49620"/>
                  </a:cubicBezTo>
                  <a:cubicBezTo>
                    <a:pt x="513" y="46288"/>
                    <a:pt x="1" y="42802"/>
                    <a:pt x="129" y="39317"/>
                  </a:cubicBezTo>
                  <a:cubicBezTo>
                    <a:pt x="283" y="34985"/>
                    <a:pt x="1564" y="30884"/>
                    <a:pt x="3615" y="26937"/>
                  </a:cubicBezTo>
                  <a:cubicBezTo>
                    <a:pt x="5998" y="22350"/>
                    <a:pt x="9202" y="18198"/>
                    <a:pt x="12995" y="14327"/>
                  </a:cubicBezTo>
                  <a:cubicBezTo>
                    <a:pt x="17327" y="9970"/>
                    <a:pt x="22043" y="6023"/>
                    <a:pt x="27066" y="2486"/>
                  </a:cubicBezTo>
                  <a:cubicBezTo>
                    <a:pt x="28194" y="1692"/>
                    <a:pt x="29373" y="974"/>
                    <a:pt x="30552" y="205"/>
                  </a:cubicBezTo>
                  <a:cubicBezTo>
                    <a:pt x="30706" y="128"/>
                    <a:pt x="30860" y="52"/>
                    <a:pt x="31039" y="0"/>
                  </a:cubicBezTo>
                  <a:lnTo>
                    <a:pt x="31039" y="2640"/>
                  </a:lnTo>
                  <a:cubicBezTo>
                    <a:pt x="30936" y="2691"/>
                    <a:pt x="30834" y="2743"/>
                    <a:pt x="30757" y="2794"/>
                  </a:cubicBezTo>
                  <a:cubicBezTo>
                    <a:pt x="27425" y="5024"/>
                    <a:pt x="24221" y="7484"/>
                    <a:pt x="21171" y="10124"/>
                  </a:cubicBezTo>
                  <a:cubicBezTo>
                    <a:pt x="17660" y="13097"/>
                    <a:pt x="14508" y="16455"/>
                    <a:pt x="11765" y="20120"/>
                  </a:cubicBezTo>
                  <a:cubicBezTo>
                    <a:pt x="9407" y="23349"/>
                    <a:pt x="7485" y="26758"/>
                    <a:pt x="6357" y="30423"/>
                  </a:cubicBezTo>
                  <a:cubicBezTo>
                    <a:pt x="4461" y="36446"/>
                    <a:pt x="5332" y="42213"/>
                    <a:pt x="8818" y="47723"/>
                  </a:cubicBezTo>
                  <a:cubicBezTo>
                    <a:pt x="10022" y="49646"/>
                    <a:pt x="11586" y="51337"/>
                    <a:pt x="13405" y="52696"/>
                  </a:cubicBezTo>
                  <a:cubicBezTo>
                    <a:pt x="15917" y="54515"/>
                    <a:pt x="18813" y="55669"/>
                    <a:pt x="22043" y="56361"/>
                  </a:cubicBezTo>
                  <a:cubicBezTo>
                    <a:pt x="24298" y="56822"/>
                    <a:pt x="26579" y="57104"/>
                    <a:pt x="28886" y="57206"/>
                  </a:cubicBezTo>
                  <a:lnTo>
                    <a:pt x="31039" y="57335"/>
                  </a:lnTo>
                  <a:lnTo>
                    <a:pt x="31039" y="62768"/>
                  </a:lnTo>
                  <a:cubicBezTo>
                    <a:pt x="30860" y="62819"/>
                    <a:pt x="30680" y="62871"/>
                    <a:pt x="30501" y="62896"/>
                  </a:cubicBezTo>
                  <a:cubicBezTo>
                    <a:pt x="27066" y="63306"/>
                    <a:pt x="23606" y="63306"/>
                    <a:pt x="20172" y="6294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5" name="Google Shape;516;p19"/>
            <p:cNvSpPr/>
            <p:nvPr/>
          </p:nvSpPr>
          <p:spPr>
            <a:xfrm rot="10800000">
              <a:off x="6049440" y="0"/>
              <a:ext cx="3094200" cy="2824920"/>
            </a:xfrm>
            <a:custGeom>
              <a:avLst/>
              <a:gdLst>
                <a:gd name="textAreaLeft" fmla="*/ 0 w 3094200"/>
                <a:gd name="textAreaRight" fmla="*/ 3094560 w 3094200"/>
                <a:gd name="textAreaTop" fmla="*/ 0 h 2824920"/>
                <a:gd name="textAreaBottom" fmla="*/ 2825280 h 2824920"/>
              </a:gdLst>
              <a:ahLst/>
              <a:cxnLst/>
              <a:rect l="textAreaLeft" t="textAreaTop" r="textAreaRight" b="textAreaBottom"/>
              <a:pathLst>
                <a:path w="96344" h="96651">
                  <a:moveTo>
                    <a:pt x="436" y="22093"/>
                  </a:moveTo>
                  <a:cubicBezTo>
                    <a:pt x="564" y="21837"/>
                    <a:pt x="667" y="21581"/>
                    <a:pt x="769" y="21299"/>
                  </a:cubicBezTo>
                  <a:cubicBezTo>
                    <a:pt x="1692" y="18582"/>
                    <a:pt x="2897" y="15968"/>
                    <a:pt x="4357" y="13507"/>
                  </a:cubicBezTo>
                  <a:cubicBezTo>
                    <a:pt x="5767" y="11149"/>
                    <a:pt x="7459" y="9022"/>
                    <a:pt x="9432" y="7177"/>
                  </a:cubicBezTo>
                  <a:cubicBezTo>
                    <a:pt x="12277" y="4485"/>
                    <a:pt x="15763" y="2614"/>
                    <a:pt x="19889" y="1564"/>
                  </a:cubicBezTo>
                  <a:cubicBezTo>
                    <a:pt x="21555" y="1128"/>
                    <a:pt x="23273" y="795"/>
                    <a:pt x="24990" y="564"/>
                  </a:cubicBezTo>
                  <a:cubicBezTo>
                    <a:pt x="27886" y="205"/>
                    <a:pt x="30782" y="26"/>
                    <a:pt x="33704" y="26"/>
                  </a:cubicBezTo>
                  <a:cubicBezTo>
                    <a:pt x="39035" y="0"/>
                    <a:pt x="44315" y="359"/>
                    <a:pt x="49620" y="667"/>
                  </a:cubicBezTo>
                  <a:cubicBezTo>
                    <a:pt x="53337" y="897"/>
                    <a:pt x="57027" y="1128"/>
                    <a:pt x="60744" y="1307"/>
                  </a:cubicBezTo>
                  <a:cubicBezTo>
                    <a:pt x="65024" y="1512"/>
                    <a:pt x="69304" y="1589"/>
                    <a:pt x="73610" y="1615"/>
                  </a:cubicBezTo>
                  <a:cubicBezTo>
                    <a:pt x="76481" y="1615"/>
                    <a:pt x="79377" y="1666"/>
                    <a:pt x="82247" y="1743"/>
                  </a:cubicBezTo>
                  <a:cubicBezTo>
                    <a:pt x="83913" y="1769"/>
                    <a:pt x="85579" y="1948"/>
                    <a:pt x="87194" y="2307"/>
                  </a:cubicBezTo>
                  <a:cubicBezTo>
                    <a:pt x="89962" y="2948"/>
                    <a:pt x="91910" y="4357"/>
                    <a:pt x="93012" y="6587"/>
                  </a:cubicBezTo>
                  <a:cubicBezTo>
                    <a:pt x="93576" y="7792"/>
                    <a:pt x="93960" y="9073"/>
                    <a:pt x="94088" y="10406"/>
                  </a:cubicBezTo>
                  <a:cubicBezTo>
                    <a:pt x="94319" y="12482"/>
                    <a:pt x="94294" y="14609"/>
                    <a:pt x="93986" y="16685"/>
                  </a:cubicBezTo>
                  <a:cubicBezTo>
                    <a:pt x="93602" y="19761"/>
                    <a:pt x="93115" y="22836"/>
                    <a:pt x="92628" y="25912"/>
                  </a:cubicBezTo>
                  <a:cubicBezTo>
                    <a:pt x="92038" y="29577"/>
                    <a:pt x="91525" y="33242"/>
                    <a:pt x="91167" y="36933"/>
                  </a:cubicBezTo>
                  <a:cubicBezTo>
                    <a:pt x="90757" y="40983"/>
                    <a:pt x="90577" y="45058"/>
                    <a:pt x="90577" y="49133"/>
                  </a:cubicBezTo>
                  <a:cubicBezTo>
                    <a:pt x="90577" y="51465"/>
                    <a:pt x="90654" y="53823"/>
                    <a:pt x="90782" y="56181"/>
                  </a:cubicBezTo>
                  <a:cubicBezTo>
                    <a:pt x="90910" y="58513"/>
                    <a:pt x="91090" y="60923"/>
                    <a:pt x="91346" y="63306"/>
                  </a:cubicBezTo>
                  <a:cubicBezTo>
                    <a:pt x="91551" y="65510"/>
                    <a:pt x="91807" y="67715"/>
                    <a:pt x="92141" y="69919"/>
                  </a:cubicBezTo>
                  <a:cubicBezTo>
                    <a:pt x="92525" y="72661"/>
                    <a:pt x="92935" y="75404"/>
                    <a:pt x="93371" y="78120"/>
                  </a:cubicBezTo>
                  <a:cubicBezTo>
                    <a:pt x="93858" y="81170"/>
                    <a:pt x="94396" y="84220"/>
                    <a:pt x="94883" y="87245"/>
                  </a:cubicBezTo>
                  <a:cubicBezTo>
                    <a:pt x="95396" y="90372"/>
                    <a:pt x="95857" y="93524"/>
                    <a:pt x="96344" y="96651"/>
                  </a:cubicBezTo>
                  <a:lnTo>
                    <a:pt x="93627" y="96651"/>
                  </a:lnTo>
                  <a:cubicBezTo>
                    <a:pt x="93627" y="96446"/>
                    <a:pt x="93627" y="96215"/>
                    <a:pt x="93602" y="96010"/>
                  </a:cubicBezTo>
                  <a:cubicBezTo>
                    <a:pt x="93191" y="91269"/>
                    <a:pt x="92551" y="86527"/>
                    <a:pt x="91936" y="81811"/>
                  </a:cubicBezTo>
                  <a:cubicBezTo>
                    <a:pt x="91525" y="78659"/>
                    <a:pt x="91064" y="75532"/>
                    <a:pt x="90705" y="72379"/>
                  </a:cubicBezTo>
                  <a:cubicBezTo>
                    <a:pt x="90321" y="69124"/>
                    <a:pt x="90013" y="65895"/>
                    <a:pt x="89680" y="62640"/>
                  </a:cubicBezTo>
                  <a:cubicBezTo>
                    <a:pt x="89321" y="58924"/>
                    <a:pt x="89193" y="55207"/>
                    <a:pt x="89116" y="51465"/>
                  </a:cubicBezTo>
                  <a:cubicBezTo>
                    <a:pt x="89065" y="47749"/>
                    <a:pt x="89219" y="43956"/>
                    <a:pt x="89475" y="40214"/>
                  </a:cubicBezTo>
                  <a:cubicBezTo>
                    <a:pt x="89706" y="36805"/>
                    <a:pt x="90065" y="33396"/>
                    <a:pt x="90500" y="30013"/>
                  </a:cubicBezTo>
                  <a:cubicBezTo>
                    <a:pt x="90936" y="26399"/>
                    <a:pt x="91449" y="22785"/>
                    <a:pt x="91910" y="19171"/>
                  </a:cubicBezTo>
                  <a:cubicBezTo>
                    <a:pt x="92217" y="16890"/>
                    <a:pt x="92269" y="14558"/>
                    <a:pt x="92038" y="12226"/>
                  </a:cubicBezTo>
                  <a:cubicBezTo>
                    <a:pt x="91910" y="11047"/>
                    <a:pt x="91602" y="9868"/>
                    <a:pt x="91141" y="8766"/>
                  </a:cubicBezTo>
                  <a:cubicBezTo>
                    <a:pt x="90167" y="6613"/>
                    <a:pt x="88399" y="5101"/>
                    <a:pt x="85759" y="4357"/>
                  </a:cubicBezTo>
                  <a:cubicBezTo>
                    <a:pt x="84964" y="4101"/>
                    <a:pt x="84144" y="3922"/>
                    <a:pt x="83324" y="3768"/>
                  </a:cubicBezTo>
                  <a:cubicBezTo>
                    <a:pt x="80889" y="3435"/>
                    <a:pt x="78428" y="3230"/>
                    <a:pt x="75968" y="3204"/>
                  </a:cubicBezTo>
                  <a:cubicBezTo>
                    <a:pt x="71406" y="3101"/>
                    <a:pt x="66844" y="2999"/>
                    <a:pt x="62307" y="2871"/>
                  </a:cubicBezTo>
                  <a:cubicBezTo>
                    <a:pt x="57335" y="2717"/>
                    <a:pt x="52363" y="2538"/>
                    <a:pt x="47416" y="2358"/>
                  </a:cubicBezTo>
                  <a:cubicBezTo>
                    <a:pt x="42598" y="2204"/>
                    <a:pt x="37779" y="2153"/>
                    <a:pt x="32961" y="2486"/>
                  </a:cubicBezTo>
                  <a:cubicBezTo>
                    <a:pt x="29654" y="2666"/>
                    <a:pt x="26348" y="3153"/>
                    <a:pt x="23144" y="3973"/>
                  </a:cubicBezTo>
                  <a:cubicBezTo>
                    <a:pt x="18915" y="5049"/>
                    <a:pt x="15225" y="6843"/>
                    <a:pt x="12175" y="9483"/>
                  </a:cubicBezTo>
                  <a:cubicBezTo>
                    <a:pt x="10201" y="11226"/>
                    <a:pt x="8484" y="13225"/>
                    <a:pt x="7049" y="15455"/>
                  </a:cubicBezTo>
                  <a:cubicBezTo>
                    <a:pt x="5716" y="17531"/>
                    <a:pt x="4563" y="19761"/>
                    <a:pt x="3640" y="22093"/>
                  </a:cubicBezTo>
                  <a:cubicBezTo>
                    <a:pt x="2717" y="24451"/>
                    <a:pt x="1820" y="26809"/>
                    <a:pt x="897" y="29167"/>
                  </a:cubicBezTo>
                  <a:cubicBezTo>
                    <a:pt x="769" y="29526"/>
                    <a:pt x="615" y="29885"/>
                    <a:pt x="436" y="30218"/>
                  </a:cubicBezTo>
                  <a:cubicBezTo>
                    <a:pt x="359" y="30320"/>
                    <a:pt x="154" y="30397"/>
                    <a:pt x="0" y="30474"/>
                  </a:cubicBezTo>
                  <a:lnTo>
                    <a:pt x="0" y="22375"/>
                  </a:lnTo>
                  <a:cubicBezTo>
                    <a:pt x="180" y="22298"/>
                    <a:pt x="359" y="22221"/>
                    <a:pt x="436" y="22093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6" name="Google Shape;517;p19"/>
            <p:cNvSpPr/>
            <p:nvPr/>
          </p:nvSpPr>
          <p:spPr>
            <a:xfrm rot="10800000">
              <a:off x="6347520" y="720"/>
              <a:ext cx="2795400" cy="2610720"/>
            </a:xfrm>
            <a:custGeom>
              <a:avLst/>
              <a:gdLst>
                <a:gd name="textAreaLeft" fmla="*/ 0 w 2795400"/>
                <a:gd name="textAreaRight" fmla="*/ 2795760 w 2795400"/>
                <a:gd name="textAreaTop" fmla="*/ 0 h 2610720"/>
                <a:gd name="textAreaBottom" fmla="*/ 2611080 h 2610720"/>
              </a:gdLst>
              <a:ahLst/>
              <a:cxnLst/>
              <a:rect l="textAreaLeft" t="textAreaTop" r="textAreaRight" b="textAreaBottom"/>
              <a:pathLst>
                <a:path w="87040" h="89322">
                  <a:moveTo>
                    <a:pt x="948" y="33499"/>
                  </a:moveTo>
                  <a:cubicBezTo>
                    <a:pt x="3511" y="30244"/>
                    <a:pt x="5869" y="26784"/>
                    <a:pt x="7997" y="23196"/>
                  </a:cubicBezTo>
                  <a:cubicBezTo>
                    <a:pt x="9047" y="21351"/>
                    <a:pt x="10098" y="19531"/>
                    <a:pt x="11200" y="17711"/>
                  </a:cubicBezTo>
                  <a:cubicBezTo>
                    <a:pt x="12456" y="15558"/>
                    <a:pt x="13943" y="13533"/>
                    <a:pt x="15583" y="11662"/>
                  </a:cubicBezTo>
                  <a:cubicBezTo>
                    <a:pt x="19069" y="7818"/>
                    <a:pt x="23528" y="4999"/>
                    <a:pt x="28962" y="3204"/>
                  </a:cubicBezTo>
                  <a:cubicBezTo>
                    <a:pt x="31858" y="2282"/>
                    <a:pt x="34806" y="1615"/>
                    <a:pt x="37830" y="1180"/>
                  </a:cubicBezTo>
                  <a:cubicBezTo>
                    <a:pt x="42520" y="513"/>
                    <a:pt x="47236" y="154"/>
                    <a:pt x="51978" y="103"/>
                  </a:cubicBezTo>
                  <a:cubicBezTo>
                    <a:pt x="56335" y="1"/>
                    <a:pt x="60692" y="26"/>
                    <a:pt x="65075" y="52"/>
                  </a:cubicBezTo>
                  <a:cubicBezTo>
                    <a:pt x="68125" y="78"/>
                    <a:pt x="71200" y="257"/>
                    <a:pt x="74250" y="616"/>
                  </a:cubicBezTo>
                  <a:cubicBezTo>
                    <a:pt x="76173" y="795"/>
                    <a:pt x="78044" y="1180"/>
                    <a:pt x="79863" y="1769"/>
                  </a:cubicBezTo>
                  <a:cubicBezTo>
                    <a:pt x="82862" y="2769"/>
                    <a:pt x="84887" y="4537"/>
                    <a:pt x="85861" y="7075"/>
                  </a:cubicBezTo>
                  <a:cubicBezTo>
                    <a:pt x="86373" y="8407"/>
                    <a:pt x="86681" y="9817"/>
                    <a:pt x="86758" y="11252"/>
                  </a:cubicBezTo>
                  <a:cubicBezTo>
                    <a:pt x="87040" y="14943"/>
                    <a:pt x="86707" y="18634"/>
                    <a:pt x="86450" y="22324"/>
                  </a:cubicBezTo>
                  <a:cubicBezTo>
                    <a:pt x="86194" y="25656"/>
                    <a:pt x="85886" y="29014"/>
                    <a:pt x="85681" y="32346"/>
                  </a:cubicBezTo>
                  <a:cubicBezTo>
                    <a:pt x="85323" y="37882"/>
                    <a:pt x="85169" y="43444"/>
                    <a:pt x="85297" y="48980"/>
                  </a:cubicBezTo>
                  <a:cubicBezTo>
                    <a:pt x="85374" y="53875"/>
                    <a:pt x="85630" y="58745"/>
                    <a:pt x="85886" y="63640"/>
                  </a:cubicBezTo>
                  <a:cubicBezTo>
                    <a:pt x="86092" y="67484"/>
                    <a:pt x="86348" y="71329"/>
                    <a:pt x="86527" y="75173"/>
                  </a:cubicBezTo>
                  <a:cubicBezTo>
                    <a:pt x="86784" y="79710"/>
                    <a:pt x="86732" y="84246"/>
                    <a:pt x="86425" y="88783"/>
                  </a:cubicBezTo>
                  <a:cubicBezTo>
                    <a:pt x="86450" y="88962"/>
                    <a:pt x="86476" y="89142"/>
                    <a:pt x="86527" y="89321"/>
                  </a:cubicBezTo>
                  <a:lnTo>
                    <a:pt x="83580" y="89321"/>
                  </a:lnTo>
                  <a:cubicBezTo>
                    <a:pt x="83605" y="88886"/>
                    <a:pt x="83605" y="88450"/>
                    <a:pt x="83657" y="88014"/>
                  </a:cubicBezTo>
                  <a:cubicBezTo>
                    <a:pt x="83836" y="85810"/>
                    <a:pt x="84118" y="83580"/>
                    <a:pt x="84221" y="81376"/>
                  </a:cubicBezTo>
                  <a:cubicBezTo>
                    <a:pt x="84502" y="75814"/>
                    <a:pt x="84323" y="70278"/>
                    <a:pt x="84144" y="64742"/>
                  </a:cubicBezTo>
                  <a:cubicBezTo>
                    <a:pt x="84041" y="61385"/>
                    <a:pt x="83913" y="58053"/>
                    <a:pt x="83836" y="54695"/>
                  </a:cubicBezTo>
                  <a:cubicBezTo>
                    <a:pt x="83657" y="47083"/>
                    <a:pt x="83708" y="39471"/>
                    <a:pt x="84195" y="31859"/>
                  </a:cubicBezTo>
                  <a:cubicBezTo>
                    <a:pt x="84451" y="28296"/>
                    <a:pt x="84605" y="24734"/>
                    <a:pt x="84810" y="21171"/>
                  </a:cubicBezTo>
                  <a:cubicBezTo>
                    <a:pt x="84989" y="18557"/>
                    <a:pt x="84938" y="15968"/>
                    <a:pt x="84707" y="13380"/>
                  </a:cubicBezTo>
                  <a:cubicBezTo>
                    <a:pt x="84554" y="11842"/>
                    <a:pt x="84195" y="10355"/>
                    <a:pt x="83631" y="8946"/>
                  </a:cubicBezTo>
                  <a:cubicBezTo>
                    <a:pt x="82580" y="6562"/>
                    <a:pt x="80658" y="4845"/>
                    <a:pt x="77839" y="3820"/>
                  </a:cubicBezTo>
                  <a:cubicBezTo>
                    <a:pt x="76660" y="3410"/>
                    <a:pt x="75481" y="3076"/>
                    <a:pt x="74276" y="2846"/>
                  </a:cubicBezTo>
                  <a:cubicBezTo>
                    <a:pt x="71124" y="2282"/>
                    <a:pt x="67971" y="2000"/>
                    <a:pt x="64793" y="1974"/>
                  </a:cubicBezTo>
                  <a:cubicBezTo>
                    <a:pt x="57770" y="1769"/>
                    <a:pt x="50748" y="2051"/>
                    <a:pt x="43776" y="2871"/>
                  </a:cubicBezTo>
                  <a:cubicBezTo>
                    <a:pt x="40444" y="3230"/>
                    <a:pt x="37164" y="3871"/>
                    <a:pt x="33934" y="4768"/>
                  </a:cubicBezTo>
                  <a:cubicBezTo>
                    <a:pt x="28731" y="6229"/>
                    <a:pt x="24144" y="8484"/>
                    <a:pt x="20350" y="11765"/>
                  </a:cubicBezTo>
                  <a:cubicBezTo>
                    <a:pt x="18223" y="13636"/>
                    <a:pt x="16301" y="15763"/>
                    <a:pt x="14660" y="18095"/>
                  </a:cubicBezTo>
                  <a:cubicBezTo>
                    <a:pt x="13379" y="19864"/>
                    <a:pt x="12174" y="21684"/>
                    <a:pt x="10944" y="23478"/>
                  </a:cubicBezTo>
                  <a:cubicBezTo>
                    <a:pt x="7971" y="27912"/>
                    <a:pt x="4716" y="32141"/>
                    <a:pt x="1205" y="36165"/>
                  </a:cubicBezTo>
                  <a:cubicBezTo>
                    <a:pt x="974" y="36421"/>
                    <a:pt x="743" y="36677"/>
                    <a:pt x="513" y="36908"/>
                  </a:cubicBezTo>
                  <a:cubicBezTo>
                    <a:pt x="333" y="36985"/>
                    <a:pt x="179" y="37036"/>
                    <a:pt x="0" y="37062"/>
                  </a:cubicBezTo>
                  <a:lnTo>
                    <a:pt x="0" y="34242"/>
                  </a:lnTo>
                  <a:cubicBezTo>
                    <a:pt x="564" y="34217"/>
                    <a:pt x="692" y="33807"/>
                    <a:pt x="948" y="3349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7" name="Google Shape;518;p19"/>
            <p:cNvSpPr/>
            <p:nvPr/>
          </p:nvSpPr>
          <p:spPr>
            <a:xfrm rot="10800000">
              <a:off x="7662960" y="720"/>
              <a:ext cx="1479960" cy="1058400"/>
            </a:xfrm>
            <a:custGeom>
              <a:avLst/>
              <a:gdLst>
                <a:gd name="textAreaLeft" fmla="*/ 0 w 1479960"/>
                <a:gd name="textAreaRight" fmla="*/ 1480320 w 1479960"/>
                <a:gd name="textAreaTop" fmla="*/ 0 h 1058400"/>
                <a:gd name="textAreaBottom" fmla="*/ 1058760 h 1058400"/>
              </a:gdLst>
              <a:ahLst/>
              <a:cxnLst/>
              <a:rect l="textAreaLeft" t="textAreaTop" r="textAreaRight" b="textAreaBottom"/>
              <a:pathLst>
                <a:path w="46083" h="36216">
                  <a:moveTo>
                    <a:pt x="11149" y="6818"/>
                  </a:moveTo>
                  <a:cubicBezTo>
                    <a:pt x="13994" y="5357"/>
                    <a:pt x="16916" y="4101"/>
                    <a:pt x="19940" y="3050"/>
                  </a:cubicBezTo>
                  <a:cubicBezTo>
                    <a:pt x="23785" y="1717"/>
                    <a:pt x="27757" y="641"/>
                    <a:pt x="31935" y="231"/>
                  </a:cubicBezTo>
                  <a:cubicBezTo>
                    <a:pt x="33806" y="0"/>
                    <a:pt x="35703" y="26"/>
                    <a:pt x="37599" y="308"/>
                  </a:cubicBezTo>
                  <a:cubicBezTo>
                    <a:pt x="40265" y="769"/>
                    <a:pt x="42315" y="1948"/>
                    <a:pt x="43725" y="3896"/>
                  </a:cubicBezTo>
                  <a:cubicBezTo>
                    <a:pt x="44314" y="4742"/>
                    <a:pt x="44776" y="5664"/>
                    <a:pt x="45109" y="6664"/>
                  </a:cubicBezTo>
                  <a:cubicBezTo>
                    <a:pt x="45622" y="8330"/>
                    <a:pt x="45929" y="10098"/>
                    <a:pt x="45980" y="11867"/>
                  </a:cubicBezTo>
                  <a:cubicBezTo>
                    <a:pt x="46083" y="14635"/>
                    <a:pt x="45929" y="17454"/>
                    <a:pt x="45468" y="20196"/>
                  </a:cubicBezTo>
                  <a:cubicBezTo>
                    <a:pt x="44904" y="23887"/>
                    <a:pt x="44109" y="27501"/>
                    <a:pt x="43110" y="31089"/>
                  </a:cubicBezTo>
                  <a:cubicBezTo>
                    <a:pt x="42725" y="32473"/>
                    <a:pt x="42341" y="33832"/>
                    <a:pt x="41982" y="35216"/>
                  </a:cubicBezTo>
                  <a:cubicBezTo>
                    <a:pt x="41905" y="35523"/>
                    <a:pt x="41649" y="35856"/>
                    <a:pt x="41905" y="36215"/>
                  </a:cubicBezTo>
                  <a:lnTo>
                    <a:pt x="38701" y="36215"/>
                  </a:lnTo>
                  <a:cubicBezTo>
                    <a:pt x="38804" y="35600"/>
                    <a:pt x="38881" y="34959"/>
                    <a:pt x="39009" y="34370"/>
                  </a:cubicBezTo>
                  <a:cubicBezTo>
                    <a:pt x="39752" y="31140"/>
                    <a:pt x="40444" y="27885"/>
                    <a:pt x="40880" y="24630"/>
                  </a:cubicBezTo>
                  <a:cubicBezTo>
                    <a:pt x="41264" y="21683"/>
                    <a:pt x="41495" y="18710"/>
                    <a:pt x="41188" y="15737"/>
                  </a:cubicBezTo>
                  <a:cubicBezTo>
                    <a:pt x="41085" y="14276"/>
                    <a:pt x="40777" y="12866"/>
                    <a:pt x="40291" y="11508"/>
                  </a:cubicBezTo>
                  <a:cubicBezTo>
                    <a:pt x="40009" y="10790"/>
                    <a:pt x="39650" y="10098"/>
                    <a:pt x="39240" y="9432"/>
                  </a:cubicBezTo>
                  <a:cubicBezTo>
                    <a:pt x="37779" y="7074"/>
                    <a:pt x="35395" y="5690"/>
                    <a:pt x="32268" y="5203"/>
                  </a:cubicBezTo>
                  <a:cubicBezTo>
                    <a:pt x="30423" y="4947"/>
                    <a:pt x="28552" y="4921"/>
                    <a:pt x="26707" y="5126"/>
                  </a:cubicBezTo>
                  <a:cubicBezTo>
                    <a:pt x="22554" y="5562"/>
                    <a:pt x="18505" y="6664"/>
                    <a:pt x="14660" y="8330"/>
                  </a:cubicBezTo>
                  <a:cubicBezTo>
                    <a:pt x="10944" y="9919"/>
                    <a:pt x="7356" y="11790"/>
                    <a:pt x="3896" y="13917"/>
                  </a:cubicBezTo>
                  <a:cubicBezTo>
                    <a:pt x="2896" y="14532"/>
                    <a:pt x="1922" y="15173"/>
                    <a:pt x="923" y="15788"/>
                  </a:cubicBezTo>
                  <a:cubicBezTo>
                    <a:pt x="666" y="16019"/>
                    <a:pt x="333" y="16121"/>
                    <a:pt x="0" y="16121"/>
                  </a:cubicBezTo>
                  <a:lnTo>
                    <a:pt x="0" y="13123"/>
                  </a:lnTo>
                  <a:cubicBezTo>
                    <a:pt x="513" y="13123"/>
                    <a:pt x="820" y="12815"/>
                    <a:pt x="1179" y="12584"/>
                  </a:cubicBezTo>
                  <a:cubicBezTo>
                    <a:pt x="4383" y="10508"/>
                    <a:pt x="7689" y="8586"/>
                    <a:pt x="11149" y="681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8" name="Google Shape;519;p19"/>
            <p:cNvSpPr/>
            <p:nvPr/>
          </p:nvSpPr>
          <p:spPr>
            <a:xfrm rot="10800000">
              <a:off x="6503040" y="4092480"/>
              <a:ext cx="2639880" cy="1050840"/>
            </a:xfrm>
            <a:custGeom>
              <a:avLst/>
              <a:gdLst>
                <a:gd name="textAreaLeft" fmla="*/ 0 w 2639880"/>
                <a:gd name="textAreaRight" fmla="*/ 2640240 w 2639880"/>
                <a:gd name="textAreaTop" fmla="*/ 0 h 1050840"/>
                <a:gd name="textAreaBottom" fmla="*/ 1051200 h 1050840"/>
              </a:gdLst>
              <a:ahLst/>
              <a:cxnLst/>
              <a:rect l="textAreaLeft" t="textAreaTop" r="textAreaRight" b="textAreaBottom"/>
              <a:pathLst>
                <a:path w="82196" h="35959">
                  <a:moveTo>
                    <a:pt x="74737" y="6049"/>
                  </a:moveTo>
                  <a:cubicBezTo>
                    <a:pt x="72918" y="7766"/>
                    <a:pt x="71431" y="9791"/>
                    <a:pt x="70355" y="12046"/>
                  </a:cubicBezTo>
                  <a:cubicBezTo>
                    <a:pt x="69663" y="13558"/>
                    <a:pt x="69047" y="15096"/>
                    <a:pt x="68535" y="16685"/>
                  </a:cubicBezTo>
                  <a:cubicBezTo>
                    <a:pt x="67612" y="19402"/>
                    <a:pt x="66715" y="22144"/>
                    <a:pt x="65587" y="24784"/>
                  </a:cubicBezTo>
                  <a:cubicBezTo>
                    <a:pt x="64742" y="26809"/>
                    <a:pt x="63716" y="28782"/>
                    <a:pt x="62486" y="30628"/>
                  </a:cubicBezTo>
                  <a:cubicBezTo>
                    <a:pt x="61692" y="31832"/>
                    <a:pt x="60718" y="32935"/>
                    <a:pt x="59616" y="33857"/>
                  </a:cubicBezTo>
                  <a:cubicBezTo>
                    <a:pt x="57924" y="35216"/>
                    <a:pt x="55848" y="35959"/>
                    <a:pt x="53695" y="35933"/>
                  </a:cubicBezTo>
                  <a:cubicBezTo>
                    <a:pt x="51773" y="35933"/>
                    <a:pt x="49851" y="35626"/>
                    <a:pt x="48005" y="35087"/>
                  </a:cubicBezTo>
                  <a:cubicBezTo>
                    <a:pt x="45750" y="34395"/>
                    <a:pt x="43546" y="33575"/>
                    <a:pt x="41393" y="32576"/>
                  </a:cubicBezTo>
                  <a:cubicBezTo>
                    <a:pt x="37933" y="31012"/>
                    <a:pt x="34575" y="29295"/>
                    <a:pt x="31243" y="27552"/>
                  </a:cubicBezTo>
                  <a:cubicBezTo>
                    <a:pt x="24682" y="24169"/>
                    <a:pt x="18095" y="20786"/>
                    <a:pt x="11405" y="17582"/>
                  </a:cubicBezTo>
                  <a:cubicBezTo>
                    <a:pt x="8022" y="15993"/>
                    <a:pt x="4639" y="14378"/>
                    <a:pt x="1256" y="12789"/>
                  </a:cubicBezTo>
                  <a:cubicBezTo>
                    <a:pt x="871" y="12610"/>
                    <a:pt x="513" y="12354"/>
                    <a:pt x="0" y="12405"/>
                  </a:cubicBezTo>
                  <a:lnTo>
                    <a:pt x="0" y="11277"/>
                  </a:lnTo>
                  <a:cubicBezTo>
                    <a:pt x="179" y="11252"/>
                    <a:pt x="359" y="11252"/>
                    <a:pt x="538" y="11277"/>
                  </a:cubicBezTo>
                  <a:cubicBezTo>
                    <a:pt x="897" y="11405"/>
                    <a:pt x="1205" y="11559"/>
                    <a:pt x="1538" y="11713"/>
                  </a:cubicBezTo>
                  <a:cubicBezTo>
                    <a:pt x="11072" y="16044"/>
                    <a:pt x="20504" y="20504"/>
                    <a:pt x="29885" y="25092"/>
                  </a:cubicBezTo>
                  <a:cubicBezTo>
                    <a:pt x="33370" y="26809"/>
                    <a:pt x="36882" y="28475"/>
                    <a:pt x="40521" y="29961"/>
                  </a:cubicBezTo>
                  <a:cubicBezTo>
                    <a:pt x="42315" y="30705"/>
                    <a:pt x="44186" y="31345"/>
                    <a:pt x="46083" y="31884"/>
                  </a:cubicBezTo>
                  <a:cubicBezTo>
                    <a:pt x="47749" y="32345"/>
                    <a:pt x="49466" y="32576"/>
                    <a:pt x="51209" y="32550"/>
                  </a:cubicBezTo>
                  <a:cubicBezTo>
                    <a:pt x="53131" y="32550"/>
                    <a:pt x="55002" y="31909"/>
                    <a:pt x="56514" y="30730"/>
                  </a:cubicBezTo>
                  <a:cubicBezTo>
                    <a:pt x="57437" y="29987"/>
                    <a:pt x="58232" y="29167"/>
                    <a:pt x="58949" y="28244"/>
                  </a:cubicBezTo>
                  <a:cubicBezTo>
                    <a:pt x="59821" y="27117"/>
                    <a:pt x="60590" y="25938"/>
                    <a:pt x="61256" y="24682"/>
                  </a:cubicBezTo>
                  <a:cubicBezTo>
                    <a:pt x="62384" y="22580"/>
                    <a:pt x="63358" y="20401"/>
                    <a:pt x="64229" y="18197"/>
                  </a:cubicBezTo>
                  <a:cubicBezTo>
                    <a:pt x="65049" y="16147"/>
                    <a:pt x="65844" y="14096"/>
                    <a:pt x="66715" y="12046"/>
                  </a:cubicBezTo>
                  <a:cubicBezTo>
                    <a:pt x="67792" y="9560"/>
                    <a:pt x="69355" y="7279"/>
                    <a:pt x="71329" y="5408"/>
                  </a:cubicBezTo>
                  <a:cubicBezTo>
                    <a:pt x="72764" y="4075"/>
                    <a:pt x="74302" y="2871"/>
                    <a:pt x="75942" y="1794"/>
                  </a:cubicBezTo>
                  <a:cubicBezTo>
                    <a:pt x="76813" y="1205"/>
                    <a:pt x="77685" y="589"/>
                    <a:pt x="78556" y="0"/>
                  </a:cubicBezTo>
                  <a:lnTo>
                    <a:pt x="82196" y="0"/>
                  </a:lnTo>
                  <a:cubicBezTo>
                    <a:pt x="81273" y="692"/>
                    <a:pt x="80376" y="1410"/>
                    <a:pt x="79453" y="2102"/>
                  </a:cubicBezTo>
                  <a:cubicBezTo>
                    <a:pt x="77813" y="3332"/>
                    <a:pt x="76224" y="4639"/>
                    <a:pt x="74737" y="604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59" name="Google Shape;520;p19"/>
            <p:cNvSpPr/>
            <p:nvPr/>
          </p:nvSpPr>
          <p:spPr>
            <a:xfrm rot="10800000">
              <a:off x="2026440" y="4494240"/>
              <a:ext cx="1460880" cy="649080"/>
            </a:xfrm>
            <a:custGeom>
              <a:avLst/>
              <a:gdLst>
                <a:gd name="textAreaLeft" fmla="*/ 0 w 1460880"/>
                <a:gd name="textAreaRight" fmla="*/ 1461240 w 1460880"/>
                <a:gd name="textAreaTop" fmla="*/ 0 h 649080"/>
                <a:gd name="textAreaBottom" fmla="*/ 649440 h 649080"/>
              </a:gdLst>
              <a:ahLst/>
              <a:cxnLst/>
              <a:rect l="textAreaLeft" t="textAreaTop" r="textAreaRight" b="textAreaBottom"/>
              <a:pathLst>
                <a:path w="45495" h="22222">
                  <a:moveTo>
                    <a:pt x="39240" y="3024"/>
                  </a:moveTo>
                  <a:cubicBezTo>
                    <a:pt x="32192" y="6356"/>
                    <a:pt x="25528" y="10406"/>
                    <a:pt x="19377" y="15173"/>
                  </a:cubicBezTo>
                  <a:cubicBezTo>
                    <a:pt x="18173" y="16096"/>
                    <a:pt x="16968" y="17018"/>
                    <a:pt x="15738" y="17890"/>
                  </a:cubicBezTo>
                  <a:cubicBezTo>
                    <a:pt x="14482" y="18761"/>
                    <a:pt x="13277" y="19556"/>
                    <a:pt x="11996" y="20325"/>
                  </a:cubicBezTo>
                  <a:cubicBezTo>
                    <a:pt x="11150" y="20837"/>
                    <a:pt x="10253" y="21247"/>
                    <a:pt x="9305" y="21555"/>
                  </a:cubicBezTo>
                  <a:cubicBezTo>
                    <a:pt x="7228" y="22221"/>
                    <a:pt x="5357" y="21914"/>
                    <a:pt x="3743" y="20658"/>
                  </a:cubicBezTo>
                  <a:cubicBezTo>
                    <a:pt x="2923" y="19991"/>
                    <a:pt x="2231" y="19197"/>
                    <a:pt x="1744" y="18274"/>
                  </a:cubicBezTo>
                  <a:cubicBezTo>
                    <a:pt x="1077" y="16993"/>
                    <a:pt x="616" y="15634"/>
                    <a:pt x="411" y="14199"/>
                  </a:cubicBezTo>
                  <a:cubicBezTo>
                    <a:pt x="26" y="11508"/>
                    <a:pt x="1" y="8765"/>
                    <a:pt x="334" y="6049"/>
                  </a:cubicBezTo>
                  <a:cubicBezTo>
                    <a:pt x="539" y="4050"/>
                    <a:pt x="821" y="2025"/>
                    <a:pt x="1103" y="0"/>
                  </a:cubicBezTo>
                  <a:lnTo>
                    <a:pt x="3589" y="0"/>
                  </a:lnTo>
                  <a:cubicBezTo>
                    <a:pt x="3486" y="897"/>
                    <a:pt x="3384" y="1820"/>
                    <a:pt x="3307" y="2717"/>
                  </a:cubicBezTo>
                  <a:cubicBezTo>
                    <a:pt x="3025" y="5075"/>
                    <a:pt x="2846" y="7458"/>
                    <a:pt x="3128" y="9842"/>
                  </a:cubicBezTo>
                  <a:cubicBezTo>
                    <a:pt x="3256" y="11021"/>
                    <a:pt x="3563" y="12200"/>
                    <a:pt x="4025" y="13302"/>
                  </a:cubicBezTo>
                  <a:cubicBezTo>
                    <a:pt x="4332" y="14045"/>
                    <a:pt x="4742" y="14712"/>
                    <a:pt x="5281" y="15301"/>
                  </a:cubicBezTo>
                  <a:cubicBezTo>
                    <a:pt x="5768" y="15839"/>
                    <a:pt x="6383" y="16275"/>
                    <a:pt x="7075" y="16557"/>
                  </a:cubicBezTo>
                  <a:cubicBezTo>
                    <a:pt x="8074" y="16941"/>
                    <a:pt x="9176" y="16967"/>
                    <a:pt x="10176" y="16634"/>
                  </a:cubicBezTo>
                  <a:cubicBezTo>
                    <a:pt x="10996" y="16378"/>
                    <a:pt x="11765" y="16070"/>
                    <a:pt x="12508" y="15686"/>
                  </a:cubicBezTo>
                  <a:cubicBezTo>
                    <a:pt x="13636" y="15070"/>
                    <a:pt x="14764" y="14404"/>
                    <a:pt x="15815" y="13686"/>
                  </a:cubicBezTo>
                  <a:cubicBezTo>
                    <a:pt x="17737" y="12405"/>
                    <a:pt x="19582" y="11072"/>
                    <a:pt x="21453" y="9739"/>
                  </a:cubicBezTo>
                  <a:cubicBezTo>
                    <a:pt x="26630" y="6049"/>
                    <a:pt x="32167" y="2896"/>
                    <a:pt x="37985" y="359"/>
                  </a:cubicBezTo>
                  <a:cubicBezTo>
                    <a:pt x="38241" y="256"/>
                    <a:pt x="38446" y="128"/>
                    <a:pt x="38651" y="0"/>
                  </a:cubicBezTo>
                  <a:lnTo>
                    <a:pt x="45494" y="0"/>
                  </a:lnTo>
                  <a:cubicBezTo>
                    <a:pt x="45264" y="154"/>
                    <a:pt x="45007" y="308"/>
                    <a:pt x="44777" y="436"/>
                  </a:cubicBezTo>
                  <a:cubicBezTo>
                    <a:pt x="42931" y="1307"/>
                    <a:pt x="41060" y="2153"/>
                    <a:pt x="39240" y="3024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0" name="Google Shape;521;p19"/>
            <p:cNvSpPr/>
            <p:nvPr/>
          </p:nvSpPr>
          <p:spPr>
            <a:xfrm rot="10800000">
              <a:off x="7418520" y="720"/>
              <a:ext cx="1724400" cy="1312200"/>
            </a:xfrm>
            <a:custGeom>
              <a:avLst/>
              <a:gdLst>
                <a:gd name="textAreaLeft" fmla="*/ 0 w 1724400"/>
                <a:gd name="textAreaRight" fmla="*/ 1724760 w 1724400"/>
                <a:gd name="textAreaTop" fmla="*/ 0 h 1312200"/>
                <a:gd name="textAreaBottom" fmla="*/ 1312560 h 1312200"/>
              </a:gdLst>
              <a:ahLst/>
              <a:cxnLst/>
              <a:rect l="textAreaLeft" t="textAreaTop" r="textAreaRight" b="textAreaBottom"/>
              <a:pathLst>
                <a:path w="53696" h="44905">
                  <a:moveTo>
                    <a:pt x="5024" y="14199"/>
                  </a:moveTo>
                  <a:cubicBezTo>
                    <a:pt x="12456" y="9766"/>
                    <a:pt x="20350" y="6100"/>
                    <a:pt x="28552" y="3281"/>
                  </a:cubicBezTo>
                  <a:cubicBezTo>
                    <a:pt x="31602" y="2179"/>
                    <a:pt x="34729" y="1308"/>
                    <a:pt x="37907" y="667"/>
                  </a:cubicBezTo>
                  <a:cubicBezTo>
                    <a:pt x="40085" y="180"/>
                    <a:pt x="42315" y="0"/>
                    <a:pt x="44545" y="129"/>
                  </a:cubicBezTo>
                  <a:cubicBezTo>
                    <a:pt x="47621" y="359"/>
                    <a:pt x="49902" y="1590"/>
                    <a:pt x="51363" y="3845"/>
                  </a:cubicBezTo>
                  <a:cubicBezTo>
                    <a:pt x="52003" y="4819"/>
                    <a:pt x="52516" y="5921"/>
                    <a:pt x="52824" y="7074"/>
                  </a:cubicBezTo>
                  <a:cubicBezTo>
                    <a:pt x="53413" y="9150"/>
                    <a:pt x="53695" y="11329"/>
                    <a:pt x="53669" y="13482"/>
                  </a:cubicBezTo>
                  <a:cubicBezTo>
                    <a:pt x="53695" y="16250"/>
                    <a:pt x="53464" y="18992"/>
                    <a:pt x="53003" y="21735"/>
                  </a:cubicBezTo>
                  <a:cubicBezTo>
                    <a:pt x="52414" y="25297"/>
                    <a:pt x="51619" y="28834"/>
                    <a:pt x="50645" y="32346"/>
                  </a:cubicBezTo>
                  <a:cubicBezTo>
                    <a:pt x="49620" y="36216"/>
                    <a:pt x="48390" y="40060"/>
                    <a:pt x="47134" y="43879"/>
                  </a:cubicBezTo>
                  <a:cubicBezTo>
                    <a:pt x="47031" y="44212"/>
                    <a:pt x="46980" y="44545"/>
                    <a:pt x="46929" y="44904"/>
                  </a:cubicBezTo>
                  <a:lnTo>
                    <a:pt x="45314" y="44904"/>
                  </a:lnTo>
                  <a:cubicBezTo>
                    <a:pt x="45314" y="44648"/>
                    <a:pt x="45340" y="44392"/>
                    <a:pt x="45391" y="44161"/>
                  </a:cubicBezTo>
                  <a:cubicBezTo>
                    <a:pt x="45545" y="43648"/>
                    <a:pt x="45724" y="43136"/>
                    <a:pt x="45904" y="42623"/>
                  </a:cubicBezTo>
                  <a:cubicBezTo>
                    <a:pt x="48082" y="35780"/>
                    <a:pt x="50004" y="28885"/>
                    <a:pt x="50901" y="21837"/>
                  </a:cubicBezTo>
                  <a:cubicBezTo>
                    <a:pt x="51260" y="19223"/>
                    <a:pt x="51337" y="16583"/>
                    <a:pt x="51183" y="13969"/>
                  </a:cubicBezTo>
                  <a:cubicBezTo>
                    <a:pt x="51106" y="12636"/>
                    <a:pt x="50876" y="11329"/>
                    <a:pt x="50543" y="10047"/>
                  </a:cubicBezTo>
                  <a:cubicBezTo>
                    <a:pt x="50184" y="8715"/>
                    <a:pt x="49594" y="7433"/>
                    <a:pt x="48774" y="6305"/>
                  </a:cubicBezTo>
                  <a:cubicBezTo>
                    <a:pt x="47493" y="4588"/>
                    <a:pt x="45673" y="3512"/>
                    <a:pt x="43264" y="3102"/>
                  </a:cubicBezTo>
                  <a:cubicBezTo>
                    <a:pt x="41470" y="2845"/>
                    <a:pt x="39624" y="2820"/>
                    <a:pt x="37830" y="3076"/>
                  </a:cubicBezTo>
                  <a:cubicBezTo>
                    <a:pt x="35805" y="3307"/>
                    <a:pt x="33806" y="3691"/>
                    <a:pt x="31858" y="4204"/>
                  </a:cubicBezTo>
                  <a:cubicBezTo>
                    <a:pt x="25989" y="5742"/>
                    <a:pt x="20299" y="7818"/>
                    <a:pt x="14814" y="10406"/>
                  </a:cubicBezTo>
                  <a:cubicBezTo>
                    <a:pt x="10175" y="12636"/>
                    <a:pt x="5664" y="15122"/>
                    <a:pt x="1333" y="17890"/>
                  </a:cubicBezTo>
                  <a:cubicBezTo>
                    <a:pt x="923" y="18147"/>
                    <a:pt x="436" y="18352"/>
                    <a:pt x="0" y="18608"/>
                  </a:cubicBezTo>
                  <a:lnTo>
                    <a:pt x="0" y="17096"/>
                  </a:lnTo>
                  <a:cubicBezTo>
                    <a:pt x="384" y="17019"/>
                    <a:pt x="769" y="16839"/>
                    <a:pt x="1076" y="16609"/>
                  </a:cubicBezTo>
                  <a:cubicBezTo>
                    <a:pt x="2384" y="15814"/>
                    <a:pt x="3691" y="14994"/>
                    <a:pt x="5024" y="1419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1" name="Google Shape;522;p19"/>
            <p:cNvSpPr/>
            <p:nvPr/>
          </p:nvSpPr>
          <p:spPr>
            <a:xfrm rot="10800000">
              <a:off x="720" y="3336120"/>
              <a:ext cx="301680" cy="823680"/>
            </a:xfrm>
            <a:custGeom>
              <a:avLst/>
              <a:gdLst>
                <a:gd name="textAreaLeft" fmla="*/ 0 w 301680"/>
                <a:gd name="textAreaRight" fmla="*/ 302040 w 301680"/>
                <a:gd name="textAreaTop" fmla="*/ 0 h 823680"/>
                <a:gd name="textAreaBottom" fmla="*/ 824040 h 823680"/>
              </a:gdLst>
              <a:ahLst/>
              <a:cxnLst/>
              <a:rect l="textAreaLeft" t="textAreaTop" r="textAreaRight" b="textAreaBottom"/>
              <a:pathLst>
                <a:path w="9407" h="28194">
                  <a:moveTo>
                    <a:pt x="4050" y="24579"/>
                  </a:moveTo>
                  <a:cubicBezTo>
                    <a:pt x="1462" y="22273"/>
                    <a:pt x="129" y="19556"/>
                    <a:pt x="26" y="16429"/>
                  </a:cubicBezTo>
                  <a:cubicBezTo>
                    <a:pt x="1" y="14481"/>
                    <a:pt x="359" y="12533"/>
                    <a:pt x="1103" y="10714"/>
                  </a:cubicBezTo>
                  <a:cubicBezTo>
                    <a:pt x="2743" y="6536"/>
                    <a:pt x="5639" y="3025"/>
                    <a:pt x="9407" y="0"/>
                  </a:cubicBezTo>
                  <a:lnTo>
                    <a:pt x="9407" y="7125"/>
                  </a:lnTo>
                  <a:cubicBezTo>
                    <a:pt x="9356" y="7177"/>
                    <a:pt x="9279" y="7202"/>
                    <a:pt x="9228" y="7253"/>
                  </a:cubicBezTo>
                  <a:cubicBezTo>
                    <a:pt x="7741" y="9842"/>
                    <a:pt x="7126" y="12559"/>
                    <a:pt x="7792" y="15429"/>
                  </a:cubicBezTo>
                  <a:cubicBezTo>
                    <a:pt x="8074" y="16660"/>
                    <a:pt x="8612" y="17813"/>
                    <a:pt x="9407" y="18787"/>
                  </a:cubicBezTo>
                  <a:lnTo>
                    <a:pt x="9407" y="28193"/>
                  </a:lnTo>
                  <a:lnTo>
                    <a:pt x="8100" y="27424"/>
                  </a:lnTo>
                  <a:cubicBezTo>
                    <a:pt x="6639" y="26630"/>
                    <a:pt x="5280" y="25681"/>
                    <a:pt x="4050" y="2457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2" name="Google Shape;523;p19"/>
            <p:cNvSpPr/>
            <p:nvPr/>
          </p:nvSpPr>
          <p:spPr>
            <a:xfrm rot="10800000">
              <a:off x="6773040" y="4313520"/>
              <a:ext cx="2369880" cy="829800"/>
            </a:xfrm>
            <a:custGeom>
              <a:avLst/>
              <a:gdLst>
                <a:gd name="textAreaLeft" fmla="*/ 0 w 2369880"/>
                <a:gd name="textAreaRight" fmla="*/ 2370240 w 2369880"/>
                <a:gd name="textAreaTop" fmla="*/ 0 h 829800"/>
                <a:gd name="textAreaBottom" fmla="*/ 830160 h 829800"/>
              </a:gdLst>
              <a:ahLst/>
              <a:cxnLst/>
              <a:rect l="textAreaLeft" t="textAreaTop" r="textAreaRight" b="textAreaBottom"/>
              <a:pathLst>
                <a:path w="73790" h="28399">
                  <a:moveTo>
                    <a:pt x="63076" y="10355"/>
                  </a:moveTo>
                  <a:cubicBezTo>
                    <a:pt x="62537" y="11405"/>
                    <a:pt x="61999" y="12482"/>
                    <a:pt x="61461" y="13558"/>
                  </a:cubicBezTo>
                  <a:cubicBezTo>
                    <a:pt x="60308" y="16044"/>
                    <a:pt x="59000" y="18479"/>
                    <a:pt x="57591" y="20863"/>
                  </a:cubicBezTo>
                  <a:cubicBezTo>
                    <a:pt x="56745" y="22247"/>
                    <a:pt x="55771" y="23554"/>
                    <a:pt x="54669" y="24784"/>
                  </a:cubicBezTo>
                  <a:cubicBezTo>
                    <a:pt x="53900" y="25630"/>
                    <a:pt x="53029" y="26373"/>
                    <a:pt x="52080" y="26988"/>
                  </a:cubicBezTo>
                  <a:cubicBezTo>
                    <a:pt x="51004" y="27680"/>
                    <a:pt x="49799" y="28090"/>
                    <a:pt x="48543" y="28244"/>
                  </a:cubicBezTo>
                  <a:cubicBezTo>
                    <a:pt x="47211" y="28398"/>
                    <a:pt x="45878" y="28347"/>
                    <a:pt x="44596" y="28090"/>
                  </a:cubicBezTo>
                  <a:cubicBezTo>
                    <a:pt x="42674" y="27757"/>
                    <a:pt x="40803" y="27245"/>
                    <a:pt x="38983" y="26604"/>
                  </a:cubicBezTo>
                  <a:cubicBezTo>
                    <a:pt x="35780" y="25502"/>
                    <a:pt x="32730" y="24195"/>
                    <a:pt x="29705" y="22836"/>
                  </a:cubicBezTo>
                  <a:cubicBezTo>
                    <a:pt x="24169" y="20401"/>
                    <a:pt x="18684" y="17941"/>
                    <a:pt x="13174" y="15481"/>
                  </a:cubicBezTo>
                  <a:cubicBezTo>
                    <a:pt x="9201" y="13686"/>
                    <a:pt x="5229" y="11944"/>
                    <a:pt x="1256" y="10175"/>
                  </a:cubicBezTo>
                  <a:cubicBezTo>
                    <a:pt x="871" y="9996"/>
                    <a:pt x="487" y="9739"/>
                    <a:pt x="0" y="9765"/>
                  </a:cubicBezTo>
                  <a:lnTo>
                    <a:pt x="0" y="9022"/>
                  </a:lnTo>
                  <a:cubicBezTo>
                    <a:pt x="461" y="9176"/>
                    <a:pt x="923" y="9329"/>
                    <a:pt x="1358" y="9509"/>
                  </a:cubicBezTo>
                  <a:cubicBezTo>
                    <a:pt x="9252" y="12943"/>
                    <a:pt x="17172" y="16378"/>
                    <a:pt x="25066" y="19838"/>
                  </a:cubicBezTo>
                  <a:cubicBezTo>
                    <a:pt x="28475" y="21299"/>
                    <a:pt x="31884" y="22708"/>
                    <a:pt x="35395" y="23990"/>
                  </a:cubicBezTo>
                  <a:cubicBezTo>
                    <a:pt x="37215" y="24656"/>
                    <a:pt x="39060" y="25194"/>
                    <a:pt x="40931" y="25656"/>
                  </a:cubicBezTo>
                  <a:cubicBezTo>
                    <a:pt x="42443" y="26014"/>
                    <a:pt x="43981" y="26194"/>
                    <a:pt x="45545" y="26168"/>
                  </a:cubicBezTo>
                  <a:cubicBezTo>
                    <a:pt x="47082" y="26168"/>
                    <a:pt x="48569" y="25758"/>
                    <a:pt x="49902" y="24989"/>
                  </a:cubicBezTo>
                  <a:cubicBezTo>
                    <a:pt x="50927" y="24374"/>
                    <a:pt x="51850" y="23656"/>
                    <a:pt x="52695" y="22811"/>
                  </a:cubicBezTo>
                  <a:cubicBezTo>
                    <a:pt x="53746" y="21734"/>
                    <a:pt x="54695" y="20555"/>
                    <a:pt x="55540" y="19299"/>
                  </a:cubicBezTo>
                  <a:cubicBezTo>
                    <a:pt x="56950" y="17198"/>
                    <a:pt x="58257" y="15045"/>
                    <a:pt x="59436" y="12815"/>
                  </a:cubicBezTo>
                  <a:cubicBezTo>
                    <a:pt x="60103" y="11585"/>
                    <a:pt x="60769" y="10355"/>
                    <a:pt x="61461" y="9150"/>
                  </a:cubicBezTo>
                  <a:cubicBezTo>
                    <a:pt x="62409" y="7510"/>
                    <a:pt x="63588" y="5997"/>
                    <a:pt x="64947" y="4665"/>
                  </a:cubicBezTo>
                  <a:cubicBezTo>
                    <a:pt x="66587" y="3076"/>
                    <a:pt x="68432" y="1717"/>
                    <a:pt x="70432" y="589"/>
                  </a:cubicBezTo>
                  <a:cubicBezTo>
                    <a:pt x="70739" y="410"/>
                    <a:pt x="70995" y="205"/>
                    <a:pt x="71277" y="0"/>
                  </a:cubicBezTo>
                  <a:lnTo>
                    <a:pt x="73789" y="0"/>
                  </a:lnTo>
                  <a:cubicBezTo>
                    <a:pt x="73123" y="410"/>
                    <a:pt x="72482" y="846"/>
                    <a:pt x="71790" y="1256"/>
                  </a:cubicBezTo>
                  <a:cubicBezTo>
                    <a:pt x="67869" y="3614"/>
                    <a:pt x="64947" y="6638"/>
                    <a:pt x="63076" y="1035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3" name="Google Shape;524;p19"/>
            <p:cNvSpPr/>
            <p:nvPr/>
          </p:nvSpPr>
          <p:spPr>
            <a:xfrm rot="10800000">
              <a:off x="2508840" y="4835880"/>
              <a:ext cx="762840" cy="307440"/>
            </a:xfrm>
            <a:custGeom>
              <a:avLst/>
              <a:gdLst>
                <a:gd name="textAreaLeft" fmla="*/ 0 w 762840"/>
                <a:gd name="textAreaRight" fmla="*/ 763200 w 762840"/>
                <a:gd name="textAreaTop" fmla="*/ 0 h 307440"/>
                <a:gd name="textAreaBottom" fmla="*/ 307800 h 307440"/>
              </a:gdLst>
              <a:ahLst/>
              <a:cxnLst/>
              <a:rect l="textAreaLeft" t="textAreaTop" r="textAreaRight" b="textAreaBottom"/>
              <a:pathLst>
                <a:path w="23760" h="10534">
                  <a:moveTo>
                    <a:pt x="13944" y="5895"/>
                  </a:moveTo>
                  <a:cubicBezTo>
                    <a:pt x="12534" y="6792"/>
                    <a:pt x="11099" y="7663"/>
                    <a:pt x="9663" y="8509"/>
                  </a:cubicBezTo>
                  <a:cubicBezTo>
                    <a:pt x="8895" y="8945"/>
                    <a:pt x="8126" y="9329"/>
                    <a:pt x="7331" y="9688"/>
                  </a:cubicBezTo>
                  <a:cubicBezTo>
                    <a:pt x="6742" y="9919"/>
                    <a:pt x="6152" y="10124"/>
                    <a:pt x="5537" y="10252"/>
                  </a:cubicBezTo>
                  <a:cubicBezTo>
                    <a:pt x="4153" y="10534"/>
                    <a:pt x="2974" y="10226"/>
                    <a:pt x="2077" y="9329"/>
                  </a:cubicBezTo>
                  <a:cubicBezTo>
                    <a:pt x="1692" y="8919"/>
                    <a:pt x="1359" y="8458"/>
                    <a:pt x="1077" y="7971"/>
                  </a:cubicBezTo>
                  <a:cubicBezTo>
                    <a:pt x="667" y="7176"/>
                    <a:pt x="411" y="6305"/>
                    <a:pt x="283" y="5434"/>
                  </a:cubicBezTo>
                  <a:cubicBezTo>
                    <a:pt x="78" y="3947"/>
                    <a:pt x="1" y="2435"/>
                    <a:pt x="129" y="948"/>
                  </a:cubicBezTo>
                  <a:cubicBezTo>
                    <a:pt x="129" y="615"/>
                    <a:pt x="78" y="333"/>
                    <a:pt x="78" y="26"/>
                  </a:cubicBezTo>
                  <a:lnTo>
                    <a:pt x="2128" y="26"/>
                  </a:lnTo>
                  <a:cubicBezTo>
                    <a:pt x="2077" y="1025"/>
                    <a:pt x="2179" y="1999"/>
                    <a:pt x="2384" y="2973"/>
                  </a:cubicBezTo>
                  <a:cubicBezTo>
                    <a:pt x="2538" y="3870"/>
                    <a:pt x="2871" y="4716"/>
                    <a:pt x="3384" y="5459"/>
                  </a:cubicBezTo>
                  <a:cubicBezTo>
                    <a:pt x="4358" y="6792"/>
                    <a:pt x="5742" y="7279"/>
                    <a:pt x="7536" y="6818"/>
                  </a:cubicBezTo>
                  <a:cubicBezTo>
                    <a:pt x="8356" y="6613"/>
                    <a:pt x="9151" y="6305"/>
                    <a:pt x="9894" y="5946"/>
                  </a:cubicBezTo>
                  <a:cubicBezTo>
                    <a:pt x="11047" y="5408"/>
                    <a:pt x="12150" y="4793"/>
                    <a:pt x="13252" y="4178"/>
                  </a:cubicBezTo>
                  <a:cubicBezTo>
                    <a:pt x="15533" y="2896"/>
                    <a:pt x="17763" y="1563"/>
                    <a:pt x="20018" y="256"/>
                  </a:cubicBezTo>
                  <a:cubicBezTo>
                    <a:pt x="20146" y="179"/>
                    <a:pt x="20249" y="103"/>
                    <a:pt x="20351" y="0"/>
                  </a:cubicBezTo>
                  <a:lnTo>
                    <a:pt x="23760" y="0"/>
                  </a:lnTo>
                  <a:cubicBezTo>
                    <a:pt x="23581" y="154"/>
                    <a:pt x="23376" y="308"/>
                    <a:pt x="23171" y="436"/>
                  </a:cubicBezTo>
                  <a:cubicBezTo>
                    <a:pt x="19967" y="2127"/>
                    <a:pt x="16968" y="3998"/>
                    <a:pt x="13944" y="589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264" name="Google Shape;525;p19"/>
          <p:cNvSpPr/>
          <p:nvPr/>
        </p:nvSpPr>
        <p:spPr>
          <a:xfrm>
            <a:off x="222480" y="245880"/>
            <a:ext cx="8698320" cy="4651560"/>
          </a:xfrm>
          <a:prstGeom prst="roundRect">
            <a:avLst>
              <a:gd name="adj" fmla="val 10431"/>
            </a:avLst>
          </a:prstGeom>
          <a:solidFill>
            <a:schemeClr val="accent6"/>
          </a:solidFill>
          <a:ln w="0">
            <a:noFill/>
          </a:ln>
          <a:effectLst>
            <a:outerShdw blurRad="585720" algn="bl" rotWithShape="0">
              <a:schemeClr val="dk2">
                <a:alpha val="81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  <a:endParaRPr lang="fr-FR" sz="35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/>
    <p:bodyStyle/>
    <p:otherStyle/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7477FB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Google Shape;540;p20"/>
          <p:cNvGrpSpPr/>
          <p:nvPr/>
        </p:nvGrpSpPr>
        <p:grpSpPr>
          <a:xfrm>
            <a:off x="0" y="0"/>
            <a:ext cx="9143640" cy="5143320"/>
            <a:chOff x="0" y="0"/>
            <a:chExt cx="9143640" cy="5143320"/>
          </a:xfrm>
        </p:grpSpPr>
        <p:sp>
          <p:nvSpPr>
            <p:cNvPr id="267" name="Google Shape;541;p20"/>
            <p:cNvSpPr/>
            <p:nvPr/>
          </p:nvSpPr>
          <p:spPr>
            <a:xfrm>
              <a:off x="5324040" y="0"/>
              <a:ext cx="3819600" cy="4427640"/>
            </a:xfrm>
            <a:custGeom>
              <a:avLst/>
              <a:gdLst>
                <a:gd name="textAreaLeft" fmla="*/ 0 w 3819600"/>
                <a:gd name="textAreaRight" fmla="*/ 3819960 w 3819600"/>
                <a:gd name="textAreaTop" fmla="*/ 0 h 4427640"/>
                <a:gd name="textAreaBottom" fmla="*/ 4428000 h 4427640"/>
              </a:gdLst>
              <a:ahLst/>
              <a:cxnLst/>
              <a:rect l="textAreaLeft" t="textAreaTop" r="textAreaRight" b="textAreaBottom"/>
              <a:pathLst>
                <a:path w="118924" h="151474">
                  <a:moveTo>
                    <a:pt x="103008" y="151473"/>
                  </a:moveTo>
                  <a:cubicBezTo>
                    <a:pt x="98522" y="151448"/>
                    <a:pt x="94063" y="150781"/>
                    <a:pt x="89731" y="149525"/>
                  </a:cubicBezTo>
                  <a:cubicBezTo>
                    <a:pt x="87425" y="148833"/>
                    <a:pt x="85118" y="148090"/>
                    <a:pt x="82862" y="147270"/>
                  </a:cubicBezTo>
                  <a:cubicBezTo>
                    <a:pt x="77531" y="145348"/>
                    <a:pt x="72200" y="143374"/>
                    <a:pt x="66869" y="141375"/>
                  </a:cubicBezTo>
                  <a:cubicBezTo>
                    <a:pt x="65024" y="140657"/>
                    <a:pt x="63178" y="139888"/>
                    <a:pt x="61384" y="139094"/>
                  </a:cubicBezTo>
                  <a:cubicBezTo>
                    <a:pt x="56130" y="136787"/>
                    <a:pt x="52414" y="133302"/>
                    <a:pt x="50158" y="128739"/>
                  </a:cubicBezTo>
                  <a:cubicBezTo>
                    <a:pt x="48979" y="126407"/>
                    <a:pt x="48031" y="123947"/>
                    <a:pt x="47288" y="121435"/>
                  </a:cubicBezTo>
                  <a:cubicBezTo>
                    <a:pt x="46493" y="118616"/>
                    <a:pt x="45724" y="115822"/>
                    <a:pt x="45084" y="112977"/>
                  </a:cubicBezTo>
                  <a:cubicBezTo>
                    <a:pt x="44545" y="110465"/>
                    <a:pt x="44161" y="107902"/>
                    <a:pt x="43776" y="105365"/>
                  </a:cubicBezTo>
                  <a:cubicBezTo>
                    <a:pt x="43469" y="103084"/>
                    <a:pt x="43187" y="100803"/>
                    <a:pt x="42982" y="98522"/>
                  </a:cubicBezTo>
                  <a:cubicBezTo>
                    <a:pt x="42444" y="93114"/>
                    <a:pt x="42187" y="87706"/>
                    <a:pt x="42674" y="82298"/>
                  </a:cubicBezTo>
                  <a:cubicBezTo>
                    <a:pt x="43161" y="77351"/>
                    <a:pt x="44340" y="72507"/>
                    <a:pt x="46160" y="67868"/>
                  </a:cubicBezTo>
                  <a:cubicBezTo>
                    <a:pt x="47518" y="64357"/>
                    <a:pt x="49236" y="60948"/>
                    <a:pt x="50902" y="57514"/>
                  </a:cubicBezTo>
                  <a:cubicBezTo>
                    <a:pt x="55028" y="49081"/>
                    <a:pt x="59975" y="40982"/>
                    <a:pt x="65460" y="33088"/>
                  </a:cubicBezTo>
                  <a:cubicBezTo>
                    <a:pt x="67664" y="29961"/>
                    <a:pt x="69765" y="26758"/>
                    <a:pt x="71867" y="23554"/>
                  </a:cubicBezTo>
                  <a:cubicBezTo>
                    <a:pt x="72585" y="22503"/>
                    <a:pt x="73200" y="21375"/>
                    <a:pt x="73789" y="20273"/>
                  </a:cubicBezTo>
                  <a:cubicBezTo>
                    <a:pt x="74456" y="19094"/>
                    <a:pt x="74917" y="17813"/>
                    <a:pt x="75148" y="16480"/>
                  </a:cubicBezTo>
                  <a:cubicBezTo>
                    <a:pt x="75225" y="15967"/>
                    <a:pt x="75225" y="15429"/>
                    <a:pt x="75148" y="14891"/>
                  </a:cubicBezTo>
                  <a:cubicBezTo>
                    <a:pt x="75020" y="13866"/>
                    <a:pt x="74251" y="13276"/>
                    <a:pt x="73097" y="12994"/>
                  </a:cubicBezTo>
                  <a:cubicBezTo>
                    <a:pt x="72303" y="12815"/>
                    <a:pt x="71508" y="12764"/>
                    <a:pt x="70714" y="12841"/>
                  </a:cubicBezTo>
                  <a:cubicBezTo>
                    <a:pt x="69560" y="12943"/>
                    <a:pt x="68407" y="13123"/>
                    <a:pt x="67254" y="13404"/>
                  </a:cubicBezTo>
                  <a:cubicBezTo>
                    <a:pt x="65460" y="13866"/>
                    <a:pt x="63691" y="14430"/>
                    <a:pt x="61974" y="15122"/>
                  </a:cubicBezTo>
                  <a:cubicBezTo>
                    <a:pt x="58693" y="16378"/>
                    <a:pt x="55489" y="17838"/>
                    <a:pt x="52414" y="19479"/>
                  </a:cubicBezTo>
                  <a:cubicBezTo>
                    <a:pt x="48339" y="21606"/>
                    <a:pt x="44468" y="23964"/>
                    <a:pt x="40624" y="26373"/>
                  </a:cubicBezTo>
                  <a:cubicBezTo>
                    <a:pt x="37830" y="28142"/>
                    <a:pt x="35011" y="29910"/>
                    <a:pt x="32192" y="31653"/>
                  </a:cubicBezTo>
                  <a:cubicBezTo>
                    <a:pt x="30193" y="32883"/>
                    <a:pt x="28142" y="34037"/>
                    <a:pt x="26040" y="35062"/>
                  </a:cubicBezTo>
                  <a:cubicBezTo>
                    <a:pt x="24169" y="36010"/>
                    <a:pt x="22196" y="36753"/>
                    <a:pt x="20171" y="37292"/>
                  </a:cubicBezTo>
                  <a:cubicBezTo>
                    <a:pt x="14686" y="38650"/>
                    <a:pt x="10073" y="37445"/>
                    <a:pt x="6228" y="34037"/>
                  </a:cubicBezTo>
                  <a:cubicBezTo>
                    <a:pt x="5229" y="33114"/>
                    <a:pt x="4383" y="32089"/>
                    <a:pt x="3717" y="30935"/>
                  </a:cubicBezTo>
                  <a:cubicBezTo>
                    <a:pt x="2563" y="29039"/>
                    <a:pt x="1717" y="27014"/>
                    <a:pt x="1205" y="24912"/>
                  </a:cubicBezTo>
                  <a:cubicBezTo>
                    <a:pt x="564" y="22452"/>
                    <a:pt x="205" y="19966"/>
                    <a:pt x="103" y="17454"/>
                  </a:cubicBezTo>
                  <a:cubicBezTo>
                    <a:pt x="0" y="15173"/>
                    <a:pt x="26" y="12866"/>
                    <a:pt x="205" y="10585"/>
                  </a:cubicBezTo>
                  <a:cubicBezTo>
                    <a:pt x="436" y="7612"/>
                    <a:pt x="667" y="4665"/>
                    <a:pt x="897" y="1692"/>
                  </a:cubicBezTo>
                  <a:cubicBezTo>
                    <a:pt x="949" y="1128"/>
                    <a:pt x="949" y="564"/>
                    <a:pt x="949" y="0"/>
                  </a:cubicBezTo>
                  <a:lnTo>
                    <a:pt x="8689" y="0"/>
                  </a:lnTo>
                  <a:cubicBezTo>
                    <a:pt x="8766" y="179"/>
                    <a:pt x="8791" y="359"/>
                    <a:pt x="8791" y="538"/>
                  </a:cubicBezTo>
                  <a:cubicBezTo>
                    <a:pt x="8586" y="2153"/>
                    <a:pt x="8356" y="3768"/>
                    <a:pt x="8151" y="5382"/>
                  </a:cubicBezTo>
                  <a:cubicBezTo>
                    <a:pt x="7715" y="8637"/>
                    <a:pt x="7587" y="11944"/>
                    <a:pt x="7817" y="15224"/>
                  </a:cubicBezTo>
                  <a:cubicBezTo>
                    <a:pt x="7946" y="16993"/>
                    <a:pt x="8330" y="18736"/>
                    <a:pt x="8945" y="20401"/>
                  </a:cubicBezTo>
                  <a:cubicBezTo>
                    <a:pt x="9355" y="21606"/>
                    <a:pt x="9996" y="22708"/>
                    <a:pt x="10816" y="23682"/>
                  </a:cubicBezTo>
                  <a:cubicBezTo>
                    <a:pt x="11559" y="24579"/>
                    <a:pt x="12482" y="25297"/>
                    <a:pt x="13507" y="25809"/>
                  </a:cubicBezTo>
                  <a:cubicBezTo>
                    <a:pt x="15071" y="26604"/>
                    <a:pt x="16865" y="26809"/>
                    <a:pt x="18531" y="26348"/>
                  </a:cubicBezTo>
                  <a:cubicBezTo>
                    <a:pt x="19530" y="26091"/>
                    <a:pt x="20504" y="25707"/>
                    <a:pt x="21427" y="25220"/>
                  </a:cubicBezTo>
                  <a:cubicBezTo>
                    <a:pt x="22785" y="24528"/>
                    <a:pt x="24093" y="23733"/>
                    <a:pt x="25323" y="22811"/>
                  </a:cubicBezTo>
                  <a:cubicBezTo>
                    <a:pt x="26630" y="21862"/>
                    <a:pt x="27963" y="20914"/>
                    <a:pt x="29193" y="19914"/>
                  </a:cubicBezTo>
                  <a:cubicBezTo>
                    <a:pt x="36190" y="14302"/>
                    <a:pt x="43930" y="9483"/>
                    <a:pt x="52183" y="5229"/>
                  </a:cubicBezTo>
                  <a:cubicBezTo>
                    <a:pt x="55464" y="3537"/>
                    <a:pt x="58796" y="1820"/>
                    <a:pt x="62204" y="256"/>
                  </a:cubicBezTo>
                  <a:cubicBezTo>
                    <a:pt x="62384" y="179"/>
                    <a:pt x="62538" y="77"/>
                    <a:pt x="62691" y="0"/>
                  </a:cubicBezTo>
                  <a:lnTo>
                    <a:pt x="118924" y="0"/>
                  </a:lnTo>
                  <a:lnTo>
                    <a:pt x="118924" y="8278"/>
                  </a:lnTo>
                  <a:cubicBezTo>
                    <a:pt x="118616" y="8407"/>
                    <a:pt x="118334" y="8535"/>
                    <a:pt x="118027" y="8663"/>
                  </a:cubicBezTo>
                  <a:cubicBezTo>
                    <a:pt x="112029" y="10995"/>
                    <a:pt x="106416" y="14225"/>
                    <a:pt x="101393" y="18274"/>
                  </a:cubicBezTo>
                  <a:cubicBezTo>
                    <a:pt x="94729" y="23554"/>
                    <a:pt x="88527" y="29372"/>
                    <a:pt x="82811" y="35651"/>
                  </a:cubicBezTo>
                  <a:cubicBezTo>
                    <a:pt x="76532" y="42571"/>
                    <a:pt x="71893" y="50158"/>
                    <a:pt x="68843" y="58411"/>
                  </a:cubicBezTo>
                  <a:cubicBezTo>
                    <a:pt x="67510" y="62025"/>
                    <a:pt x="66126" y="65587"/>
                    <a:pt x="65101" y="69252"/>
                  </a:cubicBezTo>
                  <a:cubicBezTo>
                    <a:pt x="63691" y="74096"/>
                    <a:pt x="62897" y="78992"/>
                    <a:pt x="63102" y="83964"/>
                  </a:cubicBezTo>
                  <a:cubicBezTo>
                    <a:pt x="63281" y="88654"/>
                    <a:pt x="64383" y="93216"/>
                    <a:pt x="66075" y="97702"/>
                  </a:cubicBezTo>
                  <a:cubicBezTo>
                    <a:pt x="68202" y="103238"/>
                    <a:pt x="71278" y="108389"/>
                    <a:pt x="75199" y="112849"/>
                  </a:cubicBezTo>
                  <a:cubicBezTo>
                    <a:pt x="78505" y="116668"/>
                    <a:pt x="82427" y="119923"/>
                    <a:pt x="86758" y="122486"/>
                  </a:cubicBezTo>
                  <a:cubicBezTo>
                    <a:pt x="94447" y="127073"/>
                    <a:pt x="103059" y="129201"/>
                    <a:pt x="112568" y="128739"/>
                  </a:cubicBezTo>
                  <a:cubicBezTo>
                    <a:pt x="114362" y="128663"/>
                    <a:pt x="116182" y="128432"/>
                    <a:pt x="117950" y="128073"/>
                  </a:cubicBezTo>
                  <a:cubicBezTo>
                    <a:pt x="118283" y="128022"/>
                    <a:pt x="118591" y="127894"/>
                    <a:pt x="118924" y="127817"/>
                  </a:cubicBezTo>
                  <a:lnTo>
                    <a:pt x="118924" y="149064"/>
                  </a:lnTo>
                  <a:cubicBezTo>
                    <a:pt x="118514" y="149141"/>
                    <a:pt x="118129" y="149218"/>
                    <a:pt x="117719" y="149346"/>
                  </a:cubicBezTo>
                  <a:cubicBezTo>
                    <a:pt x="112952" y="150730"/>
                    <a:pt x="108005" y="151448"/>
                    <a:pt x="103008" y="151473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8" name="Google Shape;542;p20"/>
            <p:cNvSpPr/>
            <p:nvPr/>
          </p:nvSpPr>
          <p:spPr>
            <a:xfrm>
              <a:off x="1080" y="0"/>
              <a:ext cx="6626880" cy="5142240"/>
            </a:xfrm>
            <a:custGeom>
              <a:avLst/>
              <a:gdLst>
                <a:gd name="textAreaLeft" fmla="*/ 0 w 6626880"/>
                <a:gd name="textAreaRight" fmla="*/ 6627240 w 6626880"/>
                <a:gd name="textAreaTop" fmla="*/ 0 h 5142240"/>
                <a:gd name="textAreaBottom" fmla="*/ 5142600 h 5142240"/>
              </a:gdLst>
              <a:ahLst/>
              <a:cxnLst/>
              <a:rect l="textAreaLeft" t="textAreaTop" r="textAreaRight" b="textAreaBottom"/>
              <a:pathLst>
                <a:path w="206323" h="175925">
                  <a:moveTo>
                    <a:pt x="141196" y="19504"/>
                  </a:moveTo>
                  <a:cubicBezTo>
                    <a:pt x="142093" y="23041"/>
                    <a:pt x="142965" y="26604"/>
                    <a:pt x="143836" y="30166"/>
                  </a:cubicBezTo>
                  <a:cubicBezTo>
                    <a:pt x="145400" y="36318"/>
                    <a:pt x="147424" y="42315"/>
                    <a:pt x="149936" y="48133"/>
                  </a:cubicBezTo>
                  <a:cubicBezTo>
                    <a:pt x="151089" y="50824"/>
                    <a:pt x="152217" y="53515"/>
                    <a:pt x="153089" y="56283"/>
                  </a:cubicBezTo>
                  <a:cubicBezTo>
                    <a:pt x="153858" y="58770"/>
                    <a:pt x="154447" y="61333"/>
                    <a:pt x="154831" y="63921"/>
                  </a:cubicBezTo>
                  <a:cubicBezTo>
                    <a:pt x="155421" y="67612"/>
                    <a:pt x="155703" y="71277"/>
                    <a:pt x="156036" y="74968"/>
                  </a:cubicBezTo>
                  <a:cubicBezTo>
                    <a:pt x="156241" y="77813"/>
                    <a:pt x="156600" y="80658"/>
                    <a:pt x="157138" y="83477"/>
                  </a:cubicBezTo>
                  <a:cubicBezTo>
                    <a:pt x="157574" y="85912"/>
                    <a:pt x="158343" y="88270"/>
                    <a:pt x="159394" y="90525"/>
                  </a:cubicBezTo>
                  <a:cubicBezTo>
                    <a:pt x="160675" y="93191"/>
                    <a:pt x="162520" y="95549"/>
                    <a:pt x="164802" y="97420"/>
                  </a:cubicBezTo>
                  <a:cubicBezTo>
                    <a:pt x="165776" y="98214"/>
                    <a:pt x="166724" y="99034"/>
                    <a:pt x="167723" y="99803"/>
                  </a:cubicBezTo>
                  <a:cubicBezTo>
                    <a:pt x="171645" y="102751"/>
                    <a:pt x="174618" y="106826"/>
                    <a:pt x="176207" y="111490"/>
                  </a:cubicBezTo>
                  <a:cubicBezTo>
                    <a:pt x="177027" y="113797"/>
                    <a:pt x="177565" y="116155"/>
                    <a:pt x="177873" y="118590"/>
                  </a:cubicBezTo>
                  <a:cubicBezTo>
                    <a:pt x="178155" y="120820"/>
                    <a:pt x="178257" y="123075"/>
                    <a:pt x="178129" y="125331"/>
                  </a:cubicBezTo>
                  <a:cubicBezTo>
                    <a:pt x="178027" y="127330"/>
                    <a:pt x="177565" y="129278"/>
                    <a:pt x="176796" y="131123"/>
                  </a:cubicBezTo>
                  <a:cubicBezTo>
                    <a:pt x="175694" y="133686"/>
                    <a:pt x="174567" y="136249"/>
                    <a:pt x="173439" y="138812"/>
                  </a:cubicBezTo>
                  <a:cubicBezTo>
                    <a:pt x="172824" y="140222"/>
                    <a:pt x="172209" y="141631"/>
                    <a:pt x="171645" y="143067"/>
                  </a:cubicBezTo>
                  <a:cubicBezTo>
                    <a:pt x="170491" y="146040"/>
                    <a:pt x="170696" y="148987"/>
                    <a:pt x="172055" y="151909"/>
                  </a:cubicBezTo>
                  <a:cubicBezTo>
                    <a:pt x="172798" y="153447"/>
                    <a:pt x="173721" y="154882"/>
                    <a:pt x="174797" y="156215"/>
                  </a:cubicBezTo>
                  <a:cubicBezTo>
                    <a:pt x="176925" y="158829"/>
                    <a:pt x="179488" y="161136"/>
                    <a:pt x="182281" y="163263"/>
                  </a:cubicBezTo>
                  <a:cubicBezTo>
                    <a:pt x="188971" y="168415"/>
                    <a:pt x="196609" y="172387"/>
                    <a:pt x="205015" y="175386"/>
                  </a:cubicBezTo>
                  <a:cubicBezTo>
                    <a:pt x="205451" y="175540"/>
                    <a:pt x="205887" y="175745"/>
                    <a:pt x="206322" y="175924"/>
                  </a:cubicBezTo>
                  <a:lnTo>
                    <a:pt x="178539" y="175924"/>
                  </a:lnTo>
                  <a:cubicBezTo>
                    <a:pt x="178257" y="175668"/>
                    <a:pt x="178001" y="175412"/>
                    <a:pt x="177694" y="175181"/>
                  </a:cubicBezTo>
                  <a:cubicBezTo>
                    <a:pt x="174054" y="172439"/>
                    <a:pt x="170594" y="169491"/>
                    <a:pt x="167313" y="166364"/>
                  </a:cubicBezTo>
                  <a:cubicBezTo>
                    <a:pt x="164597" y="163801"/>
                    <a:pt x="162136" y="161008"/>
                    <a:pt x="159932" y="158009"/>
                  </a:cubicBezTo>
                  <a:cubicBezTo>
                    <a:pt x="157753" y="154985"/>
                    <a:pt x="156010" y="151806"/>
                    <a:pt x="154960" y="148372"/>
                  </a:cubicBezTo>
                  <a:cubicBezTo>
                    <a:pt x="154550" y="146988"/>
                    <a:pt x="154268" y="145553"/>
                    <a:pt x="154139" y="144117"/>
                  </a:cubicBezTo>
                  <a:cubicBezTo>
                    <a:pt x="153909" y="141401"/>
                    <a:pt x="154344" y="138658"/>
                    <a:pt x="155421" y="136146"/>
                  </a:cubicBezTo>
                  <a:cubicBezTo>
                    <a:pt x="156036" y="134686"/>
                    <a:pt x="156754" y="133225"/>
                    <a:pt x="157394" y="131764"/>
                  </a:cubicBezTo>
                  <a:cubicBezTo>
                    <a:pt x="157856" y="130739"/>
                    <a:pt x="158266" y="129688"/>
                    <a:pt x="158625" y="128637"/>
                  </a:cubicBezTo>
                  <a:cubicBezTo>
                    <a:pt x="159650" y="125356"/>
                    <a:pt x="159163" y="122178"/>
                    <a:pt x="157471" y="119103"/>
                  </a:cubicBezTo>
                  <a:cubicBezTo>
                    <a:pt x="156779" y="117898"/>
                    <a:pt x="155959" y="116745"/>
                    <a:pt x="154985" y="115745"/>
                  </a:cubicBezTo>
                  <a:cubicBezTo>
                    <a:pt x="154344" y="115079"/>
                    <a:pt x="153678" y="114438"/>
                    <a:pt x="152986" y="113823"/>
                  </a:cubicBezTo>
                  <a:cubicBezTo>
                    <a:pt x="152422" y="113285"/>
                    <a:pt x="151833" y="112746"/>
                    <a:pt x="151218" y="112234"/>
                  </a:cubicBezTo>
                  <a:cubicBezTo>
                    <a:pt x="147040" y="108748"/>
                    <a:pt x="144016" y="104083"/>
                    <a:pt x="142580" y="98829"/>
                  </a:cubicBezTo>
                  <a:cubicBezTo>
                    <a:pt x="141837" y="96164"/>
                    <a:pt x="141299" y="93473"/>
                    <a:pt x="140966" y="90756"/>
                  </a:cubicBezTo>
                  <a:cubicBezTo>
                    <a:pt x="140402" y="86476"/>
                    <a:pt x="139915" y="82170"/>
                    <a:pt x="139325" y="77864"/>
                  </a:cubicBezTo>
                  <a:cubicBezTo>
                    <a:pt x="138813" y="74173"/>
                    <a:pt x="138172" y="70482"/>
                    <a:pt x="137403" y="66817"/>
                  </a:cubicBezTo>
                  <a:cubicBezTo>
                    <a:pt x="136685" y="63409"/>
                    <a:pt x="136045" y="60025"/>
                    <a:pt x="135250" y="56642"/>
                  </a:cubicBezTo>
                  <a:cubicBezTo>
                    <a:pt x="133533" y="49107"/>
                    <a:pt x="131636" y="41572"/>
                    <a:pt x="129124" y="34216"/>
                  </a:cubicBezTo>
                  <a:cubicBezTo>
                    <a:pt x="128279" y="31576"/>
                    <a:pt x="127202" y="29039"/>
                    <a:pt x="125946" y="26578"/>
                  </a:cubicBezTo>
                  <a:cubicBezTo>
                    <a:pt x="125152" y="25015"/>
                    <a:pt x="124203" y="23554"/>
                    <a:pt x="123127" y="22170"/>
                  </a:cubicBezTo>
                  <a:cubicBezTo>
                    <a:pt x="122025" y="20786"/>
                    <a:pt x="120718" y="19530"/>
                    <a:pt x="119231" y="18530"/>
                  </a:cubicBezTo>
                  <a:cubicBezTo>
                    <a:pt x="118360" y="17941"/>
                    <a:pt x="117437" y="17454"/>
                    <a:pt x="116463" y="17070"/>
                  </a:cubicBezTo>
                  <a:cubicBezTo>
                    <a:pt x="113951" y="16096"/>
                    <a:pt x="111183" y="15942"/>
                    <a:pt x="108595" y="16659"/>
                  </a:cubicBezTo>
                  <a:cubicBezTo>
                    <a:pt x="107031" y="17095"/>
                    <a:pt x="105519" y="17710"/>
                    <a:pt x="104135" y="18530"/>
                  </a:cubicBezTo>
                  <a:cubicBezTo>
                    <a:pt x="101880" y="19838"/>
                    <a:pt x="99829" y="21478"/>
                    <a:pt x="98035" y="23400"/>
                  </a:cubicBezTo>
                  <a:cubicBezTo>
                    <a:pt x="95370" y="26194"/>
                    <a:pt x="93114" y="29321"/>
                    <a:pt x="91320" y="32729"/>
                  </a:cubicBezTo>
                  <a:cubicBezTo>
                    <a:pt x="90218" y="34806"/>
                    <a:pt x="89167" y="36907"/>
                    <a:pt x="88116" y="38958"/>
                  </a:cubicBezTo>
                  <a:cubicBezTo>
                    <a:pt x="86758" y="41674"/>
                    <a:pt x="85246" y="44314"/>
                    <a:pt x="83580" y="46852"/>
                  </a:cubicBezTo>
                  <a:cubicBezTo>
                    <a:pt x="82298" y="48748"/>
                    <a:pt x="80837" y="50491"/>
                    <a:pt x="79197" y="52080"/>
                  </a:cubicBezTo>
                  <a:cubicBezTo>
                    <a:pt x="78300" y="52926"/>
                    <a:pt x="77352" y="53695"/>
                    <a:pt x="76326" y="54387"/>
                  </a:cubicBezTo>
                  <a:cubicBezTo>
                    <a:pt x="73302" y="56335"/>
                    <a:pt x="69791" y="57437"/>
                    <a:pt x="66177" y="57539"/>
                  </a:cubicBezTo>
                  <a:cubicBezTo>
                    <a:pt x="62332" y="57693"/>
                    <a:pt x="58616" y="57104"/>
                    <a:pt x="55002" y="56104"/>
                  </a:cubicBezTo>
                  <a:cubicBezTo>
                    <a:pt x="50414" y="54797"/>
                    <a:pt x="45980" y="52952"/>
                    <a:pt x="41828" y="50619"/>
                  </a:cubicBezTo>
                  <a:cubicBezTo>
                    <a:pt x="37830" y="48441"/>
                    <a:pt x="34139" y="45955"/>
                    <a:pt x="30423" y="43443"/>
                  </a:cubicBezTo>
                  <a:cubicBezTo>
                    <a:pt x="26194" y="40572"/>
                    <a:pt x="21991" y="37625"/>
                    <a:pt x="17710" y="34806"/>
                  </a:cubicBezTo>
                  <a:cubicBezTo>
                    <a:pt x="12405" y="31269"/>
                    <a:pt x="6843" y="28065"/>
                    <a:pt x="1128" y="25040"/>
                  </a:cubicBezTo>
                  <a:cubicBezTo>
                    <a:pt x="769" y="24861"/>
                    <a:pt x="461" y="24605"/>
                    <a:pt x="0" y="24630"/>
                  </a:cubicBezTo>
                  <a:lnTo>
                    <a:pt x="0" y="19351"/>
                  </a:lnTo>
                  <a:cubicBezTo>
                    <a:pt x="179" y="19351"/>
                    <a:pt x="359" y="19376"/>
                    <a:pt x="538" y="19428"/>
                  </a:cubicBezTo>
                  <a:cubicBezTo>
                    <a:pt x="846" y="19556"/>
                    <a:pt x="1128" y="19709"/>
                    <a:pt x="1435" y="19863"/>
                  </a:cubicBezTo>
                  <a:cubicBezTo>
                    <a:pt x="11354" y="24964"/>
                    <a:pt x="20991" y="30653"/>
                    <a:pt x="30269" y="36907"/>
                  </a:cubicBezTo>
                  <a:cubicBezTo>
                    <a:pt x="33447" y="39060"/>
                    <a:pt x="36677" y="41136"/>
                    <a:pt x="39906" y="43187"/>
                  </a:cubicBezTo>
                  <a:cubicBezTo>
                    <a:pt x="42315" y="44724"/>
                    <a:pt x="44827" y="46083"/>
                    <a:pt x="47416" y="47287"/>
                  </a:cubicBezTo>
                  <a:cubicBezTo>
                    <a:pt x="50389" y="48723"/>
                    <a:pt x="53516" y="49773"/>
                    <a:pt x="56745" y="50440"/>
                  </a:cubicBezTo>
                  <a:cubicBezTo>
                    <a:pt x="58795" y="50876"/>
                    <a:pt x="60871" y="51029"/>
                    <a:pt x="62948" y="50952"/>
                  </a:cubicBezTo>
                  <a:cubicBezTo>
                    <a:pt x="66510" y="50799"/>
                    <a:pt x="69586" y="49748"/>
                    <a:pt x="72149" y="47697"/>
                  </a:cubicBezTo>
                  <a:cubicBezTo>
                    <a:pt x="73353" y="46723"/>
                    <a:pt x="74455" y="45570"/>
                    <a:pt x="75404" y="44314"/>
                  </a:cubicBezTo>
                  <a:cubicBezTo>
                    <a:pt x="76813" y="42443"/>
                    <a:pt x="78018" y="40418"/>
                    <a:pt x="79018" y="38266"/>
                  </a:cubicBezTo>
                  <a:cubicBezTo>
                    <a:pt x="80427" y="35190"/>
                    <a:pt x="81658" y="32037"/>
                    <a:pt x="82657" y="28808"/>
                  </a:cubicBezTo>
                  <a:cubicBezTo>
                    <a:pt x="83477" y="26091"/>
                    <a:pt x="84502" y="23477"/>
                    <a:pt x="85733" y="20940"/>
                  </a:cubicBezTo>
                  <a:cubicBezTo>
                    <a:pt x="87527" y="17454"/>
                    <a:pt x="89680" y="14148"/>
                    <a:pt x="92166" y="11123"/>
                  </a:cubicBezTo>
                  <a:cubicBezTo>
                    <a:pt x="94883" y="7817"/>
                    <a:pt x="97753" y="4562"/>
                    <a:pt x="100778" y="1435"/>
                  </a:cubicBezTo>
                  <a:cubicBezTo>
                    <a:pt x="101239" y="948"/>
                    <a:pt x="101752" y="461"/>
                    <a:pt x="102238" y="0"/>
                  </a:cubicBezTo>
                  <a:lnTo>
                    <a:pt x="125921" y="0"/>
                  </a:lnTo>
                  <a:cubicBezTo>
                    <a:pt x="126100" y="308"/>
                    <a:pt x="126485" y="384"/>
                    <a:pt x="126792" y="564"/>
                  </a:cubicBezTo>
                  <a:cubicBezTo>
                    <a:pt x="128663" y="1512"/>
                    <a:pt x="130457" y="2640"/>
                    <a:pt x="132123" y="3921"/>
                  </a:cubicBezTo>
                  <a:cubicBezTo>
                    <a:pt x="134968" y="6126"/>
                    <a:pt x="137224" y="8996"/>
                    <a:pt x="138684" y="12277"/>
                  </a:cubicBezTo>
                  <a:cubicBezTo>
                    <a:pt x="139735" y="14609"/>
                    <a:pt x="140555" y="17018"/>
                    <a:pt x="141196" y="19504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69" name="Google Shape;543;p20"/>
            <p:cNvSpPr/>
            <p:nvPr/>
          </p:nvSpPr>
          <p:spPr>
            <a:xfrm>
              <a:off x="1080" y="1168200"/>
              <a:ext cx="4783320" cy="3974400"/>
            </a:xfrm>
            <a:custGeom>
              <a:avLst/>
              <a:gdLst>
                <a:gd name="textAreaLeft" fmla="*/ 0 w 4783320"/>
                <a:gd name="textAreaRight" fmla="*/ 4783680 w 4783320"/>
                <a:gd name="textAreaTop" fmla="*/ 0 h 3974400"/>
                <a:gd name="textAreaBottom" fmla="*/ 3974760 h 3974400"/>
              </a:gdLst>
              <a:ahLst/>
              <a:cxnLst/>
              <a:rect l="textAreaLeft" t="textAreaTop" r="textAreaRight" b="textAreaBottom"/>
              <a:pathLst>
                <a:path w="148937" h="135968">
                  <a:moveTo>
                    <a:pt x="1307" y="308"/>
                  </a:moveTo>
                  <a:cubicBezTo>
                    <a:pt x="3306" y="897"/>
                    <a:pt x="5229" y="1615"/>
                    <a:pt x="7125" y="2435"/>
                  </a:cubicBezTo>
                  <a:cubicBezTo>
                    <a:pt x="10329" y="3819"/>
                    <a:pt x="13430" y="5331"/>
                    <a:pt x="16429" y="6972"/>
                  </a:cubicBezTo>
                  <a:cubicBezTo>
                    <a:pt x="21068" y="9483"/>
                    <a:pt x="25656" y="12021"/>
                    <a:pt x="30295" y="14507"/>
                  </a:cubicBezTo>
                  <a:cubicBezTo>
                    <a:pt x="35805" y="17505"/>
                    <a:pt x="41546" y="19992"/>
                    <a:pt x="47493" y="21991"/>
                  </a:cubicBezTo>
                  <a:cubicBezTo>
                    <a:pt x="51414" y="23323"/>
                    <a:pt x="55412" y="24374"/>
                    <a:pt x="59487" y="25169"/>
                  </a:cubicBezTo>
                  <a:cubicBezTo>
                    <a:pt x="62512" y="25758"/>
                    <a:pt x="65562" y="26040"/>
                    <a:pt x="68637" y="26040"/>
                  </a:cubicBezTo>
                  <a:cubicBezTo>
                    <a:pt x="74174" y="25989"/>
                    <a:pt x="79146" y="24631"/>
                    <a:pt x="83554" y="21863"/>
                  </a:cubicBezTo>
                  <a:cubicBezTo>
                    <a:pt x="85476" y="20632"/>
                    <a:pt x="87296" y="19248"/>
                    <a:pt x="88988" y="17736"/>
                  </a:cubicBezTo>
                  <a:cubicBezTo>
                    <a:pt x="90269" y="16608"/>
                    <a:pt x="91499" y="15455"/>
                    <a:pt x="92781" y="14353"/>
                  </a:cubicBezTo>
                  <a:cubicBezTo>
                    <a:pt x="94062" y="13225"/>
                    <a:pt x="95395" y="12149"/>
                    <a:pt x="96754" y="11124"/>
                  </a:cubicBezTo>
                  <a:cubicBezTo>
                    <a:pt x="97574" y="10534"/>
                    <a:pt x="98420" y="10021"/>
                    <a:pt x="99317" y="9535"/>
                  </a:cubicBezTo>
                  <a:cubicBezTo>
                    <a:pt x="100086" y="9124"/>
                    <a:pt x="100931" y="8817"/>
                    <a:pt x="101803" y="8637"/>
                  </a:cubicBezTo>
                  <a:cubicBezTo>
                    <a:pt x="103571" y="8202"/>
                    <a:pt x="105417" y="8432"/>
                    <a:pt x="107031" y="9278"/>
                  </a:cubicBezTo>
                  <a:cubicBezTo>
                    <a:pt x="107928" y="9765"/>
                    <a:pt x="108749" y="10380"/>
                    <a:pt x="109492" y="11098"/>
                  </a:cubicBezTo>
                  <a:cubicBezTo>
                    <a:pt x="110466" y="12072"/>
                    <a:pt x="111337" y="13123"/>
                    <a:pt x="112080" y="14302"/>
                  </a:cubicBezTo>
                  <a:cubicBezTo>
                    <a:pt x="113413" y="16326"/>
                    <a:pt x="114515" y="18505"/>
                    <a:pt x="115387" y="20786"/>
                  </a:cubicBezTo>
                  <a:cubicBezTo>
                    <a:pt x="116848" y="24528"/>
                    <a:pt x="117950" y="28424"/>
                    <a:pt x="118667" y="32371"/>
                  </a:cubicBezTo>
                  <a:cubicBezTo>
                    <a:pt x="119667" y="37471"/>
                    <a:pt x="120026" y="42648"/>
                    <a:pt x="119769" y="47826"/>
                  </a:cubicBezTo>
                  <a:cubicBezTo>
                    <a:pt x="119641" y="50056"/>
                    <a:pt x="119436" y="52311"/>
                    <a:pt x="119180" y="54566"/>
                  </a:cubicBezTo>
                  <a:cubicBezTo>
                    <a:pt x="118693" y="58795"/>
                    <a:pt x="118078" y="63024"/>
                    <a:pt x="117591" y="67253"/>
                  </a:cubicBezTo>
                  <a:cubicBezTo>
                    <a:pt x="117027" y="71610"/>
                    <a:pt x="116719" y="75993"/>
                    <a:pt x="116617" y="80401"/>
                  </a:cubicBezTo>
                  <a:cubicBezTo>
                    <a:pt x="116566" y="83374"/>
                    <a:pt x="116771" y="86348"/>
                    <a:pt x="117258" y="89295"/>
                  </a:cubicBezTo>
                  <a:cubicBezTo>
                    <a:pt x="118129" y="94498"/>
                    <a:pt x="120000" y="99444"/>
                    <a:pt x="123358" y="103930"/>
                  </a:cubicBezTo>
                  <a:cubicBezTo>
                    <a:pt x="125049" y="106262"/>
                    <a:pt x="126818" y="108543"/>
                    <a:pt x="128663" y="110824"/>
                  </a:cubicBezTo>
                  <a:cubicBezTo>
                    <a:pt x="131559" y="114412"/>
                    <a:pt x="134276" y="118129"/>
                    <a:pt x="137019" y="121794"/>
                  </a:cubicBezTo>
                  <a:cubicBezTo>
                    <a:pt x="140581" y="126561"/>
                    <a:pt x="144426" y="131123"/>
                    <a:pt x="148526" y="135429"/>
                  </a:cubicBezTo>
                  <a:cubicBezTo>
                    <a:pt x="148680" y="135583"/>
                    <a:pt x="148808" y="135788"/>
                    <a:pt x="148937" y="135967"/>
                  </a:cubicBezTo>
                  <a:lnTo>
                    <a:pt x="115028" y="135967"/>
                  </a:lnTo>
                  <a:cubicBezTo>
                    <a:pt x="114772" y="135608"/>
                    <a:pt x="114515" y="135275"/>
                    <a:pt x="114310" y="134916"/>
                  </a:cubicBezTo>
                  <a:cubicBezTo>
                    <a:pt x="111055" y="129227"/>
                    <a:pt x="108313" y="123255"/>
                    <a:pt x="106134" y="117104"/>
                  </a:cubicBezTo>
                  <a:cubicBezTo>
                    <a:pt x="104340" y="112157"/>
                    <a:pt x="102905" y="107082"/>
                    <a:pt x="101880" y="101931"/>
                  </a:cubicBezTo>
                  <a:cubicBezTo>
                    <a:pt x="101136" y="98086"/>
                    <a:pt x="100624" y="94242"/>
                    <a:pt x="100393" y="90346"/>
                  </a:cubicBezTo>
                  <a:cubicBezTo>
                    <a:pt x="100162" y="86860"/>
                    <a:pt x="100214" y="83374"/>
                    <a:pt x="100470" y="79914"/>
                  </a:cubicBezTo>
                  <a:cubicBezTo>
                    <a:pt x="100726" y="76813"/>
                    <a:pt x="101111" y="73738"/>
                    <a:pt x="101675" y="70688"/>
                  </a:cubicBezTo>
                  <a:cubicBezTo>
                    <a:pt x="102520" y="65997"/>
                    <a:pt x="103751" y="61384"/>
                    <a:pt x="104853" y="56745"/>
                  </a:cubicBezTo>
                  <a:cubicBezTo>
                    <a:pt x="105673" y="53541"/>
                    <a:pt x="106211" y="50286"/>
                    <a:pt x="106467" y="46980"/>
                  </a:cubicBezTo>
                  <a:cubicBezTo>
                    <a:pt x="106724" y="43135"/>
                    <a:pt x="106339" y="39342"/>
                    <a:pt x="105007" y="35651"/>
                  </a:cubicBezTo>
                  <a:cubicBezTo>
                    <a:pt x="104596" y="34524"/>
                    <a:pt x="104058" y="33447"/>
                    <a:pt x="103366" y="32448"/>
                  </a:cubicBezTo>
                  <a:cubicBezTo>
                    <a:pt x="102854" y="31653"/>
                    <a:pt x="102238" y="30936"/>
                    <a:pt x="101521" y="30320"/>
                  </a:cubicBezTo>
                  <a:cubicBezTo>
                    <a:pt x="99957" y="28962"/>
                    <a:pt x="98061" y="28321"/>
                    <a:pt x="95805" y="28398"/>
                  </a:cubicBezTo>
                  <a:cubicBezTo>
                    <a:pt x="94780" y="28398"/>
                    <a:pt x="93781" y="28526"/>
                    <a:pt x="92781" y="28783"/>
                  </a:cubicBezTo>
                  <a:cubicBezTo>
                    <a:pt x="91397" y="29141"/>
                    <a:pt x="90039" y="29500"/>
                    <a:pt x="88680" y="29885"/>
                  </a:cubicBezTo>
                  <a:cubicBezTo>
                    <a:pt x="86271" y="30577"/>
                    <a:pt x="83913" y="31346"/>
                    <a:pt x="81452" y="31884"/>
                  </a:cubicBezTo>
                  <a:cubicBezTo>
                    <a:pt x="76788" y="32909"/>
                    <a:pt x="72021" y="33319"/>
                    <a:pt x="67253" y="33063"/>
                  </a:cubicBezTo>
                  <a:cubicBezTo>
                    <a:pt x="61282" y="32730"/>
                    <a:pt x="55464" y="31807"/>
                    <a:pt x="49671" y="30654"/>
                  </a:cubicBezTo>
                  <a:cubicBezTo>
                    <a:pt x="43956" y="29500"/>
                    <a:pt x="38343" y="28014"/>
                    <a:pt x="32755" y="26502"/>
                  </a:cubicBezTo>
                  <a:cubicBezTo>
                    <a:pt x="28578" y="25399"/>
                    <a:pt x="24400" y="24246"/>
                    <a:pt x="20145" y="23298"/>
                  </a:cubicBezTo>
                  <a:cubicBezTo>
                    <a:pt x="17864" y="22785"/>
                    <a:pt x="15557" y="22401"/>
                    <a:pt x="13225" y="22170"/>
                  </a:cubicBezTo>
                  <a:cubicBezTo>
                    <a:pt x="11226" y="21965"/>
                    <a:pt x="9227" y="21965"/>
                    <a:pt x="7228" y="22196"/>
                  </a:cubicBezTo>
                  <a:cubicBezTo>
                    <a:pt x="4972" y="22426"/>
                    <a:pt x="2845" y="23272"/>
                    <a:pt x="1051" y="24605"/>
                  </a:cubicBezTo>
                  <a:cubicBezTo>
                    <a:pt x="846" y="24759"/>
                    <a:pt x="641" y="24912"/>
                    <a:pt x="436" y="25041"/>
                  </a:cubicBezTo>
                  <a:cubicBezTo>
                    <a:pt x="282" y="25066"/>
                    <a:pt x="154" y="25092"/>
                    <a:pt x="0" y="25092"/>
                  </a:cubicBezTo>
                  <a:lnTo>
                    <a:pt x="0" y="103"/>
                  </a:lnTo>
                  <a:cubicBezTo>
                    <a:pt x="487" y="0"/>
                    <a:pt x="897" y="180"/>
                    <a:pt x="1307" y="30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70" name="Google Shape;544;p20"/>
            <p:cNvSpPr/>
            <p:nvPr/>
          </p:nvSpPr>
          <p:spPr>
            <a:xfrm>
              <a:off x="4425840" y="0"/>
              <a:ext cx="4717800" cy="5142960"/>
            </a:xfrm>
            <a:custGeom>
              <a:avLst/>
              <a:gdLst>
                <a:gd name="textAreaLeft" fmla="*/ 0 w 4717800"/>
                <a:gd name="textAreaRight" fmla="*/ 4718160 w 4717800"/>
                <a:gd name="textAreaTop" fmla="*/ 0 h 5142960"/>
                <a:gd name="textAreaBottom" fmla="*/ 5143320 h 5142960"/>
              </a:gdLst>
              <a:ahLst/>
              <a:cxnLst/>
              <a:rect l="textAreaLeft" t="textAreaTop" r="textAreaRight" b="textAreaBottom"/>
              <a:pathLst>
                <a:path w="146887" h="175950">
                  <a:moveTo>
                    <a:pt x="114772" y="175924"/>
                  </a:moveTo>
                  <a:cubicBezTo>
                    <a:pt x="114644" y="175822"/>
                    <a:pt x="114516" y="175719"/>
                    <a:pt x="114362" y="175642"/>
                  </a:cubicBezTo>
                  <a:cubicBezTo>
                    <a:pt x="110364" y="174310"/>
                    <a:pt x="106289" y="173079"/>
                    <a:pt x="102060" y="172310"/>
                  </a:cubicBezTo>
                  <a:cubicBezTo>
                    <a:pt x="98472" y="171695"/>
                    <a:pt x="94832" y="171439"/>
                    <a:pt x="91193" y="171516"/>
                  </a:cubicBezTo>
                  <a:cubicBezTo>
                    <a:pt x="88989" y="171567"/>
                    <a:pt x="86810" y="171593"/>
                    <a:pt x="84606" y="171644"/>
                  </a:cubicBezTo>
                  <a:cubicBezTo>
                    <a:pt x="78531" y="171772"/>
                    <a:pt x="72457" y="170849"/>
                    <a:pt x="66690" y="168978"/>
                  </a:cubicBezTo>
                  <a:cubicBezTo>
                    <a:pt x="59591" y="166697"/>
                    <a:pt x="53311" y="163391"/>
                    <a:pt x="47929" y="158932"/>
                  </a:cubicBezTo>
                  <a:cubicBezTo>
                    <a:pt x="46263" y="157573"/>
                    <a:pt x="44751" y="156035"/>
                    <a:pt x="43444" y="154318"/>
                  </a:cubicBezTo>
                  <a:cubicBezTo>
                    <a:pt x="42290" y="152883"/>
                    <a:pt x="41419" y="151217"/>
                    <a:pt x="40932" y="149423"/>
                  </a:cubicBezTo>
                  <a:cubicBezTo>
                    <a:pt x="40573" y="148039"/>
                    <a:pt x="40471" y="146629"/>
                    <a:pt x="40650" y="145219"/>
                  </a:cubicBezTo>
                  <a:cubicBezTo>
                    <a:pt x="40958" y="143041"/>
                    <a:pt x="41496" y="140914"/>
                    <a:pt x="42265" y="138889"/>
                  </a:cubicBezTo>
                  <a:cubicBezTo>
                    <a:pt x="43136" y="136454"/>
                    <a:pt x="44033" y="134019"/>
                    <a:pt x="44956" y="131610"/>
                  </a:cubicBezTo>
                  <a:cubicBezTo>
                    <a:pt x="45853" y="129201"/>
                    <a:pt x="46340" y="126689"/>
                    <a:pt x="46417" y="124126"/>
                  </a:cubicBezTo>
                  <a:cubicBezTo>
                    <a:pt x="46494" y="122024"/>
                    <a:pt x="46545" y="119923"/>
                    <a:pt x="46417" y="117821"/>
                  </a:cubicBezTo>
                  <a:cubicBezTo>
                    <a:pt x="46109" y="112772"/>
                    <a:pt x="45212" y="107800"/>
                    <a:pt x="43264" y="102981"/>
                  </a:cubicBezTo>
                  <a:cubicBezTo>
                    <a:pt x="42752" y="101725"/>
                    <a:pt x="42162" y="100495"/>
                    <a:pt x="41522" y="99316"/>
                  </a:cubicBezTo>
                  <a:cubicBezTo>
                    <a:pt x="40138" y="96804"/>
                    <a:pt x="38241" y="94600"/>
                    <a:pt x="36011" y="92806"/>
                  </a:cubicBezTo>
                  <a:cubicBezTo>
                    <a:pt x="35242" y="92191"/>
                    <a:pt x="34499" y="91576"/>
                    <a:pt x="33730" y="90961"/>
                  </a:cubicBezTo>
                  <a:cubicBezTo>
                    <a:pt x="30731" y="88757"/>
                    <a:pt x="28527" y="85655"/>
                    <a:pt x="27374" y="82118"/>
                  </a:cubicBezTo>
                  <a:cubicBezTo>
                    <a:pt x="26759" y="80196"/>
                    <a:pt x="26374" y="78197"/>
                    <a:pt x="26195" y="76198"/>
                  </a:cubicBezTo>
                  <a:cubicBezTo>
                    <a:pt x="25964" y="73686"/>
                    <a:pt x="25887" y="71174"/>
                    <a:pt x="25938" y="68688"/>
                  </a:cubicBezTo>
                  <a:cubicBezTo>
                    <a:pt x="25938" y="67048"/>
                    <a:pt x="25990" y="65433"/>
                    <a:pt x="25938" y="63793"/>
                  </a:cubicBezTo>
                  <a:cubicBezTo>
                    <a:pt x="25938" y="62383"/>
                    <a:pt x="25759" y="60974"/>
                    <a:pt x="25426" y="59590"/>
                  </a:cubicBezTo>
                  <a:cubicBezTo>
                    <a:pt x="24990" y="57873"/>
                    <a:pt x="24298" y="56232"/>
                    <a:pt x="23350" y="54746"/>
                  </a:cubicBezTo>
                  <a:cubicBezTo>
                    <a:pt x="22453" y="53310"/>
                    <a:pt x="21530" y="51901"/>
                    <a:pt x="20607" y="50517"/>
                  </a:cubicBezTo>
                  <a:cubicBezTo>
                    <a:pt x="18506" y="47492"/>
                    <a:pt x="16635" y="44289"/>
                    <a:pt x="15071" y="40957"/>
                  </a:cubicBezTo>
                  <a:cubicBezTo>
                    <a:pt x="13405" y="37317"/>
                    <a:pt x="12124" y="33550"/>
                    <a:pt x="11201" y="29680"/>
                  </a:cubicBezTo>
                  <a:cubicBezTo>
                    <a:pt x="10278" y="25938"/>
                    <a:pt x="9586" y="22144"/>
                    <a:pt x="8894" y="18377"/>
                  </a:cubicBezTo>
                  <a:cubicBezTo>
                    <a:pt x="8305" y="15327"/>
                    <a:pt x="7690" y="12251"/>
                    <a:pt x="6613" y="9278"/>
                  </a:cubicBezTo>
                  <a:cubicBezTo>
                    <a:pt x="6152" y="7945"/>
                    <a:pt x="5537" y="6664"/>
                    <a:pt x="4845" y="5434"/>
                  </a:cubicBezTo>
                  <a:cubicBezTo>
                    <a:pt x="3820" y="3639"/>
                    <a:pt x="2461" y="2050"/>
                    <a:pt x="872" y="743"/>
                  </a:cubicBezTo>
                  <a:cubicBezTo>
                    <a:pt x="565" y="513"/>
                    <a:pt x="283" y="256"/>
                    <a:pt x="1" y="0"/>
                  </a:cubicBezTo>
                  <a:lnTo>
                    <a:pt x="16635" y="0"/>
                  </a:lnTo>
                  <a:cubicBezTo>
                    <a:pt x="16865" y="1128"/>
                    <a:pt x="17173" y="2281"/>
                    <a:pt x="17378" y="3409"/>
                  </a:cubicBezTo>
                  <a:cubicBezTo>
                    <a:pt x="17532" y="4306"/>
                    <a:pt x="17660" y="5203"/>
                    <a:pt x="17711" y="6126"/>
                  </a:cubicBezTo>
                  <a:cubicBezTo>
                    <a:pt x="17839" y="7817"/>
                    <a:pt x="17916" y="9509"/>
                    <a:pt x="18019" y="11175"/>
                  </a:cubicBezTo>
                  <a:cubicBezTo>
                    <a:pt x="18198" y="14532"/>
                    <a:pt x="18326" y="17890"/>
                    <a:pt x="18711" y="21222"/>
                  </a:cubicBezTo>
                  <a:cubicBezTo>
                    <a:pt x="19198" y="25374"/>
                    <a:pt x="20018" y="29474"/>
                    <a:pt x="21633" y="33447"/>
                  </a:cubicBezTo>
                  <a:cubicBezTo>
                    <a:pt x="22555" y="35754"/>
                    <a:pt x="23760" y="37932"/>
                    <a:pt x="25246" y="39906"/>
                  </a:cubicBezTo>
                  <a:cubicBezTo>
                    <a:pt x="28220" y="43853"/>
                    <a:pt x="32295" y="46749"/>
                    <a:pt x="37498" y="48569"/>
                  </a:cubicBezTo>
                  <a:cubicBezTo>
                    <a:pt x="39394" y="49210"/>
                    <a:pt x="41342" y="49697"/>
                    <a:pt x="43316" y="50184"/>
                  </a:cubicBezTo>
                  <a:cubicBezTo>
                    <a:pt x="44469" y="50491"/>
                    <a:pt x="45648" y="50773"/>
                    <a:pt x="46776" y="51106"/>
                  </a:cubicBezTo>
                  <a:cubicBezTo>
                    <a:pt x="47468" y="51337"/>
                    <a:pt x="48160" y="51619"/>
                    <a:pt x="48801" y="51952"/>
                  </a:cubicBezTo>
                  <a:cubicBezTo>
                    <a:pt x="50005" y="52593"/>
                    <a:pt x="50595" y="53541"/>
                    <a:pt x="50595" y="54720"/>
                  </a:cubicBezTo>
                  <a:cubicBezTo>
                    <a:pt x="50620" y="55489"/>
                    <a:pt x="50466" y="56232"/>
                    <a:pt x="50159" y="56950"/>
                  </a:cubicBezTo>
                  <a:cubicBezTo>
                    <a:pt x="49749" y="57898"/>
                    <a:pt x="49287" y="58872"/>
                    <a:pt x="48826" y="59820"/>
                  </a:cubicBezTo>
                  <a:cubicBezTo>
                    <a:pt x="48237" y="61051"/>
                    <a:pt x="47596" y="62255"/>
                    <a:pt x="47032" y="63485"/>
                  </a:cubicBezTo>
                  <a:cubicBezTo>
                    <a:pt x="46366" y="64895"/>
                    <a:pt x="45930" y="66382"/>
                    <a:pt x="45699" y="67919"/>
                  </a:cubicBezTo>
                  <a:cubicBezTo>
                    <a:pt x="45417" y="70098"/>
                    <a:pt x="45853" y="72328"/>
                    <a:pt x="46981" y="74224"/>
                  </a:cubicBezTo>
                  <a:cubicBezTo>
                    <a:pt x="47237" y="74660"/>
                    <a:pt x="47519" y="75070"/>
                    <a:pt x="47801" y="75455"/>
                  </a:cubicBezTo>
                  <a:cubicBezTo>
                    <a:pt x="48160" y="75993"/>
                    <a:pt x="48519" y="76506"/>
                    <a:pt x="48929" y="76992"/>
                  </a:cubicBezTo>
                  <a:cubicBezTo>
                    <a:pt x="51825" y="80478"/>
                    <a:pt x="53491" y="84400"/>
                    <a:pt x="54439" y="88526"/>
                  </a:cubicBezTo>
                  <a:cubicBezTo>
                    <a:pt x="55157" y="91781"/>
                    <a:pt x="55695" y="95087"/>
                    <a:pt x="56079" y="98394"/>
                  </a:cubicBezTo>
                  <a:cubicBezTo>
                    <a:pt x="56438" y="101546"/>
                    <a:pt x="56720" y="104698"/>
                    <a:pt x="56925" y="107851"/>
                  </a:cubicBezTo>
                  <a:cubicBezTo>
                    <a:pt x="57182" y="111465"/>
                    <a:pt x="57182" y="115053"/>
                    <a:pt x="57207" y="118667"/>
                  </a:cubicBezTo>
                  <a:cubicBezTo>
                    <a:pt x="57207" y="120384"/>
                    <a:pt x="57258" y="122101"/>
                    <a:pt x="57335" y="123818"/>
                  </a:cubicBezTo>
                  <a:cubicBezTo>
                    <a:pt x="57438" y="127330"/>
                    <a:pt x="57258" y="130841"/>
                    <a:pt x="56797" y="134327"/>
                  </a:cubicBezTo>
                  <a:cubicBezTo>
                    <a:pt x="56541" y="136249"/>
                    <a:pt x="56438" y="138197"/>
                    <a:pt x="56490" y="140145"/>
                  </a:cubicBezTo>
                  <a:cubicBezTo>
                    <a:pt x="56541" y="141657"/>
                    <a:pt x="56771" y="143169"/>
                    <a:pt x="57233" y="144604"/>
                  </a:cubicBezTo>
                  <a:cubicBezTo>
                    <a:pt x="58130" y="147398"/>
                    <a:pt x="59898" y="149782"/>
                    <a:pt x="62487" y="151730"/>
                  </a:cubicBezTo>
                  <a:cubicBezTo>
                    <a:pt x="65563" y="154062"/>
                    <a:pt x="69202" y="155574"/>
                    <a:pt x="73252" y="156369"/>
                  </a:cubicBezTo>
                  <a:cubicBezTo>
                    <a:pt x="75892" y="156856"/>
                    <a:pt x="78557" y="157189"/>
                    <a:pt x="81248" y="157342"/>
                  </a:cubicBezTo>
                  <a:cubicBezTo>
                    <a:pt x="84426" y="157573"/>
                    <a:pt x="87604" y="157778"/>
                    <a:pt x="90757" y="158214"/>
                  </a:cubicBezTo>
                  <a:cubicBezTo>
                    <a:pt x="95088" y="158803"/>
                    <a:pt x="99369" y="159829"/>
                    <a:pt x="103521" y="161238"/>
                  </a:cubicBezTo>
                  <a:cubicBezTo>
                    <a:pt x="106494" y="162238"/>
                    <a:pt x="109441" y="163340"/>
                    <a:pt x="112389" y="164416"/>
                  </a:cubicBezTo>
                  <a:cubicBezTo>
                    <a:pt x="115669" y="165621"/>
                    <a:pt x="118976" y="166800"/>
                    <a:pt x="122410" y="167748"/>
                  </a:cubicBezTo>
                  <a:cubicBezTo>
                    <a:pt x="125460" y="168594"/>
                    <a:pt x="128587" y="169107"/>
                    <a:pt x="131740" y="169286"/>
                  </a:cubicBezTo>
                  <a:cubicBezTo>
                    <a:pt x="134918" y="169414"/>
                    <a:pt x="138121" y="169158"/>
                    <a:pt x="141223" y="168492"/>
                  </a:cubicBezTo>
                  <a:cubicBezTo>
                    <a:pt x="142760" y="168184"/>
                    <a:pt x="144273" y="167748"/>
                    <a:pt x="145785" y="167364"/>
                  </a:cubicBezTo>
                  <a:cubicBezTo>
                    <a:pt x="146144" y="167287"/>
                    <a:pt x="146528" y="167184"/>
                    <a:pt x="146887" y="167108"/>
                  </a:cubicBezTo>
                  <a:lnTo>
                    <a:pt x="146887" y="175950"/>
                  </a:ln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71" name="Google Shape;545;p20"/>
            <p:cNvSpPr/>
            <p:nvPr/>
          </p:nvSpPr>
          <p:spPr>
            <a:xfrm>
              <a:off x="1080" y="3044160"/>
              <a:ext cx="2357280" cy="2098440"/>
            </a:xfrm>
            <a:custGeom>
              <a:avLst/>
              <a:gdLst>
                <a:gd name="textAreaLeft" fmla="*/ 0 w 2357280"/>
                <a:gd name="textAreaRight" fmla="*/ 2357640 w 2357280"/>
                <a:gd name="textAreaTop" fmla="*/ 0 h 2098440"/>
                <a:gd name="textAreaBottom" fmla="*/ 2098800 h 2098440"/>
              </a:gdLst>
              <a:ahLst/>
              <a:cxnLst/>
              <a:rect l="textAreaLeft" t="textAreaTop" r="textAreaRight" b="textAreaBottom"/>
              <a:pathLst>
                <a:path w="73405" h="71791">
                  <a:moveTo>
                    <a:pt x="15327" y="20582"/>
                  </a:moveTo>
                  <a:cubicBezTo>
                    <a:pt x="18941" y="17865"/>
                    <a:pt x="22580" y="15148"/>
                    <a:pt x="26220" y="12457"/>
                  </a:cubicBezTo>
                  <a:cubicBezTo>
                    <a:pt x="28629" y="10688"/>
                    <a:pt x="31141" y="8997"/>
                    <a:pt x="33755" y="7433"/>
                  </a:cubicBezTo>
                  <a:cubicBezTo>
                    <a:pt x="37907" y="4896"/>
                    <a:pt x="42392" y="2922"/>
                    <a:pt x="47057" y="1590"/>
                  </a:cubicBezTo>
                  <a:cubicBezTo>
                    <a:pt x="50645" y="539"/>
                    <a:pt x="54361" y="1"/>
                    <a:pt x="58103" y="1"/>
                  </a:cubicBezTo>
                  <a:cubicBezTo>
                    <a:pt x="59898" y="1"/>
                    <a:pt x="61640" y="257"/>
                    <a:pt x="63358" y="744"/>
                  </a:cubicBezTo>
                  <a:cubicBezTo>
                    <a:pt x="66408" y="1615"/>
                    <a:pt x="68689" y="3230"/>
                    <a:pt x="70201" y="5562"/>
                  </a:cubicBezTo>
                  <a:cubicBezTo>
                    <a:pt x="71277" y="7305"/>
                    <a:pt x="72021" y="9253"/>
                    <a:pt x="72405" y="11278"/>
                  </a:cubicBezTo>
                  <a:cubicBezTo>
                    <a:pt x="72995" y="14148"/>
                    <a:pt x="73276" y="17096"/>
                    <a:pt x="73302" y="20069"/>
                  </a:cubicBezTo>
                  <a:cubicBezTo>
                    <a:pt x="73405" y="24862"/>
                    <a:pt x="73276" y="29629"/>
                    <a:pt x="72918" y="34422"/>
                  </a:cubicBezTo>
                  <a:cubicBezTo>
                    <a:pt x="72764" y="36780"/>
                    <a:pt x="72610" y="39112"/>
                    <a:pt x="72405" y="41470"/>
                  </a:cubicBezTo>
                  <a:cubicBezTo>
                    <a:pt x="71867" y="47032"/>
                    <a:pt x="71124" y="52542"/>
                    <a:pt x="69688" y="58027"/>
                  </a:cubicBezTo>
                  <a:cubicBezTo>
                    <a:pt x="68561" y="62102"/>
                    <a:pt x="67074" y="66100"/>
                    <a:pt x="65254" y="69945"/>
                  </a:cubicBezTo>
                  <a:cubicBezTo>
                    <a:pt x="64972" y="70560"/>
                    <a:pt x="64716" y="71175"/>
                    <a:pt x="64434" y="71790"/>
                  </a:cubicBezTo>
                  <a:lnTo>
                    <a:pt x="50107" y="71790"/>
                  </a:lnTo>
                  <a:lnTo>
                    <a:pt x="52029" y="66100"/>
                  </a:lnTo>
                  <a:cubicBezTo>
                    <a:pt x="53541" y="61589"/>
                    <a:pt x="54977" y="57053"/>
                    <a:pt x="56104" y="52440"/>
                  </a:cubicBezTo>
                  <a:cubicBezTo>
                    <a:pt x="57155" y="48390"/>
                    <a:pt x="57847" y="44264"/>
                    <a:pt x="58206" y="40086"/>
                  </a:cubicBezTo>
                  <a:cubicBezTo>
                    <a:pt x="58488" y="37190"/>
                    <a:pt x="58411" y="34268"/>
                    <a:pt x="58027" y="31372"/>
                  </a:cubicBezTo>
                  <a:cubicBezTo>
                    <a:pt x="57822" y="29578"/>
                    <a:pt x="57309" y="27835"/>
                    <a:pt x="56514" y="26194"/>
                  </a:cubicBezTo>
                  <a:cubicBezTo>
                    <a:pt x="56130" y="25426"/>
                    <a:pt x="55669" y="24708"/>
                    <a:pt x="55105" y="24042"/>
                  </a:cubicBezTo>
                  <a:cubicBezTo>
                    <a:pt x="53721" y="22478"/>
                    <a:pt x="51850" y="21555"/>
                    <a:pt x="49543" y="21222"/>
                  </a:cubicBezTo>
                  <a:cubicBezTo>
                    <a:pt x="47467" y="20992"/>
                    <a:pt x="45365" y="21094"/>
                    <a:pt x="43341" y="21530"/>
                  </a:cubicBezTo>
                  <a:cubicBezTo>
                    <a:pt x="40803" y="22017"/>
                    <a:pt x="38317" y="22709"/>
                    <a:pt x="35908" y="23580"/>
                  </a:cubicBezTo>
                  <a:cubicBezTo>
                    <a:pt x="31371" y="25169"/>
                    <a:pt x="27014" y="27092"/>
                    <a:pt x="22708" y="29039"/>
                  </a:cubicBezTo>
                  <a:cubicBezTo>
                    <a:pt x="15352" y="32397"/>
                    <a:pt x="8202" y="36216"/>
                    <a:pt x="1333" y="40445"/>
                  </a:cubicBezTo>
                  <a:cubicBezTo>
                    <a:pt x="897" y="40701"/>
                    <a:pt x="436" y="40906"/>
                    <a:pt x="0" y="41137"/>
                  </a:cubicBezTo>
                  <a:lnTo>
                    <a:pt x="0" y="31013"/>
                  </a:lnTo>
                  <a:cubicBezTo>
                    <a:pt x="538" y="30987"/>
                    <a:pt x="871" y="30654"/>
                    <a:pt x="1256" y="30423"/>
                  </a:cubicBezTo>
                  <a:cubicBezTo>
                    <a:pt x="6126" y="27322"/>
                    <a:pt x="10790" y="24016"/>
                    <a:pt x="15327" y="20582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72" name="Google Shape;546;p20"/>
            <p:cNvSpPr/>
            <p:nvPr/>
          </p:nvSpPr>
          <p:spPr>
            <a:xfrm>
              <a:off x="1080" y="699120"/>
              <a:ext cx="5529240" cy="4444200"/>
            </a:xfrm>
            <a:custGeom>
              <a:avLst/>
              <a:gdLst>
                <a:gd name="textAreaLeft" fmla="*/ 0 w 5529240"/>
                <a:gd name="textAreaRight" fmla="*/ 5529600 w 5529240"/>
                <a:gd name="textAreaTop" fmla="*/ 0 h 4444200"/>
                <a:gd name="textAreaBottom" fmla="*/ 4444560 h 4444200"/>
              </a:gdLst>
              <a:ahLst/>
              <a:cxnLst/>
              <a:rect l="textAreaLeft" t="textAreaTop" r="textAreaRight" b="textAreaBottom"/>
              <a:pathLst>
                <a:path w="172158" h="152038">
                  <a:moveTo>
                    <a:pt x="21427" y="15661"/>
                  </a:moveTo>
                  <a:cubicBezTo>
                    <a:pt x="24938" y="18070"/>
                    <a:pt x="28424" y="20479"/>
                    <a:pt x="31961" y="22837"/>
                  </a:cubicBezTo>
                  <a:cubicBezTo>
                    <a:pt x="35959" y="25580"/>
                    <a:pt x="40162" y="27989"/>
                    <a:pt x="44545" y="30090"/>
                  </a:cubicBezTo>
                  <a:cubicBezTo>
                    <a:pt x="48928" y="32218"/>
                    <a:pt x="53593" y="33807"/>
                    <a:pt x="58360" y="34806"/>
                  </a:cubicBezTo>
                  <a:cubicBezTo>
                    <a:pt x="61564" y="35447"/>
                    <a:pt x="64767" y="35806"/>
                    <a:pt x="68074" y="35524"/>
                  </a:cubicBezTo>
                  <a:cubicBezTo>
                    <a:pt x="71072" y="35268"/>
                    <a:pt x="73994" y="34396"/>
                    <a:pt x="76660" y="32961"/>
                  </a:cubicBezTo>
                  <a:cubicBezTo>
                    <a:pt x="78274" y="32038"/>
                    <a:pt x="79761" y="30911"/>
                    <a:pt x="81119" y="29629"/>
                  </a:cubicBezTo>
                  <a:cubicBezTo>
                    <a:pt x="82606" y="28194"/>
                    <a:pt x="83964" y="26656"/>
                    <a:pt x="85143" y="24964"/>
                  </a:cubicBezTo>
                  <a:cubicBezTo>
                    <a:pt x="86399" y="23196"/>
                    <a:pt x="87629" y="21376"/>
                    <a:pt x="88757" y="19531"/>
                  </a:cubicBezTo>
                  <a:cubicBezTo>
                    <a:pt x="90090" y="17378"/>
                    <a:pt x="91320" y="15199"/>
                    <a:pt x="92627" y="13046"/>
                  </a:cubicBezTo>
                  <a:cubicBezTo>
                    <a:pt x="94062" y="10612"/>
                    <a:pt x="95728" y="8382"/>
                    <a:pt x="97651" y="6331"/>
                  </a:cubicBezTo>
                  <a:cubicBezTo>
                    <a:pt x="98983" y="4947"/>
                    <a:pt x="100444" y="3743"/>
                    <a:pt x="102033" y="2692"/>
                  </a:cubicBezTo>
                  <a:cubicBezTo>
                    <a:pt x="103366" y="1795"/>
                    <a:pt x="104827" y="1077"/>
                    <a:pt x="106365" y="616"/>
                  </a:cubicBezTo>
                  <a:cubicBezTo>
                    <a:pt x="107749" y="180"/>
                    <a:pt x="109159" y="1"/>
                    <a:pt x="110620" y="52"/>
                  </a:cubicBezTo>
                  <a:cubicBezTo>
                    <a:pt x="112619" y="129"/>
                    <a:pt x="114567" y="744"/>
                    <a:pt x="116233" y="1872"/>
                  </a:cubicBezTo>
                  <a:cubicBezTo>
                    <a:pt x="117437" y="2666"/>
                    <a:pt x="118514" y="3666"/>
                    <a:pt x="119436" y="4768"/>
                  </a:cubicBezTo>
                  <a:cubicBezTo>
                    <a:pt x="120538" y="6101"/>
                    <a:pt x="121487" y="7536"/>
                    <a:pt x="122281" y="9048"/>
                  </a:cubicBezTo>
                  <a:cubicBezTo>
                    <a:pt x="123358" y="11073"/>
                    <a:pt x="124280" y="13175"/>
                    <a:pt x="125024" y="15328"/>
                  </a:cubicBezTo>
                  <a:cubicBezTo>
                    <a:pt x="127228" y="21222"/>
                    <a:pt x="128817" y="27245"/>
                    <a:pt x="130252" y="33320"/>
                  </a:cubicBezTo>
                  <a:cubicBezTo>
                    <a:pt x="131713" y="39445"/>
                    <a:pt x="132995" y="45622"/>
                    <a:pt x="133994" y="51825"/>
                  </a:cubicBezTo>
                  <a:cubicBezTo>
                    <a:pt x="134609" y="55720"/>
                    <a:pt x="135096" y="59616"/>
                    <a:pt x="135481" y="63512"/>
                  </a:cubicBezTo>
                  <a:cubicBezTo>
                    <a:pt x="135788" y="66716"/>
                    <a:pt x="136070" y="69945"/>
                    <a:pt x="136429" y="73149"/>
                  </a:cubicBezTo>
                  <a:cubicBezTo>
                    <a:pt x="136737" y="75789"/>
                    <a:pt x="137326" y="78403"/>
                    <a:pt x="138198" y="80889"/>
                  </a:cubicBezTo>
                  <a:cubicBezTo>
                    <a:pt x="139658" y="85195"/>
                    <a:pt x="142196" y="89065"/>
                    <a:pt x="145553" y="92141"/>
                  </a:cubicBezTo>
                  <a:cubicBezTo>
                    <a:pt x="146117" y="92653"/>
                    <a:pt x="146707" y="93217"/>
                    <a:pt x="147245" y="93781"/>
                  </a:cubicBezTo>
                  <a:cubicBezTo>
                    <a:pt x="147834" y="94422"/>
                    <a:pt x="148450" y="95062"/>
                    <a:pt x="148988" y="95729"/>
                  </a:cubicBezTo>
                  <a:cubicBezTo>
                    <a:pt x="151166" y="98446"/>
                    <a:pt x="151935" y="101419"/>
                    <a:pt x="151269" y="104622"/>
                  </a:cubicBezTo>
                  <a:cubicBezTo>
                    <a:pt x="151038" y="105724"/>
                    <a:pt x="150705" y="106827"/>
                    <a:pt x="150423" y="107929"/>
                  </a:cubicBezTo>
                  <a:cubicBezTo>
                    <a:pt x="149962" y="109518"/>
                    <a:pt x="149449" y="111132"/>
                    <a:pt x="149065" y="112773"/>
                  </a:cubicBezTo>
                  <a:cubicBezTo>
                    <a:pt x="148398" y="115515"/>
                    <a:pt x="148347" y="118386"/>
                    <a:pt x="148885" y="121179"/>
                  </a:cubicBezTo>
                  <a:cubicBezTo>
                    <a:pt x="149449" y="123999"/>
                    <a:pt x="150423" y="126715"/>
                    <a:pt x="151781" y="129253"/>
                  </a:cubicBezTo>
                  <a:cubicBezTo>
                    <a:pt x="153858" y="133225"/>
                    <a:pt x="156600" y="136865"/>
                    <a:pt x="159701" y="140325"/>
                  </a:cubicBezTo>
                  <a:cubicBezTo>
                    <a:pt x="163264" y="144221"/>
                    <a:pt x="167134" y="147860"/>
                    <a:pt x="171235" y="151218"/>
                  </a:cubicBezTo>
                  <a:cubicBezTo>
                    <a:pt x="171568" y="151474"/>
                    <a:pt x="171850" y="151756"/>
                    <a:pt x="172157" y="152038"/>
                  </a:cubicBezTo>
                  <a:lnTo>
                    <a:pt x="166006" y="152038"/>
                  </a:lnTo>
                  <a:cubicBezTo>
                    <a:pt x="165724" y="151782"/>
                    <a:pt x="165494" y="151500"/>
                    <a:pt x="165212" y="151243"/>
                  </a:cubicBezTo>
                  <a:cubicBezTo>
                    <a:pt x="161111" y="147732"/>
                    <a:pt x="157292" y="143913"/>
                    <a:pt x="153781" y="139812"/>
                  </a:cubicBezTo>
                  <a:cubicBezTo>
                    <a:pt x="151038" y="136609"/>
                    <a:pt x="148706" y="133123"/>
                    <a:pt x="146784" y="129381"/>
                  </a:cubicBezTo>
                  <a:cubicBezTo>
                    <a:pt x="145092" y="126049"/>
                    <a:pt x="143990" y="122461"/>
                    <a:pt x="143529" y="118744"/>
                  </a:cubicBezTo>
                  <a:cubicBezTo>
                    <a:pt x="143195" y="115900"/>
                    <a:pt x="143324" y="113055"/>
                    <a:pt x="143580" y="110210"/>
                  </a:cubicBezTo>
                  <a:cubicBezTo>
                    <a:pt x="143708" y="108723"/>
                    <a:pt x="143836" y="107211"/>
                    <a:pt x="143862" y="105724"/>
                  </a:cubicBezTo>
                  <a:cubicBezTo>
                    <a:pt x="143939" y="102956"/>
                    <a:pt x="142939" y="100265"/>
                    <a:pt x="141119" y="98189"/>
                  </a:cubicBezTo>
                  <a:cubicBezTo>
                    <a:pt x="140786" y="97805"/>
                    <a:pt x="140479" y="97420"/>
                    <a:pt x="140145" y="97036"/>
                  </a:cubicBezTo>
                  <a:cubicBezTo>
                    <a:pt x="139530" y="96344"/>
                    <a:pt x="138941" y="95678"/>
                    <a:pt x="138351" y="94986"/>
                  </a:cubicBezTo>
                  <a:cubicBezTo>
                    <a:pt x="136660" y="93038"/>
                    <a:pt x="135327" y="90833"/>
                    <a:pt x="134327" y="88475"/>
                  </a:cubicBezTo>
                  <a:cubicBezTo>
                    <a:pt x="133123" y="85477"/>
                    <a:pt x="132277" y="82324"/>
                    <a:pt x="131867" y="79121"/>
                  </a:cubicBezTo>
                  <a:cubicBezTo>
                    <a:pt x="131508" y="76506"/>
                    <a:pt x="131303" y="73866"/>
                    <a:pt x="131252" y="71252"/>
                  </a:cubicBezTo>
                  <a:cubicBezTo>
                    <a:pt x="131098" y="67126"/>
                    <a:pt x="130919" y="63025"/>
                    <a:pt x="130483" y="58950"/>
                  </a:cubicBezTo>
                  <a:cubicBezTo>
                    <a:pt x="130278" y="56797"/>
                    <a:pt x="130047" y="54644"/>
                    <a:pt x="129714" y="52491"/>
                  </a:cubicBezTo>
                  <a:cubicBezTo>
                    <a:pt x="129201" y="49364"/>
                    <a:pt x="128637" y="46237"/>
                    <a:pt x="128022" y="43110"/>
                  </a:cubicBezTo>
                  <a:cubicBezTo>
                    <a:pt x="126843" y="37190"/>
                    <a:pt x="125306" y="31321"/>
                    <a:pt x="123435" y="25580"/>
                  </a:cubicBezTo>
                  <a:cubicBezTo>
                    <a:pt x="122409" y="22350"/>
                    <a:pt x="121102" y="19198"/>
                    <a:pt x="119590" y="16148"/>
                  </a:cubicBezTo>
                  <a:cubicBezTo>
                    <a:pt x="118744" y="14507"/>
                    <a:pt x="117745" y="12944"/>
                    <a:pt x="116591" y="11534"/>
                  </a:cubicBezTo>
                  <a:cubicBezTo>
                    <a:pt x="115720" y="10483"/>
                    <a:pt x="114746" y="9561"/>
                    <a:pt x="113618" y="8817"/>
                  </a:cubicBezTo>
                  <a:cubicBezTo>
                    <a:pt x="112516" y="8074"/>
                    <a:pt x="111312" y="7536"/>
                    <a:pt x="110004" y="7280"/>
                  </a:cubicBezTo>
                  <a:cubicBezTo>
                    <a:pt x="108108" y="6895"/>
                    <a:pt x="106134" y="7075"/>
                    <a:pt x="104340" y="7741"/>
                  </a:cubicBezTo>
                  <a:cubicBezTo>
                    <a:pt x="102905" y="8279"/>
                    <a:pt x="101572" y="8997"/>
                    <a:pt x="100342" y="9894"/>
                  </a:cubicBezTo>
                  <a:cubicBezTo>
                    <a:pt x="99060" y="10842"/>
                    <a:pt x="97881" y="11893"/>
                    <a:pt x="96831" y="13072"/>
                  </a:cubicBezTo>
                  <a:cubicBezTo>
                    <a:pt x="95472" y="14559"/>
                    <a:pt x="94242" y="16148"/>
                    <a:pt x="93114" y="17814"/>
                  </a:cubicBezTo>
                  <a:cubicBezTo>
                    <a:pt x="91781" y="19736"/>
                    <a:pt x="90449" y="21684"/>
                    <a:pt x="89116" y="23606"/>
                  </a:cubicBezTo>
                  <a:cubicBezTo>
                    <a:pt x="87578" y="25810"/>
                    <a:pt x="85861" y="27886"/>
                    <a:pt x="84015" y="29834"/>
                  </a:cubicBezTo>
                  <a:cubicBezTo>
                    <a:pt x="82657" y="31269"/>
                    <a:pt x="81145" y="32551"/>
                    <a:pt x="79505" y="33679"/>
                  </a:cubicBezTo>
                  <a:cubicBezTo>
                    <a:pt x="75916" y="36088"/>
                    <a:pt x="71764" y="37292"/>
                    <a:pt x="67125" y="37395"/>
                  </a:cubicBezTo>
                  <a:cubicBezTo>
                    <a:pt x="63665" y="37421"/>
                    <a:pt x="60179" y="36985"/>
                    <a:pt x="56822" y="36139"/>
                  </a:cubicBezTo>
                  <a:cubicBezTo>
                    <a:pt x="51260" y="34781"/>
                    <a:pt x="45878" y="32756"/>
                    <a:pt x="40803" y="30142"/>
                  </a:cubicBezTo>
                  <a:cubicBezTo>
                    <a:pt x="36907" y="28117"/>
                    <a:pt x="33140" y="25887"/>
                    <a:pt x="29500" y="23478"/>
                  </a:cubicBezTo>
                  <a:cubicBezTo>
                    <a:pt x="26015" y="21171"/>
                    <a:pt x="22554" y="18813"/>
                    <a:pt x="19043" y="16532"/>
                  </a:cubicBezTo>
                  <a:cubicBezTo>
                    <a:pt x="13302" y="12765"/>
                    <a:pt x="7381" y="9304"/>
                    <a:pt x="1307" y="6152"/>
                  </a:cubicBezTo>
                  <a:cubicBezTo>
                    <a:pt x="897" y="5947"/>
                    <a:pt x="436" y="5793"/>
                    <a:pt x="0" y="5588"/>
                  </a:cubicBezTo>
                  <a:lnTo>
                    <a:pt x="0" y="2974"/>
                  </a:lnTo>
                  <a:cubicBezTo>
                    <a:pt x="436" y="3153"/>
                    <a:pt x="897" y="3333"/>
                    <a:pt x="1307" y="3538"/>
                  </a:cubicBezTo>
                  <a:cubicBezTo>
                    <a:pt x="8227" y="7203"/>
                    <a:pt x="14942" y="11252"/>
                    <a:pt x="21427" y="15661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73" name="Google Shape;547;p20"/>
            <p:cNvSpPr/>
            <p:nvPr/>
          </p:nvSpPr>
          <p:spPr>
            <a:xfrm>
              <a:off x="7571520" y="362520"/>
              <a:ext cx="1572120" cy="3028680"/>
            </a:xfrm>
            <a:custGeom>
              <a:avLst/>
              <a:gdLst>
                <a:gd name="textAreaLeft" fmla="*/ 0 w 1572120"/>
                <a:gd name="textAreaRight" fmla="*/ 1572480 w 1572120"/>
                <a:gd name="textAreaTop" fmla="*/ 0 h 3028680"/>
                <a:gd name="textAreaBottom" fmla="*/ 3029040 h 3028680"/>
              </a:gdLst>
              <a:ahLst/>
              <a:cxnLst/>
              <a:rect l="textAreaLeft" t="textAreaTop" r="textAreaRight" b="textAreaBottom"/>
              <a:pathLst>
                <a:path w="48954" h="103623">
                  <a:moveTo>
                    <a:pt x="30962" y="101188"/>
                  </a:moveTo>
                  <a:cubicBezTo>
                    <a:pt x="28040" y="100265"/>
                    <a:pt x="25220" y="99035"/>
                    <a:pt x="22529" y="97523"/>
                  </a:cubicBezTo>
                  <a:cubicBezTo>
                    <a:pt x="18223" y="95114"/>
                    <a:pt x="14302" y="92064"/>
                    <a:pt x="10944" y="88450"/>
                  </a:cubicBezTo>
                  <a:cubicBezTo>
                    <a:pt x="6049" y="83196"/>
                    <a:pt x="2794" y="77327"/>
                    <a:pt x="1179" y="70817"/>
                  </a:cubicBezTo>
                  <a:cubicBezTo>
                    <a:pt x="0" y="66024"/>
                    <a:pt x="180" y="61205"/>
                    <a:pt x="1282" y="56438"/>
                  </a:cubicBezTo>
                  <a:cubicBezTo>
                    <a:pt x="1846" y="54055"/>
                    <a:pt x="2538" y="51671"/>
                    <a:pt x="3230" y="49287"/>
                  </a:cubicBezTo>
                  <a:cubicBezTo>
                    <a:pt x="4434" y="45135"/>
                    <a:pt x="6075" y="41137"/>
                    <a:pt x="8125" y="37318"/>
                  </a:cubicBezTo>
                  <a:cubicBezTo>
                    <a:pt x="11073" y="31833"/>
                    <a:pt x="14968" y="26861"/>
                    <a:pt x="19479" y="22196"/>
                  </a:cubicBezTo>
                  <a:cubicBezTo>
                    <a:pt x="24631" y="16917"/>
                    <a:pt x="30141" y="12021"/>
                    <a:pt x="35985" y="7562"/>
                  </a:cubicBezTo>
                  <a:cubicBezTo>
                    <a:pt x="39958" y="4486"/>
                    <a:pt x="44315" y="1949"/>
                    <a:pt x="48954" y="1"/>
                  </a:cubicBezTo>
                  <a:lnTo>
                    <a:pt x="48954" y="3948"/>
                  </a:lnTo>
                  <a:cubicBezTo>
                    <a:pt x="48749" y="4025"/>
                    <a:pt x="48544" y="4076"/>
                    <a:pt x="48339" y="4179"/>
                  </a:cubicBezTo>
                  <a:cubicBezTo>
                    <a:pt x="45853" y="5383"/>
                    <a:pt x="43495" y="6793"/>
                    <a:pt x="41239" y="8433"/>
                  </a:cubicBezTo>
                  <a:cubicBezTo>
                    <a:pt x="33986" y="13687"/>
                    <a:pt x="27348" y="19428"/>
                    <a:pt x="21581" y="25836"/>
                  </a:cubicBezTo>
                  <a:cubicBezTo>
                    <a:pt x="17275" y="30654"/>
                    <a:pt x="13841" y="35883"/>
                    <a:pt x="11534" y="41573"/>
                  </a:cubicBezTo>
                  <a:cubicBezTo>
                    <a:pt x="10355" y="44443"/>
                    <a:pt x="9458" y="47442"/>
                    <a:pt x="8920" y="50492"/>
                  </a:cubicBezTo>
                  <a:cubicBezTo>
                    <a:pt x="8535" y="52645"/>
                    <a:pt x="8151" y="54772"/>
                    <a:pt x="7920" y="56925"/>
                  </a:cubicBezTo>
                  <a:cubicBezTo>
                    <a:pt x="7074" y="64614"/>
                    <a:pt x="9612" y="71432"/>
                    <a:pt x="15763" y="77275"/>
                  </a:cubicBezTo>
                  <a:cubicBezTo>
                    <a:pt x="19838" y="81145"/>
                    <a:pt x="24708" y="84119"/>
                    <a:pt x="30039" y="85964"/>
                  </a:cubicBezTo>
                  <a:cubicBezTo>
                    <a:pt x="34165" y="87399"/>
                    <a:pt x="38522" y="88091"/>
                    <a:pt x="42905" y="87989"/>
                  </a:cubicBezTo>
                  <a:cubicBezTo>
                    <a:pt x="44930" y="87963"/>
                    <a:pt x="46980" y="87707"/>
                    <a:pt x="48954" y="87194"/>
                  </a:cubicBezTo>
                  <a:lnTo>
                    <a:pt x="48954" y="102623"/>
                  </a:lnTo>
                  <a:cubicBezTo>
                    <a:pt x="48851" y="102623"/>
                    <a:pt x="48723" y="102623"/>
                    <a:pt x="48621" y="102649"/>
                  </a:cubicBezTo>
                  <a:cubicBezTo>
                    <a:pt x="42546" y="103623"/>
                    <a:pt x="36677" y="103008"/>
                    <a:pt x="30962" y="10118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74" name="Google Shape;548;p20"/>
            <p:cNvSpPr/>
            <p:nvPr/>
          </p:nvSpPr>
          <p:spPr>
            <a:xfrm>
              <a:off x="5069520" y="0"/>
              <a:ext cx="4073760" cy="4843440"/>
            </a:xfrm>
            <a:custGeom>
              <a:avLst/>
              <a:gdLst>
                <a:gd name="textAreaLeft" fmla="*/ 0 w 4073760"/>
                <a:gd name="textAreaRight" fmla="*/ 4074120 w 4073760"/>
                <a:gd name="textAreaTop" fmla="*/ 0 h 4843440"/>
                <a:gd name="textAreaBottom" fmla="*/ 4843800 h 4843440"/>
              </a:gdLst>
              <a:ahLst/>
              <a:cxnLst/>
              <a:rect l="textAreaLeft" t="textAreaTop" r="textAreaRight" b="textAreaBottom"/>
              <a:pathLst>
                <a:path w="126844" h="165698">
                  <a:moveTo>
                    <a:pt x="114055" y="165595"/>
                  </a:moveTo>
                  <a:cubicBezTo>
                    <a:pt x="110184" y="165698"/>
                    <a:pt x="106340" y="165288"/>
                    <a:pt x="102598" y="164365"/>
                  </a:cubicBezTo>
                  <a:cubicBezTo>
                    <a:pt x="99573" y="163571"/>
                    <a:pt x="96600" y="162648"/>
                    <a:pt x="93679" y="161546"/>
                  </a:cubicBezTo>
                  <a:cubicBezTo>
                    <a:pt x="90321" y="160316"/>
                    <a:pt x="86963" y="159034"/>
                    <a:pt x="83580" y="157829"/>
                  </a:cubicBezTo>
                  <a:cubicBezTo>
                    <a:pt x="78019" y="155830"/>
                    <a:pt x="72252" y="154446"/>
                    <a:pt x="66383" y="153703"/>
                  </a:cubicBezTo>
                  <a:cubicBezTo>
                    <a:pt x="63640" y="153344"/>
                    <a:pt x="60898" y="153011"/>
                    <a:pt x="58181" y="152627"/>
                  </a:cubicBezTo>
                  <a:cubicBezTo>
                    <a:pt x="56054" y="152345"/>
                    <a:pt x="53978" y="151858"/>
                    <a:pt x="51953" y="151140"/>
                  </a:cubicBezTo>
                  <a:cubicBezTo>
                    <a:pt x="46904" y="149269"/>
                    <a:pt x="43597" y="146142"/>
                    <a:pt x="42085" y="141734"/>
                  </a:cubicBezTo>
                  <a:cubicBezTo>
                    <a:pt x="41624" y="140401"/>
                    <a:pt x="41342" y="138991"/>
                    <a:pt x="41214" y="137582"/>
                  </a:cubicBezTo>
                  <a:cubicBezTo>
                    <a:pt x="40983" y="135506"/>
                    <a:pt x="41034" y="133455"/>
                    <a:pt x="41009" y="131379"/>
                  </a:cubicBezTo>
                  <a:cubicBezTo>
                    <a:pt x="40983" y="129508"/>
                    <a:pt x="40932" y="127612"/>
                    <a:pt x="40829" y="125741"/>
                  </a:cubicBezTo>
                  <a:cubicBezTo>
                    <a:pt x="40676" y="122460"/>
                    <a:pt x="40470" y="119179"/>
                    <a:pt x="40317" y="115899"/>
                  </a:cubicBezTo>
                  <a:cubicBezTo>
                    <a:pt x="40137" y="112362"/>
                    <a:pt x="40009" y="108825"/>
                    <a:pt x="39778" y="105288"/>
                  </a:cubicBezTo>
                  <a:cubicBezTo>
                    <a:pt x="39573" y="102033"/>
                    <a:pt x="39266" y="98778"/>
                    <a:pt x="38984" y="95523"/>
                  </a:cubicBezTo>
                  <a:cubicBezTo>
                    <a:pt x="38651" y="91499"/>
                    <a:pt x="38241" y="87475"/>
                    <a:pt x="37600" y="83477"/>
                  </a:cubicBezTo>
                  <a:cubicBezTo>
                    <a:pt x="37087" y="80017"/>
                    <a:pt x="36062" y="76634"/>
                    <a:pt x="34499" y="73507"/>
                  </a:cubicBezTo>
                  <a:cubicBezTo>
                    <a:pt x="34063" y="72635"/>
                    <a:pt x="33678" y="71738"/>
                    <a:pt x="33320" y="70841"/>
                  </a:cubicBezTo>
                  <a:cubicBezTo>
                    <a:pt x="32628" y="69124"/>
                    <a:pt x="32448" y="67202"/>
                    <a:pt x="32833" y="65382"/>
                  </a:cubicBezTo>
                  <a:cubicBezTo>
                    <a:pt x="33063" y="64177"/>
                    <a:pt x="33473" y="63024"/>
                    <a:pt x="34037" y="61973"/>
                  </a:cubicBezTo>
                  <a:cubicBezTo>
                    <a:pt x="34781" y="60589"/>
                    <a:pt x="35575" y="59231"/>
                    <a:pt x="36370" y="57898"/>
                  </a:cubicBezTo>
                  <a:cubicBezTo>
                    <a:pt x="37010" y="56822"/>
                    <a:pt x="37677" y="55771"/>
                    <a:pt x="38292" y="54694"/>
                  </a:cubicBezTo>
                  <a:cubicBezTo>
                    <a:pt x="38830" y="53797"/>
                    <a:pt x="39240" y="52849"/>
                    <a:pt x="39497" y="51849"/>
                  </a:cubicBezTo>
                  <a:cubicBezTo>
                    <a:pt x="39702" y="51183"/>
                    <a:pt x="39753" y="50491"/>
                    <a:pt x="39676" y="49799"/>
                  </a:cubicBezTo>
                  <a:cubicBezTo>
                    <a:pt x="39497" y="48646"/>
                    <a:pt x="38753" y="47851"/>
                    <a:pt x="37446" y="47415"/>
                  </a:cubicBezTo>
                  <a:cubicBezTo>
                    <a:pt x="36652" y="47134"/>
                    <a:pt x="35831" y="47005"/>
                    <a:pt x="34986" y="46980"/>
                  </a:cubicBezTo>
                  <a:cubicBezTo>
                    <a:pt x="33909" y="46929"/>
                    <a:pt x="32807" y="46929"/>
                    <a:pt x="31705" y="46929"/>
                  </a:cubicBezTo>
                  <a:cubicBezTo>
                    <a:pt x="30193" y="46929"/>
                    <a:pt x="28655" y="46954"/>
                    <a:pt x="27143" y="46954"/>
                  </a:cubicBezTo>
                  <a:cubicBezTo>
                    <a:pt x="25092" y="46954"/>
                    <a:pt x="23068" y="46775"/>
                    <a:pt x="21068" y="46416"/>
                  </a:cubicBezTo>
                  <a:cubicBezTo>
                    <a:pt x="15763" y="45442"/>
                    <a:pt x="11457" y="43238"/>
                    <a:pt x="8202" y="39650"/>
                  </a:cubicBezTo>
                  <a:cubicBezTo>
                    <a:pt x="7151" y="38496"/>
                    <a:pt x="6229" y="37215"/>
                    <a:pt x="5460" y="35882"/>
                  </a:cubicBezTo>
                  <a:cubicBezTo>
                    <a:pt x="4178" y="33703"/>
                    <a:pt x="3179" y="31345"/>
                    <a:pt x="2512" y="28911"/>
                  </a:cubicBezTo>
                  <a:cubicBezTo>
                    <a:pt x="1410" y="24810"/>
                    <a:pt x="795" y="20581"/>
                    <a:pt x="693" y="16352"/>
                  </a:cubicBezTo>
                  <a:cubicBezTo>
                    <a:pt x="590" y="12507"/>
                    <a:pt x="539" y="8663"/>
                    <a:pt x="462" y="4793"/>
                  </a:cubicBezTo>
                  <a:cubicBezTo>
                    <a:pt x="462" y="3178"/>
                    <a:pt x="308" y="1589"/>
                    <a:pt x="1" y="0"/>
                  </a:cubicBezTo>
                  <a:lnTo>
                    <a:pt x="2743" y="0"/>
                  </a:lnTo>
                  <a:cubicBezTo>
                    <a:pt x="2794" y="1666"/>
                    <a:pt x="2897" y="3306"/>
                    <a:pt x="2871" y="4972"/>
                  </a:cubicBezTo>
                  <a:cubicBezTo>
                    <a:pt x="2871" y="7638"/>
                    <a:pt x="2769" y="10303"/>
                    <a:pt x="2743" y="12969"/>
                  </a:cubicBezTo>
                  <a:cubicBezTo>
                    <a:pt x="2692" y="16403"/>
                    <a:pt x="2897" y="19863"/>
                    <a:pt x="3384" y="23272"/>
                  </a:cubicBezTo>
                  <a:cubicBezTo>
                    <a:pt x="3768" y="25963"/>
                    <a:pt x="4460" y="28603"/>
                    <a:pt x="5460" y="31140"/>
                  </a:cubicBezTo>
                  <a:cubicBezTo>
                    <a:pt x="6511" y="33832"/>
                    <a:pt x="8048" y="36266"/>
                    <a:pt x="10022" y="38368"/>
                  </a:cubicBezTo>
                  <a:cubicBezTo>
                    <a:pt x="12380" y="40777"/>
                    <a:pt x="15353" y="42520"/>
                    <a:pt x="18634" y="43392"/>
                  </a:cubicBezTo>
                  <a:cubicBezTo>
                    <a:pt x="21632" y="44186"/>
                    <a:pt x="24759" y="44442"/>
                    <a:pt x="27835" y="44084"/>
                  </a:cubicBezTo>
                  <a:cubicBezTo>
                    <a:pt x="29834" y="43879"/>
                    <a:pt x="31807" y="43571"/>
                    <a:pt x="33755" y="43135"/>
                  </a:cubicBezTo>
                  <a:cubicBezTo>
                    <a:pt x="36113" y="42648"/>
                    <a:pt x="38446" y="42110"/>
                    <a:pt x="40804" y="41674"/>
                  </a:cubicBezTo>
                  <a:cubicBezTo>
                    <a:pt x="41880" y="41495"/>
                    <a:pt x="42982" y="41367"/>
                    <a:pt x="44059" y="41290"/>
                  </a:cubicBezTo>
                  <a:cubicBezTo>
                    <a:pt x="44853" y="41239"/>
                    <a:pt x="45648" y="41316"/>
                    <a:pt x="46442" y="41521"/>
                  </a:cubicBezTo>
                  <a:cubicBezTo>
                    <a:pt x="47647" y="41828"/>
                    <a:pt x="48416" y="42520"/>
                    <a:pt x="48723" y="43545"/>
                  </a:cubicBezTo>
                  <a:cubicBezTo>
                    <a:pt x="48877" y="44160"/>
                    <a:pt x="48928" y="44776"/>
                    <a:pt x="48826" y="45416"/>
                  </a:cubicBezTo>
                  <a:cubicBezTo>
                    <a:pt x="48672" y="46518"/>
                    <a:pt x="48365" y="47595"/>
                    <a:pt x="47903" y="48594"/>
                  </a:cubicBezTo>
                  <a:cubicBezTo>
                    <a:pt x="47314" y="49927"/>
                    <a:pt x="46622" y="51209"/>
                    <a:pt x="45827" y="52439"/>
                  </a:cubicBezTo>
                  <a:cubicBezTo>
                    <a:pt x="44725" y="54156"/>
                    <a:pt x="43572" y="55873"/>
                    <a:pt x="42521" y="57591"/>
                  </a:cubicBezTo>
                  <a:cubicBezTo>
                    <a:pt x="41854" y="58667"/>
                    <a:pt x="41239" y="59795"/>
                    <a:pt x="40701" y="60922"/>
                  </a:cubicBezTo>
                  <a:cubicBezTo>
                    <a:pt x="39753" y="62845"/>
                    <a:pt x="39368" y="64972"/>
                    <a:pt x="39548" y="67099"/>
                  </a:cubicBezTo>
                  <a:cubicBezTo>
                    <a:pt x="39650" y="68125"/>
                    <a:pt x="39753" y="69150"/>
                    <a:pt x="39932" y="70175"/>
                  </a:cubicBezTo>
                  <a:cubicBezTo>
                    <a:pt x="40394" y="72892"/>
                    <a:pt x="40727" y="75660"/>
                    <a:pt x="40906" y="78402"/>
                  </a:cubicBezTo>
                  <a:cubicBezTo>
                    <a:pt x="41188" y="82810"/>
                    <a:pt x="41419" y="87219"/>
                    <a:pt x="41675" y="91627"/>
                  </a:cubicBezTo>
                  <a:cubicBezTo>
                    <a:pt x="41829" y="94241"/>
                    <a:pt x="41983" y="96830"/>
                    <a:pt x="42188" y="99419"/>
                  </a:cubicBezTo>
                  <a:cubicBezTo>
                    <a:pt x="42393" y="102007"/>
                    <a:pt x="42598" y="104622"/>
                    <a:pt x="42777" y="107210"/>
                  </a:cubicBezTo>
                  <a:cubicBezTo>
                    <a:pt x="42957" y="110055"/>
                    <a:pt x="43110" y="112900"/>
                    <a:pt x="43315" y="115745"/>
                  </a:cubicBezTo>
                  <a:cubicBezTo>
                    <a:pt x="43392" y="116898"/>
                    <a:pt x="43495" y="118052"/>
                    <a:pt x="43623" y="119205"/>
                  </a:cubicBezTo>
                  <a:cubicBezTo>
                    <a:pt x="43854" y="121384"/>
                    <a:pt x="44110" y="123562"/>
                    <a:pt x="44366" y="125766"/>
                  </a:cubicBezTo>
                  <a:cubicBezTo>
                    <a:pt x="44699" y="128509"/>
                    <a:pt x="44981" y="131251"/>
                    <a:pt x="45340" y="133994"/>
                  </a:cubicBezTo>
                  <a:cubicBezTo>
                    <a:pt x="45545" y="135813"/>
                    <a:pt x="46007" y="137607"/>
                    <a:pt x="46699" y="139299"/>
                  </a:cubicBezTo>
                  <a:cubicBezTo>
                    <a:pt x="48185" y="142836"/>
                    <a:pt x="50953" y="145476"/>
                    <a:pt x="55028" y="147142"/>
                  </a:cubicBezTo>
                  <a:cubicBezTo>
                    <a:pt x="55772" y="147449"/>
                    <a:pt x="56566" y="147706"/>
                    <a:pt x="57335" y="147962"/>
                  </a:cubicBezTo>
                  <a:cubicBezTo>
                    <a:pt x="59129" y="148475"/>
                    <a:pt x="60949" y="148910"/>
                    <a:pt x="62794" y="149243"/>
                  </a:cubicBezTo>
                  <a:cubicBezTo>
                    <a:pt x="65998" y="149884"/>
                    <a:pt x="69202" y="150474"/>
                    <a:pt x="72406" y="151191"/>
                  </a:cubicBezTo>
                  <a:cubicBezTo>
                    <a:pt x="77173" y="152293"/>
                    <a:pt x="81735" y="153857"/>
                    <a:pt x="86246" y="155523"/>
                  </a:cubicBezTo>
                  <a:cubicBezTo>
                    <a:pt x="89655" y="156804"/>
                    <a:pt x="93063" y="158086"/>
                    <a:pt x="96524" y="159290"/>
                  </a:cubicBezTo>
                  <a:cubicBezTo>
                    <a:pt x="100471" y="160674"/>
                    <a:pt x="104546" y="161571"/>
                    <a:pt x="108698" y="161905"/>
                  </a:cubicBezTo>
                  <a:cubicBezTo>
                    <a:pt x="111517" y="162135"/>
                    <a:pt x="114311" y="162084"/>
                    <a:pt x="117104" y="161725"/>
                  </a:cubicBezTo>
                  <a:cubicBezTo>
                    <a:pt x="120026" y="161341"/>
                    <a:pt x="122923" y="160726"/>
                    <a:pt x="125767" y="159880"/>
                  </a:cubicBezTo>
                  <a:cubicBezTo>
                    <a:pt x="126126" y="159752"/>
                    <a:pt x="126485" y="159675"/>
                    <a:pt x="126844" y="159598"/>
                  </a:cubicBezTo>
                  <a:lnTo>
                    <a:pt x="126844" y="163160"/>
                  </a:lnTo>
                  <a:cubicBezTo>
                    <a:pt x="125972" y="163442"/>
                    <a:pt x="125075" y="163750"/>
                    <a:pt x="124178" y="163981"/>
                  </a:cubicBezTo>
                  <a:cubicBezTo>
                    <a:pt x="120872" y="164903"/>
                    <a:pt x="117489" y="165442"/>
                    <a:pt x="114055" y="16559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75" name="Google Shape;549;p20"/>
            <p:cNvSpPr/>
            <p:nvPr/>
          </p:nvSpPr>
          <p:spPr>
            <a:xfrm>
              <a:off x="1080" y="0"/>
              <a:ext cx="2113920" cy="627480"/>
            </a:xfrm>
            <a:custGeom>
              <a:avLst/>
              <a:gdLst>
                <a:gd name="textAreaLeft" fmla="*/ 0 w 2113920"/>
                <a:gd name="textAreaRight" fmla="*/ 2114280 w 2113920"/>
                <a:gd name="textAreaTop" fmla="*/ 0 h 627480"/>
                <a:gd name="textAreaBottom" fmla="*/ 627840 h 627480"/>
              </a:gdLst>
              <a:ahLst/>
              <a:cxnLst/>
              <a:rect l="textAreaLeft" t="textAreaTop" r="textAreaRight" b="textAreaBottom"/>
              <a:pathLst>
                <a:path w="65819" h="21478">
                  <a:moveTo>
                    <a:pt x="65152" y="513"/>
                  </a:moveTo>
                  <a:cubicBezTo>
                    <a:pt x="62179" y="2230"/>
                    <a:pt x="59616" y="4537"/>
                    <a:pt x="57565" y="7305"/>
                  </a:cubicBezTo>
                  <a:cubicBezTo>
                    <a:pt x="56591" y="8637"/>
                    <a:pt x="55617" y="9970"/>
                    <a:pt x="54643" y="11328"/>
                  </a:cubicBezTo>
                  <a:cubicBezTo>
                    <a:pt x="53311" y="13148"/>
                    <a:pt x="51875" y="14865"/>
                    <a:pt x="50312" y="16506"/>
                  </a:cubicBezTo>
                  <a:cubicBezTo>
                    <a:pt x="49210" y="17659"/>
                    <a:pt x="47954" y="18684"/>
                    <a:pt x="46596" y="19530"/>
                  </a:cubicBezTo>
                  <a:cubicBezTo>
                    <a:pt x="45032" y="20504"/>
                    <a:pt x="43264" y="21119"/>
                    <a:pt x="41418" y="21350"/>
                  </a:cubicBezTo>
                  <a:cubicBezTo>
                    <a:pt x="39983" y="21478"/>
                    <a:pt x="38548" y="21401"/>
                    <a:pt x="37112" y="21145"/>
                  </a:cubicBezTo>
                  <a:cubicBezTo>
                    <a:pt x="35088" y="20786"/>
                    <a:pt x="33088" y="20299"/>
                    <a:pt x="31141" y="19658"/>
                  </a:cubicBezTo>
                  <a:cubicBezTo>
                    <a:pt x="27578" y="18556"/>
                    <a:pt x="24118" y="17275"/>
                    <a:pt x="20735" y="15891"/>
                  </a:cubicBezTo>
                  <a:cubicBezTo>
                    <a:pt x="14250" y="13251"/>
                    <a:pt x="7817" y="10585"/>
                    <a:pt x="1358" y="7945"/>
                  </a:cubicBezTo>
                  <a:cubicBezTo>
                    <a:pt x="923" y="7766"/>
                    <a:pt x="538" y="7510"/>
                    <a:pt x="0" y="7510"/>
                  </a:cubicBezTo>
                  <a:lnTo>
                    <a:pt x="0" y="0"/>
                  </a:lnTo>
                  <a:lnTo>
                    <a:pt x="14122" y="0"/>
                  </a:lnTo>
                  <a:cubicBezTo>
                    <a:pt x="14302" y="51"/>
                    <a:pt x="14481" y="103"/>
                    <a:pt x="14660" y="128"/>
                  </a:cubicBezTo>
                  <a:cubicBezTo>
                    <a:pt x="18761" y="487"/>
                    <a:pt x="22888" y="718"/>
                    <a:pt x="27040" y="359"/>
                  </a:cubicBezTo>
                  <a:cubicBezTo>
                    <a:pt x="28116" y="282"/>
                    <a:pt x="29218" y="282"/>
                    <a:pt x="30295" y="0"/>
                  </a:cubicBezTo>
                  <a:lnTo>
                    <a:pt x="65818" y="0"/>
                  </a:lnTo>
                  <a:cubicBezTo>
                    <a:pt x="65613" y="179"/>
                    <a:pt x="65382" y="359"/>
                    <a:pt x="65152" y="513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76" name="Google Shape;550;p20"/>
            <p:cNvSpPr/>
            <p:nvPr/>
          </p:nvSpPr>
          <p:spPr>
            <a:xfrm>
              <a:off x="1080" y="0"/>
              <a:ext cx="3086640" cy="1400040"/>
            </a:xfrm>
            <a:custGeom>
              <a:avLst/>
              <a:gdLst>
                <a:gd name="textAreaLeft" fmla="*/ 0 w 3086640"/>
                <a:gd name="textAreaRight" fmla="*/ 3087000 w 3086640"/>
                <a:gd name="textAreaTop" fmla="*/ 0 h 1400040"/>
                <a:gd name="textAreaBottom" fmla="*/ 1400400 h 1400040"/>
              </a:gdLst>
              <a:ahLst/>
              <a:cxnLst/>
              <a:rect l="textAreaLeft" t="textAreaTop" r="textAreaRight" b="textAreaBottom"/>
              <a:pathLst>
                <a:path w="96113" h="47903">
                  <a:moveTo>
                    <a:pt x="90141" y="6894"/>
                  </a:moveTo>
                  <a:cubicBezTo>
                    <a:pt x="89141" y="8073"/>
                    <a:pt x="88168" y="9252"/>
                    <a:pt x="87194" y="10457"/>
                  </a:cubicBezTo>
                  <a:cubicBezTo>
                    <a:pt x="83862" y="14532"/>
                    <a:pt x="81376" y="19248"/>
                    <a:pt x="79915" y="24323"/>
                  </a:cubicBezTo>
                  <a:cubicBezTo>
                    <a:pt x="79018" y="27552"/>
                    <a:pt x="77967" y="30705"/>
                    <a:pt x="76762" y="33832"/>
                  </a:cubicBezTo>
                  <a:cubicBezTo>
                    <a:pt x="75839" y="36138"/>
                    <a:pt x="74712" y="38368"/>
                    <a:pt x="73379" y="40470"/>
                  </a:cubicBezTo>
                  <a:cubicBezTo>
                    <a:pt x="72482" y="41828"/>
                    <a:pt x="71457" y="43084"/>
                    <a:pt x="70303" y="44186"/>
                  </a:cubicBezTo>
                  <a:cubicBezTo>
                    <a:pt x="68484" y="45878"/>
                    <a:pt x="66228" y="47005"/>
                    <a:pt x="63819" y="47492"/>
                  </a:cubicBezTo>
                  <a:cubicBezTo>
                    <a:pt x="61871" y="47851"/>
                    <a:pt x="59872" y="47902"/>
                    <a:pt x="57924" y="47646"/>
                  </a:cubicBezTo>
                  <a:cubicBezTo>
                    <a:pt x="55182" y="47313"/>
                    <a:pt x="52490" y="46621"/>
                    <a:pt x="49953" y="45570"/>
                  </a:cubicBezTo>
                  <a:cubicBezTo>
                    <a:pt x="47441" y="44571"/>
                    <a:pt x="45032" y="43392"/>
                    <a:pt x="42674" y="42059"/>
                  </a:cubicBezTo>
                  <a:cubicBezTo>
                    <a:pt x="39342" y="40188"/>
                    <a:pt x="36164" y="38189"/>
                    <a:pt x="32986" y="36138"/>
                  </a:cubicBezTo>
                  <a:cubicBezTo>
                    <a:pt x="27117" y="32422"/>
                    <a:pt x="21222" y="28731"/>
                    <a:pt x="15096" y="25297"/>
                  </a:cubicBezTo>
                  <a:cubicBezTo>
                    <a:pt x="10534" y="22734"/>
                    <a:pt x="5869" y="20248"/>
                    <a:pt x="1128" y="17890"/>
                  </a:cubicBezTo>
                  <a:cubicBezTo>
                    <a:pt x="795" y="17659"/>
                    <a:pt x="410" y="17531"/>
                    <a:pt x="0" y="17480"/>
                  </a:cubicBezTo>
                  <a:lnTo>
                    <a:pt x="0" y="13533"/>
                  </a:lnTo>
                  <a:cubicBezTo>
                    <a:pt x="513" y="13738"/>
                    <a:pt x="1025" y="13943"/>
                    <a:pt x="1512" y="14173"/>
                  </a:cubicBezTo>
                  <a:cubicBezTo>
                    <a:pt x="11790" y="19043"/>
                    <a:pt x="21837" y="24195"/>
                    <a:pt x="31679" y="29628"/>
                  </a:cubicBezTo>
                  <a:cubicBezTo>
                    <a:pt x="34908" y="31422"/>
                    <a:pt x="38214" y="33165"/>
                    <a:pt x="41521" y="34857"/>
                  </a:cubicBezTo>
                  <a:cubicBezTo>
                    <a:pt x="43802" y="36061"/>
                    <a:pt x="46160" y="37061"/>
                    <a:pt x="48595" y="37881"/>
                  </a:cubicBezTo>
                  <a:cubicBezTo>
                    <a:pt x="50594" y="38599"/>
                    <a:pt x="52721" y="39034"/>
                    <a:pt x="54848" y="39188"/>
                  </a:cubicBezTo>
                  <a:cubicBezTo>
                    <a:pt x="58001" y="39342"/>
                    <a:pt x="60666" y="38547"/>
                    <a:pt x="62819" y="36574"/>
                  </a:cubicBezTo>
                  <a:cubicBezTo>
                    <a:pt x="63998" y="35498"/>
                    <a:pt x="64998" y="34242"/>
                    <a:pt x="65844" y="32858"/>
                  </a:cubicBezTo>
                  <a:cubicBezTo>
                    <a:pt x="67125" y="30756"/>
                    <a:pt x="68176" y="28526"/>
                    <a:pt x="68996" y="26219"/>
                  </a:cubicBezTo>
                  <a:cubicBezTo>
                    <a:pt x="69945" y="23451"/>
                    <a:pt x="70816" y="20658"/>
                    <a:pt x="71739" y="17890"/>
                  </a:cubicBezTo>
                  <a:cubicBezTo>
                    <a:pt x="72097" y="16788"/>
                    <a:pt x="72456" y="15711"/>
                    <a:pt x="72866" y="14635"/>
                  </a:cubicBezTo>
                  <a:cubicBezTo>
                    <a:pt x="73866" y="12097"/>
                    <a:pt x="75353" y="9765"/>
                    <a:pt x="77223" y="7766"/>
                  </a:cubicBezTo>
                  <a:cubicBezTo>
                    <a:pt x="78633" y="6254"/>
                    <a:pt x="80120" y="4844"/>
                    <a:pt x="81709" y="3511"/>
                  </a:cubicBezTo>
                  <a:cubicBezTo>
                    <a:pt x="82836" y="2537"/>
                    <a:pt x="83964" y="1589"/>
                    <a:pt x="85092" y="589"/>
                  </a:cubicBezTo>
                  <a:cubicBezTo>
                    <a:pt x="85271" y="410"/>
                    <a:pt x="85451" y="205"/>
                    <a:pt x="85630" y="0"/>
                  </a:cubicBezTo>
                  <a:lnTo>
                    <a:pt x="96113" y="0"/>
                  </a:lnTo>
                  <a:cubicBezTo>
                    <a:pt x="95857" y="333"/>
                    <a:pt x="95626" y="641"/>
                    <a:pt x="95370" y="948"/>
                  </a:cubicBezTo>
                  <a:cubicBezTo>
                    <a:pt x="93627" y="2922"/>
                    <a:pt x="91884" y="4895"/>
                    <a:pt x="90141" y="6894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77" name="Google Shape;551;p20"/>
            <p:cNvSpPr/>
            <p:nvPr/>
          </p:nvSpPr>
          <p:spPr>
            <a:xfrm>
              <a:off x="1080" y="1999800"/>
              <a:ext cx="3473640" cy="3142800"/>
            </a:xfrm>
            <a:custGeom>
              <a:avLst/>
              <a:gdLst>
                <a:gd name="textAreaLeft" fmla="*/ 0 w 3473640"/>
                <a:gd name="textAreaRight" fmla="*/ 3474000 w 3473640"/>
                <a:gd name="textAreaTop" fmla="*/ 0 h 3142800"/>
                <a:gd name="textAreaBottom" fmla="*/ 3143160 h 3142800"/>
              </a:gdLst>
              <a:ahLst/>
              <a:cxnLst/>
              <a:rect l="textAreaLeft" t="textAreaTop" r="textAreaRight" b="textAreaBottom"/>
              <a:pathLst>
                <a:path w="108160" h="107519">
                  <a:moveTo>
                    <a:pt x="897" y="6280"/>
                  </a:moveTo>
                  <a:cubicBezTo>
                    <a:pt x="1717" y="5331"/>
                    <a:pt x="2614" y="4486"/>
                    <a:pt x="3588" y="3717"/>
                  </a:cubicBezTo>
                  <a:cubicBezTo>
                    <a:pt x="5869" y="1923"/>
                    <a:pt x="8586" y="769"/>
                    <a:pt x="11457" y="359"/>
                  </a:cubicBezTo>
                  <a:cubicBezTo>
                    <a:pt x="12918" y="129"/>
                    <a:pt x="14378" y="0"/>
                    <a:pt x="15865" y="0"/>
                  </a:cubicBezTo>
                  <a:cubicBezTo>
                    <a:pt x="19197" y="26"/>
                    <a:pt x="22503" y="308"/>
                    <a:pt x="25784" y="846"/>
                  </a:cubicBezTo>
                  <a:cubicBezTo>
                    <a:pt x="30423" y="1513"/>
                    <a:pt x="35011" y="2410"/>
                    <a:pt x="39573" y="3281"/>
                  </a:cubicBezTo>
                  <a:cubicBezTo>
                    <a:pt x="46954" y="4716"/>
                    <a:pt x="54387" y="5998"/>
                    <a:pt x="61948" y="6664"/>
                  </a:cubicBezTo>
                  <a:cubicBezTo>
                    <a:pt x="65306" y="6997"/>
                    <a:pt x="68689" y="7151"/>
                    <a:pt x="72097" y="7100"/>
                  </a:cubicBezTo>
                  <a:cubicBezTo>
                    <a:pt x="75968" y="6997"/>
                    <a:pt x="79863" y="6587"/>
                    <a:pt x="83682" y="5921"/>
                  </a:cubicBezTo>
                  <a:cubicBezTo>
                    <a:pt x="85605" y="5613"/>
                    <a:pt x="87552" y="5280"/>
                    <a:pt x="89500" y="4998"/>
                  </a:cubicBezTo>
                  <a:cubicBezTo>
                    <a:pt x="90910" y="4793"/>
                    <a:pt x="92371" y="4742"/>
                    <a:pt x="93806" y="4896"/>
                  </a:cubicBezTo>
                  <a:cubicBezTo>
                    <a:pt x="95985" y="5101"/>
                    <a:pt x="97779" y="5895"/>
                    <a:pt x="99086" y="7382"/>
                  </a:cubicBezTo>
                  <a:cubicBezTo>
                    <a:pt x="99573" y="7946"/>
                    <a:pt x="100009" y="8561"/>
                    <a:pt x="100419" y="9227"/>
                  </a:cubicBezTo>
                  <a:cubicBezTo>
                    <a:pt x="101034" y="10304"/>
                    <a:pt x="101495" y="11483"/>
                    <a:pt x="101777" y="12687"/>
                  </a:cubicBezTo>
                  <a:cubicBezTo>
                    <a:pt x="102623" y="15942"/>
                    <a:pt x="102572" y="19223"/>
                    <a:pt x="102162" y="22504"/>
                  </a:cubicBezTo>
                  <a:cubicBezTo>
                    <a:pt x="101752" y="25246"/>
                    <a:pt x="101239" y="27988"/>
                    <a:pt x="100547" y="30680"/>
                  </a:cubicBezTo>
                  <a:cubicBezTo>
                    <a:pt x="99394" y="35549"/>
                    <a:pt x="98317" y="40445"/>
                    <a:pt x="97625" y="45417"/>
                  </a:cubicBezTo>
                  <a:cubicBezTo>
                    <a:pt x="97164" y="48518"/>
                    <a:pt x="96882" y="51619"/>
                    <a:pt x="96779" y="54772"/>
                  </a:cubicBezTo>
                  <a:cubicBezTo>
                    <a:pt x="96677" y="58052"/>
                    <a:pt x="96728" y="61333"/>
                    <a:pt x="96959" y="64639"/>
                  </a:cubicBezTo>
                  <a:cubicBezTo>
                    <a:pt x="97241" y="68484"/>
                    <a:pt x="97728" y="72303"/>
                    <a:pt x="98445" y="76121"/>
                  </a:cubicBezTo>
                  <a:cubicBezTo>
                    <a:pt x="99188" y="80222"/>
                    <a:pt x="100188" y="84297"/>
                    <a:pt x="101341" y="88373"/>
                  </a:cubicBezTo>
                  <a:cubicBezTo>
                    <a:pt x="103059" y="94524"/>
                    <a:pt x="105160" y="100572"/>
                    <a:pt x="107646" y="106493"/>
                  </a:cubicBezTo>
                  <a:cubicBezTo>
                    <a:pt x="107800" y="106826"/>
                    <a:pt x="108005" y="107185"/>
                    <a:pt x="108159" y="107518"/>
                  </a:cubicBezTo>
                  <a:lnTo>
                    <a:pt x="102238" y="107518"/>
                  </a:lnTo>
                  <a:cubicBezTo>
                    <a:pt x="102238" y="107364"/>
                    <a:pt x="102213" y="107211"/>
                    <a:pt x="102187" y="107057"/>
                  </a:cubicBezTo>
                  <a:cubicBezTo>
                    <a:pt x="101726" y="105340"/>
                    <a:pt x="101239" y="103648"/>
                    <a:pt x="100778" y="101931"/>
                  </a:cubicBezTo>
                  <a:cubicBezTo>
                    <a:pt x="98753" y="94370"/>
                    <a:pt x="96907" y="86809"/>
                    <a:pt x="95575" y="79146"/>
                  </a:cubicBezTo>
                  <a:cubicBezTo>
                    <a:pt x="94729" y="74353"/>
                    <a:pt x="94165" y="69509"/>
                    <a:pt x="93883" y="64665"/>
                  </a:cubicBezTo>
                  <a:cubicBezTo>
                    <a:pt x="93499" y="57770"/>
                    <a:pt x="93781" y="50850"/>
                    <a:pt x="94780" y="44033"/>
                  </a:cubicBezTo>
                  <a:cubicBezTo>
                    <a:pt x="95370" y="39753"/>
                    <a:pt x="96215" y="35524"/>
                    <a:pt x="97087" y="31295"/>
                  </a:cubicBezTo>
                  <a:cubicBezTo>
                    <a:pt x="97728" y="28475"/>
                    <a:pt x="98189" y="25630"/>
                    <a:pt x="98496" y="22734"/>
                  </a:cubicBezTo>
                  <a:cubicBezTo>
                    <a:pt x="98702" y="20556"/>
                    <a:pt x="98573" y="18351"/>
                    <a:pt x="98112" y="16199"/>
                  </a:cubicBezTo>
                  <a:cubicBezTo>
                    <a:pt x="97830" y="14840"/>
                    <a:pt x="97317" y="13533"/>
                    <a:pt x="96549" y="12380"/>
                  </a:cubicBezTo>
                  <a:cubicBezTo>
                    <a:pt x="95344" y="10586"/>
                    <a:pt x="93524" y="9458"/>
                    <a:pt x="91064" y="9022"/>
                  </a:cubicBezTo>
                  <a:cubicBezTo>
                    <a:pt x="89603" y="8766"/>
                    <a:pt x="88142" y="8689"/>
                    <a:pt x="86655" y="8766"/>
                  </a:cubicBezTo>
                  <a:cubicBezTo>
                    <a:pt x="83810" y="8945"/>
                    <a:pt x="80991" y="9125"/>
                    <a:pt x="78146" y="9304"/>
                  </a:cubicBezTo>
                  <a:cubicBezTo>
                    <a:pt x="75224" y="9484"/>
                    <a:pt x="72303" y="9560"/>
                    <a:pt x="69381" y="9509"/>
                  </a:cubicBezTo>
                  <a:cubicBezTo>
                    <a:pt x="64306" y="9407"/>
                    <a:pt x="59231" y="9073"/>
                    <a:pt x="54182" y="8510"/>
                  </a:cubicBezTo>
                  <a:cubicBezTo>
                    <a:pt x="49620" y="7971"/>
                    <a:pt x="45032" y="7459"/>
                    <a:pt x="40444" y="6895"/>
                  </a:cubicBezTo>
                  <a:cubicBezTo>
                    <a:pt x="35575" y="6305"/>
                    <a:pt x="30679" y="5767"/>
                    <a:pt x="25758" y="5562"/>
                  </a:cubicBezTo>
                  <a:cubicBezTo>
                    <a:pt x="22683" y="5408"/>
                    <a:pt x="19607" y="5588"/>
                    <a:pt x="16583" y="6049"/>
                  </a:cubicBezTo>
                  <a:cubicBezTo>
                    <a:pt x="12149" y="6741"/>
                    <a:pt x="8407" y="8484"/>
                    <a:pt x="5382" y="11252"/>
                  </a:cubicBezTo>
                  <a:cubicBezTo>
                    <a:pt x="3742" y="12790"/>
                    <a:pt x="2307" y="14558"/>
                    <a:pt x="1102" y="16455"/>
                  </a:cubicBezTo>
                  <a:cubicBezTo>
                    <a:pt x="923" y="16737"/>
                    <a:pt x="743" y="17019"/>
                    <a:pt x="589" y="17275"/>
                  </a:cubicBezTo>
                  <a:cubicBezTo>
                    <a:pt x="461" y="17480"/>
                    <a:pt x="231" y="17634"/>
                    <a:pt x="0" y="17685"/>
                  </a:cubicBezTo>
                  <a:lnTo>
                    <a:pt x="0" y="6972"/>
                  </a:lnTo>
                  <a:cubicBezTo>
                    <a:pt x="359" y="6844"/>
                    <a:pt x="692" y="6587"/>
                    <a:pt x="897" y="6280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78" name="Google Shape;552;p20"/>
            <p:cNvSpPr/>
            <p:nvPr/>
          </p:nvSpPr>
          <p:spPr>
            <a:xfrm>
              <a:off x="1080" y="2722680"/>
              <a:ext cx="2599560" cy="2420280"/>
            </a:xfrm>
            <a:custGeom>
              <a:avLst/>
              <a:gdLst>
                <a:gd name="textAreaLeft" fmla="*/ 0 w 2599560"/>
                <a:gd name="textAreaRight" fmla="*/ 2599920 w 2599560"/>
                <a:gd name="textAreaTop" fmla="*/ 0 h 2420280"/>
                <a:gd name="textAreaBottom" fmla="*/ 2420640 h 2420280"/>
              </a:gdLst>
              <a:ahLst/>
              <a:cxnLst/>
              <a:rect l="textAreaLeft" t="textAreaTop" r="textAreaRight" b="textAreaBottom"/>
              <a:pathLst>
                <a:path w="80940" h="82811">
                  <a:moveTo>
                    <a:pt x="1333" y="34498"/>
                  </a:moveTo>
                  <a:cubicBezTo>
                    <a:pt x="3921" y="32294"/>
                    <a:pt x="6331" y="29962"/>
                    <a:pt x="8637" y="27553"/>
                  </a:cubicBezTo>
                  <a:cubicBezTo>
                    <a:pt x="12097" y="24016"/>
                    <a:pt x="15378" y="20376"/>
                    <a:pt x="18659" y="16737"/>
                  </a:cubicBezTo>
                  <a:cubicBezTo>
                    <a:pt x="20248" y="14943"/>
                    <a:pt x="21939" y="13251"/>
                    <a:pt x="23708" y="11662"/>
                  </a:cubicBezTo>
                  <a:cubicBezTo>
                    <a:pt x="27681" y="8125"/>
                    <a:pt x="32320" y="5408"/>
                    <a:pt x="37369" y="3717"/>
                  </a:cubicBezTo>
                  <a:cubicBezTo>
                    <a:pt x="39983" y="2820"/>
                    <a:pt x="42674" y="2102"/>
                    <a:pt x="45365" y="1589"/>
                  </a:cubicBezTo>
                  <a:cubicBezTo>
                    <a:pt x="49312" y="846"/>
                    <a:pt x="53311" y="385"/>
                    <a:pt x="57309" y="205"/>
                  </a:cubicBezTo>
                  <a:cubicBezTo>
                    <a:pt x="60513" y="0"/>
                    <a:pt x="63742" y="103"/>
                    <a:pt x="66946" y="462"/>
                  </a:cubicBezTo>
                  <a:cubicBezTo>
                    <a:pt x="68740" y="667"/>
                    <a:pt x="70508" y="1051"/>
                    <a:pt x="72226" y="1615"/>
                  </a:cubicBezTo>
                  <a:cubicBezTo>
                    <a:pt x="75481" y="2717"/>
                    <a:pt x="77787" y="4588"/>
                    <a:pt x="79018" y="7331"/>
                  </a:cubicBezTo>
                  <a:cubicBezTo>
                    <a:pt x="79274" y="7920"/>
                    <a:pt x="79505" y="8510"/>
                    <a:pt x="79710" y="9125"/>
                  </a:cubicBezTo>
                  <a:cubicBezTo>
                    <a:pt x="80197" y="10791"/>
                    <a:pt x="80504" y="12508"/>
                    <a:pt x="80607" y="14225"/>
                  </a:cubicBezTo>
                  <a:cubicBezTo>
                    <a:pt x="80940" y="17736"/>
                    <a:pt x="80837" y="21222"/>
                    <a:pt x="80760" y="24733"/>
                  </a:cubicBezTo>
                  <a:cubicBezTo>
                    <a:pt x="80581" y="31243"/>
                    <a:pt x="80376" y="37753"/>
                    <a:pt x="80222" y="44289"/>
                  </a:cubicBezTo>
                  <a:cubicBezTo>
                    <a:pt x="80094" y="49364"/>
                    <a:pt x="80043" y="54438"/>
                    <a:pt x="79966" y="59488"/>
                  </a:cubicBezTo>
                  <a:cubicBezTo>
                    <a:pt x="79889" y="63101"/>
                    <a:pt x="79658" y="66690"/>
                    <a:pt x="79274" y="70278"/>
                  </a:cubicBezTo>
                  <a:cubicBezTo>
                    <a:pt x="78889" y="74225"/>
                    <a:pt x="78172" y="78146"/>
                    <a:pt x="77121" y="81965"/>
                  </a:cubicBezTo>
                  <a:cubicBezTo>
                    <a:pt x="77044" y="82247"/>
                    <a:pt x="76993" y="82529"/>
                    <a:pt x="76967" y="82811"/>
                  </a:cubicBezTo>
                  <a:lnTo>
                    <a:pt x="70816" y="82811"/>
                  </a:lnTo>
                  <a:cubicBezTo>
                    <a:pt x="70918" y="82478"/>
                    <a:pt x="71021" y="82119"/>
                    <a:pt x="71149" y="81811"/>
                  </a:cubicBezTo>
                  <a:cubicBezTo>
                    <a:pt x="72379" y="78864"/>
                    <a:pt x="73328" y="75839"/>
                    <a:pt x="74020" y="72738"/>
                  </a:cubicBezTo>
                  <a:cubicBezTo>
                    <a:pt x="74994" y="68381"/>
                    <a:pt x="75660" y="63947"/>
                    <a:pt x="76019" y="59513"/>
                  </a:cubicBezTo>
                  <a:cubicBezTo>
                    <a:pt x="76403" y="55130"/>
                    <a:pt x="76634" y="50748"/>
                    <a:pt x="76762" y="46365"/>
                  </a:cubicBezTo>
                  <a:cubicBezTo>
                    <a:pt x="76865" y="43623"/>
                    <a:pt x="76993" y="40855"/>
                    <a:pt x="77095" y="38112"/>
                  </a:cubicBezTo>
                  <a:cubicBezTo>
                    <a:pt x="77275" y="32909"/>
                    <a:pt x="77403" y="27706"/>
                    <a:pt x="77198" y="22503"/>
                  </a:cubicBezTo>
                  <a:cubicBezTo>
                    <a:pt x="77121" y="20222"/>
                    <a:pt x="76813" y="17941"/>
                    <a:pt x="76301" y="15712"/>
                  </a:cubicBezTo>
                  <a:cubicBezTo>
                    <a:pt x="75942" y="14071"/>
                    <a:pt x="75301" y="12508"/>
                    <a:pt x="74455" y="11073"/>
                  </a:cubicBezTo>
                  <a:cubicBezTo>
                    <a:pt x="73123" y="8971"/>
                    <a:pt x="71149" y="7407"/>
                    <a:pt x="68535" y="6459"/>
                  </a:cubicBezTo>
                  <a:cubicBezTo>
                    <a:pt x="67715" y="6177"/>
                    <a:pt x="66895" y="5947"/>
                    <a:pt x="66074" y="5741"/>
                  </a:cubicBezTo>
                  <a:cubicBezTo>
                    <a:pt x="63511" y="5203"/>
                    <a:pt x="60897" y="4998"/>
                    <a:pt x="58283" y="5101"/>
                  </a:cubicBezTo>
                  <a:cubicBezTo>
                    <a:pt x="52619" y="5255"/>
                    <a:pt x="47031" y="6280"/>
                    <a:pt x="41675" y="8099"/>
                  </a:cubicBezTo>
                  <a:cubicBezTo>
                    <a:pt x="36856" y="9765"/>
                    <a:pt x="32345" y="12200"/>
                    <a:pt x="28296" y="15276"/>
                  </a:cubicBezTo>
                  <a:cubicBezTo>
                    <a:pt x="26040" y="16967"/>
                    <a:pt x="23939" y="18787"/>
                    <a:pt x="21888" y="20607"/>
                  </a:cubicBezTo>
                  <a:cubicBezTo>
                    <a:pt x="18172" y="23913"/>
                    <a:pt x="14455" y="27245"/>
                    <a:pt x="10739" y="30551"/>
                  </a:cubicBezTo>
                  <a:cubicBezTo>
                    <a:pt x="7715" y="33242"/>
                    <a:pt x="4537" y="35754"/>
                    <a:pt x="1230" y="38112"/>
                  </a:cubicBezTo>
                  <a:cubicBezTo>
                    <a:pt x="1000" y="38292"/>
                    <a:pt x="769" y="38445"/>
                    <a:pt x="538" y="38573"/>
                  </a:cubicBezTo>
                  <a:cubicBezTo>
                    <a:pt x="359" y="38625"/>
                    <a:pt x="179" y="38625"/>
                    <a:pt x="0" y="38625"/>
                  </a:cubicBezTo>
                  <a:lnTo>
                    <a:pt x="0" y="35242"/>
                  </a:lnTo>
                  <a:cubicBezTo>
                    <a:pt x="179" y="35242"/>
                    <a:pt x="359" y="35216"/>
                    <a:pt x="513" y="35165"/>
                  </a:cubicBezTo>
                  <a:cubicBezTo>
                    <a:pt x="820" y="34960"/>
                    <a:pt x="1076" y="34729"/>
                    <a:pt x="1333" y="3449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79" name="Google Shape;553;p20"/>
            <p:cNvSpPr/>
            <p:nvPr/>
          </p:nvSpPr>
          <p:spPr>
            <a:xfrm>
              <a:off x="5226120" y="0"/>
              <a:ext cx="3917520" cy="4620960"/>
            </a:xfrm>
            <a:custGeom>
              <a:avLst/>
              <a:gdLst>
                <a:gd name="textAreaLeft" fmla="*/ 0 w 3917520"/>
                <a:gd name="textAreaRight" fmla="*/ 3917880 w 3917520"/>
                <a:gd name="textAreaTop" fmla="*/ 0 h 4620960"/>
                <a:gd name="textAreaBottom" fmla="*/ 4621320 h 4620960"/>
              </a:gdLst>
              <a:ahLst/>
              <a:cxnLst/>
              <a:rect l="textAreaLeft" t="textAreaTop" r="textAreaRight" b="textAreaBottom"/>
              <a:pathLst>
                <a:path w="121974" h="158086">
                  <a:moveTo>
                    <a:pt x="100009" y="157368"/>
                  </a:moveTo>
                  <a:cubicBezTo>
                    <a:pt x="96703" y="156856"/>
                    <a:pt x="93473" y="156061"/>
                    <a:pt x="90321" y="154959"/>
                  </a:cubicBezTo>
                  <a:cubicBezTo>
                    <a:pt x="88065" y="154190"/>
                    <a:pt x="85810" y="153370"/>
                    <a:pt x="83554" y="152498"/>
                  </a:cubicBezTo>
                  <a:cubicBezTo>
                    <a:pt x="78685" y="150679"/>
                    <a:pt x="73789" y="148885"/>
                    <a:pt x="68740" y="147424"/>
                  </a:cubicBezTo>
                  <a:cubicBezTo>
                    <a:pt x="65818" y="146578"/>
                    <a:pt x="62871" y="145758"/>
                    <a:pt x="59923" y="144938"/>
                  </a:cubicBezTo>
                  <a:cubicBezTo>
                    <a:pt x="58155" y="144425"/>
                    <a:pt x="56412" y="143810"/>
                    <a:pt x="54721" y="143041"/>
                  </a:cubicBezTo>
                  <a:cubicBezTo>
                    <a:pt x="50876" y="141298"/>
                    <a:pt x="48185" y="138709"/>
                    <a:pt x="46647" y="135326"/>
                  </a:cubicBezTo>
                  <a:cubicBezTo>
                    <a:pt x="46083" y="133994"/>
                    <a:pt x="45596" y="132635"/>
                    <a:pt x="45263" y="131251"/>
                  </a:cubicBezTo>
                  <a:cubicBezTo>
                    <a:pt x="44443" y="128124"/>
                    <a:pt x="43776" y="124997"/>
                    <a:pt x="43213" y="121819"/>
                  </a:cubicBezTo>
                  <a:cubicBezTo>
                    <a:pt x="42879" y="119871"/>
                    <a:pt x="42546" y="117924"/>
                    <a:pt x="42290" y="115950"/>
                  </a:cubicBezTo>
                  <a:cubicBezTo>
                    <a:pt x="41982" y="113515"/>
                    <a:pt x="41777" y="111080"/>
                    <a:pt x="41521" y="108646"/>
                  </a:cubicBezTo>
                  <a:cubicBezTo>
                    <a:pt x="41239" y="105698"/>
                    <a:pt x="40957" y="102725"/>
                    <a:pt x="40726" y="99752"/>
                  </a:cubicBezTo>
                  <a:cubicBezTo>
                    <a:pt x="40445" y="96010"/>
                    <a:pt x="40240" y="92242"/>
                    <a:pt x="40163" y="88500"/>
                  </a:cubicBezTo>
                  <a:cubicBezTo>
                    <a:pt x="39983" y="81247"/>
                    <a:pt x="40445" y="73994"/>
                    <a:pt x="41598" y="66843"/>
                  </a:cubicBezTo>
                  <a:cubicBezTo>
                    <a:pt x="41957" y="64357"/>
                    <a:pt x="42700" y="61922"/>
                    <a:pt x="43751" y="59641"/>
                  </a:cubicBezTo>
                  <a:cubicBezTo>
                    <a:pt x="44520" y="58052"/>
                    <a:pt x="45391" y="56488"/>
                    <a:pt x="46263" y="54925"/>
                  </a:cubicBezTo>
                  <a:cubicBezTo>
                    <a:pt x="47749" y="52362"/>
                    <a:pt x="49313" y="49799"/>
                    <a:pt x="50799" y="47236"/>
                  </a:cubicBezTo>
                  <a:cubicBezTo>
                    <a:pt x="52183" y="44852"/>
                    <a:pt x="53413" y="42392"/>
                    <a:pt x="54439" y="39855"/>
                  </a:cubicBezTo>
                  <a:cubicBezTo>
                    <a:pt x="55002" y="38573"/>
                    <a:pt x="55387" y="37215"/>
                    <a:pt x="55592" y="35831"/>
                  </a:cubicBezTo>
                  <a:cubicBezTo>
                    <a:pt x="55720" y="35113"/>
                    <a:pt x="55694" y="34395"/>
                    <a:pt x="55541" y="33678"/>
                  </a:cubicBezTo>
                  <a:cubicBezTo>
                    <a:pt x="55207" y="32473"/>
                    <a:pt x="54310" y="31756"/>
                    <a:pt x="52824" y="31627"/>
                  </a:cubicBezTo>
                  <a:cubicBezTo>
                    <a:pt x="52132" y="31551"/>
                    <a:pt x="51440" y="31576"/>
                    <a:pt x="50773" y="31679"/>
                  </a:cubicBezTo>
                  <a:cubicBezTo>
                    <a:pt x="49851" y="31807"/>
                    <a:pt x="48928" y="32012"/>
                    <a:pt x="48031" y="32268"/>
                  </a:cubicBezTo>
                  <a:cubicBezTo>
                    <a:pt x="46032" y="32832"/>
                    <a:pt x="44084" y="33524"/>
                    <a:pt x="42187" y="34344"/>
                  </a:cubicBezTo>
                  <a:cubicBezTo>
                    <a:pt x="39804" y="35318"/>
                    <a:pt x="37446" y="36343"/>
                    <a:pt x="35062" y="37317"/>
                  </a:cubicBezTo>
                  <a:cubicBezTo>
                    <a:pt x="32961" y="38163"/>
                    <a:pt x="30833" y="39009"/>
                    <a:pt x="28655" y="39752"/>
                  </a:cubicBezTo>
                  <a:cubicBezTo>
                    <a:pt x="26399" y="40572"/>
                    <a:pt x="24067" y="41136"/>
                    <a:pt x="21683" y="41418"/>
                  </a:cubicBezTo>
                  <a:cubicBezTo>
                    <a:pt x="16506" y="41956"/>
                    <a:pt x="12021" y="40752"/>
                    <a:pt x="8202" y="37804"/>
                  </a:cubicBezTo>
                  <a:cubicBezTo>
                    <a:pt x="6920" y="36779"/>
                    <a:pt x="5818" y="35574"/>
                    <a:pt x="4896" y="34242"/>
                  </a:cubicBezTo>
                  <a:cubicBezTo>
                    <a:pt x="3742" y="32576"/>
                    <a:pt x="2845" y="30782"/>
                    <a:pt x="2179" y="28885"/>
                  </a:cubicBezTo>
                  <a:cubicBezTo>
                    <a:pt x="846" y="25117"/>
                    <a:pt x="333" y="21273"/>
                    <a:pt x="154" y="17377"/>
                  </a:cubicBezTo>
                  <a:cubicBezTo>
                    <a:pt x="0" y="13148"/>
                    <a:pt x="257" y="8919"/>
                    <a:pt x="487" y="4690"/>
                  </a:cubicBezTo>
                  <a:cubicBezTo>
                    <a:pt x="564" y="3127"/>
                    <a:pt x="564" y="1563"/>
                    <a:pt x="590" y="0"/>
                  </a:cubicBezTo>
                  <a:lnTo>
                    <a:pt x="1717" y="0"/>
                  </a:lnTo>
                  <a:cubicBezTo>
                    <a:pt x="1692" y="1153"/>
                    <a:pt x="1717" y="2332"/>
                    <a:pt x="1641" y="3486"/>
                  </a:cubicBezTo>
                  <a:cubicBezTo>
                    <a:pt x="1512" y="6254"/>
                    <a:pt x="1333" y="9047"/>
                    <a:pt x="1179" y="11841"/>
                  </a:cubicBezTo>
                  <a:cubicBezTo>
                    <a:pt x="1000" y="14917"/>
                    <a:pt x="1102" y="18044"/>
                    <a:pt x="1461" y="21119"/>
                  </a:cubicBezTo>
                  <a:cubicBezTo>
                    <a:pt x="1717" y="23349"/>
                    <a:pt x="2179" y="25553"/>
                    <a:pt x="2871" y="27680"/>
                  </a:cubicBezTo>
                  <a:cubicBezTo>
                    <a:pt x="3640" y="30166"/>
                    <a:pt x="4870" y="32473"/>
                    <a:pt x="6510" y="34524"/>
                  </a:cubicBezTo>
                  <a:cubicBezTo>
                    <a:pt x="7792" y="36113"/>
                    <a:pt x="9407" y="37445"/>
                    <a:pt x="11252" y="38394"/>
                  </a:cubicBezTo>
                  <a:cubicBezTo>
                    <a:pt x="14148" y="39906"/>
                    <a:pt x="17429" y="40572"/>
                    <a:pt x="20684" y="40265"/>
                  </a:cubicBezTo>
                  <a:cubicBezTo>
                    <a:pt x="22709" y="40085"/>
                    <a:pt x="24682" y="39650"/>
                    <a:pt x="26604" y="39009"/>
                  </a:cubicBezTo>
                  <a:cubicBezTo>
                    <a:pt x="29014" y="38214"/>
                    <a:pt x="31372" y="37266"/>
                    <a:pt x="33627" y="36138"/>
                  </a:cubicBezTo>
                  <a:cubicBezTo>
                    <a:pt x="36626" y="34652"/>
                    <a:pt x="39599" y="33140"/>
                    <a:pt x="42597" y="31679"/>
                  </a:cubicBezTo>
                  <a:cubicBezTo>
                    <a:pt x="44955" y="30525"/>
                    <a:pt x="47313" y="29372"/>
                    <a:pt x="49723" y="28296"/>
                  </a:cubicBezTo>
                  <a:cubicBezTo>
                    <a:pt x="51184" y="27655"/>
                    <a:pt x="52721" y="27142"/>
                    <a:pt x="54259" y="26604"/>
                  </a:cubicBezTo>
                  <a:cubicBezTo>
                    <a:pt x="55361" y="26219"/>
                    <a:pt x="56515" y="25989"/>
                    <a:pt x="57668" y="25861"/>
                  </a:cubicBezTo>
                  <a:cubicBezTo>
                    <a:pt x="58386" y="25784"/>
                    <a:pt x="59103" y="25809"/>
                    <a:pt x="59821" y="25938"/>
                  </a:cubicBezTo>
                  <a:cubicBezTo>
                    <a:pt x="60923" y="26143"/>
                    <a:pt x="61641" y="26706"/>
                    <a:pt x="61923" y="27603"/>
                  </a:cubicBezTo>
                  <a:cubicBezTo>
                    <a:pt x="62076" y="28014"/>
                    <a:pt x="62153" y="28449"/>
                    <a:pt x="62153" y="28885"/>
                  </a:cubicBezTo>
                  <a:cubicBezTo>
                    <a:pt x="62128" y="29474"/>
                    <a:pt x="62076" y="30064"/>
                    <a:pt x="61948" y="30653"/>
                  </a:cubicBezTo>
                  <a:cubicBezTo>
                    <a:pt x="61564" y="32473"/>
                    <a:pt x="60795" y="34216"/>
                    <a:pt x="59949" y="35933"/>
                  </a:cubicBezTo>
                  <a:cubicBezTo>
                    <a:pt x="58437" y="39086"/>
                    <a:pt x="56694" y="42136"/>
                    <a:pt x="54951" y="45186"/>
                  </a:cubicBezTo>
                  <a:cubicBezTo>
                    <a:pt x="52824" y="48928"/>
                    <a:pt x="50671" y="52670"/>
                    <a:pt x="48595" y="56437"/>
                  </a:cubicBezTo>
                  <a:cubicBezTo>
                    <a:pt x="46852" y="59513"/>
                    <a:pt x="45494" y="62768"/>
                    <a:pt x="44520" y="66177"/>
                  </a:cubicBezTo>
                  <a:cubicBezTo>
                    <a:pt x="43161" y="71123"/>
                    <a:pt x="42316" y="76198"/>
                    <a:pt x="41982" y="81324"/>
                  </a:cubicBezTo>
                  <a:cubicBezTo>
                    <a:pt x="41700" y="86219"/>
                    <a:pt x="41752" y="91166"/>
                    <a:pt x="42111" y="96061"/>
                  </a:cubicBezTo>
                  <a:cubicBezTo>
                    <a:pt x="42316" y="99086"/>
                    <a:pt x="42597" y="102110"/>
                    <a:pt x="42931" y="105134"/>
                  </a:cubicBezTo>
                  <a:cubicBezTo>
                    <a:pt x="43238" y="108338"/>
                    <a:pt x="43623" y="111516"/>
                    <a:pt x="44084" y="114669"/>
                  </a:cubicBezTo>
                  <a:cubicBezTo>
                    <a:pt x="44699" y="119103"/>
                    <a:pt x="45647" y="123511"/>
                    <a:pt x="46878" y="127817"/>
                  </a:cubicBezTo>
                  <a:cubicBezTo>
                    <a:pt x="47390" y="129713"/>
                    <a:pt x="48057" y="131584"/>
                    <a:pt x="48877" y="133378"/>
                  </a:cubicBezTo>
                  <a:cubicBezTo>
                    <a:pt x="50492" y="136787"/>
                    <a:pt x="53157" y="139427"/>
                    <a:pt x="56976" y="141247"/>
                  </a:cubicBezTo>
                  <a:cubicBezTo>
                    <a:pt x="57950" y="141683"/>
                    <a:pt x="58898" y="142118"/>
                    <a:pt x="59923" y="142503"/>
                  </a:cubicBezTo>
                  <a:cubicBezTo>
                    <a:pt x="61333" y="143015"/>
                    <a:pt x="62768" y="143528"/>
                    <a:pt x="64204" y="143989"/>
                  </a:cubicBezTo>
                  <a:cubicBezTo>
                    <a:pt x="68817" y="145450"/>
                    <a:pt x="73431" y="146860"/>
                    <a:pt x="77941" y="148551"/>
                  </a:cubicBezTo>
                  <a:cubicBezTo>
                    <a:pt x="81171" y="149730"/>
                    <a:pt x="84451" y="150935"/>
                    <a:pt x="87706" y="152140"/>
                  </a:cubicBezTo>
                  <a:cubicBezTo>
                    <a:pt x="89859" y="152934"/>
                    <a:pt x="92038" y="153652"/>
                    <a:pt x="94268" y="154216"/>
                  </a:cubicBezTo>
                  <a:cubicBezTo>
                    <a:pt x="98727" y="155446"/>
                    <a:pt x="103341" y="155984"/>
                    <a:pt x="107954" y="155830"/>
                  </a:cubicBezTo>
                  <a:cubicBezTo>
                    <a:pt x="111261" y="155677"/>
                    <a:pt x="114567" y="155190"/>
                    <a:pt x="117796" y="154395"/>
                  </a:cubicBezTo>
                  <a:cubicBezTo>
                    <a:pt x="119206" y="154087"/>
                    <a:pt x="120616" y="153703"/>
                    <a:pt x="121974" y="153190"/>
                  </a:cubicBezTo>
                  <a:lnTo>
                    <a:pt x="121974" y="155266"/>
                  </a:lnTo>
                  <a:cubicBezTo>
                    <a:pt x="119308" y="156112"/>
                    <a:pt x="116566" y="156779"/>
                    <a:pt x="113824" y="157240"/>
                  </a:cubicBezTo>
                  <a:cubicBezTo>
                    <a:pt x="109236" y="158034"/>
                    <a:pt x="104571" y="158086"/>
                    <a:pt x="100009" y="15736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0" name="Google Shape;554;p20"/>
            <p:cNvSpPr/>
            <p:nvPr/>
          </p:nvSpPr>
          <p:spPr>
            <a:xfrm>
              <a:off x="1080" y="970920"/>
              <a:ext cx="5097240" cy="4172040"/>
            </a:xfrm>
            <a:custGeom>
              <a:avLst/>
              <a:gdLst>
                <a:gd name="textAreaLeft" fmla="*/ 0 w 5097240"/>
                <a:gd name="textAreaRight" fmla="*/ 5097600 w 5097240"/>
                <a:gd name="textAreaTop" fmla="*/ 0 h 4172040"/>
                <a:gd name="textAreaBottom" fmla="*/ 4172400 h 4172040"/>
              </a:gdLst>
              <a:ahLst/>
              <a:cxnLst/>
              <a:rect l="textAreaLeft" t="textAreaTop" r="textAreaRight" b="textAreaBottom"/>
              <a:pathLst>
                <a:path w="158702" h="142734">
                  <a:moveTo>
                    <a:pt x="1256" y="436"/>
                  </a:moveTo>
                  <a:cubicBezTo>
                    <a:pt x="5331" y="2358"/>
                    <a:pt x="9329" y="4460"/>
                    <a:pt x="13123" y="6741"/>
                  </a:cubicBezTo>
                  <a:cubicBezTo>
                    <a:pt x="17403" y="9304"/>
                    <a:pt x="21606" y="11893"/>
                    <a:pt x="25810" y="14533"/>
                  </a:cubicBezTo>
                  <a:cubicBezTo>
                    <a:pt x="29295" y="16686"/>
                    <a:pt x="32781" y="18864"/>
                    <a:pt x="36446" y="20838"/>
                  </a:cubicBezTo>
                  <a:cubicBezTo>
                    <a:pt x="41239" y="23426"/>
                    <a:pt x="46288" y="25579"/>
                    <a:pt x="51491" y="27220"/>
                  </a:cubicBezTo>
                  <a:cubicBezTo>
                    <a:pt x="56079" y="28680"/>
                    <a:pt x="60795" y="29783"/>
                    <a:pt x="65716" y="30013"/>
                  </a:cubicBezTo>
                  <a:cubicBezTo>
                    <a:pt x="68766" y="30193"/>
                    <a:pt x="71841" y="29859"/>
                    <a:pt x="74789" y="29065"/>
                  </a:cubicBezTo>
                  <a:cubicBezTo>
                    <a:pt x="77890" y="28168"/>
                    <a:pt x="80786" y="26656"/>
                    <a:pt x="83272" y="24605"/>
                  </a:cubicBezTo>
                  <a:cubicBezTo>
                    <a:pt x="84913" y="23272"/>
                    <a:pt x="86476" y="21786"/>
                    <a:pt x="87886" y="20197"/>
                  </a:cubicBezTo>
                  <a:cubicBezTo>
                    <a:pt x="89500" y="18352"/>
                    <a:pt x="91089" y="16455"/>
                    <a:pt x="92678" y="14610"/>
                  </a:cubicBezTo>
                  <a:cubicBezTo>
                    <a:pt x="93960" y="13123"/>
                    <a:pt x="95241" y="11636"/>
                    <a:pt x="96574" y="10201"/>
                  </a:cubicBezTo>
                  <a:cubicBezTo>
                    <a:pt x="97728" y="8971"/>
                    <a:pt x="99035" y="7920"/>
                    <a:pt x="100496" y="7074"/>
                  </a:cubicBezTo>
                  <a:cubicBezTo>
                    <a:pt x="101546" y="6434"/>
                    <a:pt x="102725" y="5947"/>
                    <a:pt x="103930" y="5639"/>
                  </a:cubicBezTo>
                  <a:cubicBezTo>
                    <a:pt x="106006" y="5075"/>
                    <a:pt x="108236" y="5357"/>
                    <a:pt x="110107" y="6408"/>
                  </a:cubicBezTo>
                  <a:cubicBezTo>
                    <a:pt x="110696" y="6741"/>
                    <a:pt x="111260" y="7126"/>
                    <a:pt x="111773" y="7561"/>
                  </a:cubicBezTo>
                  <a:cubicBezTo>
                    <a:pt x="112644" y="8253"/>
                    <a:pt x="113439" y="9073"/>
                    <a:pt x="114105" y="9971"/>
                  </a:cubicBezTo>
                  <a:cubicBezTo>
                    <a:pt x="115028" y="11175"/>
                    <a:pt x="115874" y="12431"/>
                    <a:pt x="116566" y="13764"/>
                  </a:cubicBezTo>
                  <a:cubicBezTo>
                    <a:pt x="118360" y="17147"/>
                    <a:pt x="119821" y="20684"/>
                    <a:pt x="120923" y="24349"/>
                  </a:cubicBezTo>
                  <a:cubicBezTo>
                    <a:pt x="122819" y="30295"/>
                    <a:pt x="124203" y="36421"/>
                    <a:pt x="125075" y="42597"/>
                  </a:cubicBezTo>
                  <a:cubicBezTo>
                    <a:pt x="125562" y="45929"/>
                    <a:pt x="125844" y="49287"/>
                    <a:pt x="125946" y="52619"/>
                  </a:cubicBezTo>
                  <a:cubicBezTo>
                    <a:pt x="126126" y="57617"/>
                    <a:pt x="125972" y="62589"/>
                    <a:pt x="125818" y="67561"/>
                  </a:cubicBezTo>
                  <a:cubicBezTo>
                    <a:pt x="125639" y="72533"/>
                    <a:pt x="125972" y="77480"/>
                    <a:pt x="126843" y="82375"/>
                  </a:cubicBezTo>
                  <a:cubicBezTo>
                    <a:pt x="127459" y="85835"/>
                    <a:pt x="128766" y="89116"/>
                    <a:pt x="130714" y="92063"/>
                  </a:cubicBezTo>
                  <a:cubicBezTo>
                    <a:pt x="131457" y="93140"/>
                    <a:pt x="132174" y="94242"/>
                    <a:pt x="132918" y="95344"/>
                  </a:cubicBezTo>
                  <a:cubicBezTo>
                    <a:pt x="134353" y="97420"/>
                    <a:pt x="135378" y="99727"/>
                    <a:pt x="135968" y="102187"/>
                  </a:cubicBezTo>
                  <a:cubicBezTo>
                    <a:pt x="136506" y="104494"/>
                    <a:pt x="137019" y="106801"/>
                    <a:pt x="137506" y="109107"/>
                  </a:cubicBezTo>
                  <a:cubicBezTo>
                    <a:pt x="139171" y="116745"/>
                    <a:pt x="142503" y="123870"/>
                    <a:pt x="147450" y="130457"/>
                  </a:cubicBezTo>
                  <a:cubicBezTo>
                    <a:pt x="150808" y="134891"/>
                    <a:pt x="154575" y="138992"/>
                    <a:pt x="158702" y="142734"/>
                  </a:cubicBezTo>
                  <a:lnTo>
                    <a:pt x="155318" y="142734"/>
                  </a:lnTo>
                  <a:lnTo>
                    <a:pt x="153114" y="140453"/>
                  </a:lnTo>
                  <a:cubicBezTo>
                    <a:pt x="145656" y="132789"/>
                    <a:pt x="139915" y="124332"/>
                    <a:pt x="136275" y="114951"/>
                  </a:cubicBezTo>
                  <a:cubicBezTo>
                    <a:pt x="135378" y="112619"/>
                    <a:pt x="134507" y="110286"/>
                    <a:pt x="133661" y="107954"/>
                  </a:cubicBezTo>
                  <a:cubicBezTo>
                    <a:pt x="132661" y="105212"/>
                    <a:pt x="131354" y="102597"/>
                    <a:pt x="129740" y="100162"/>
                  </a:cubicBezTo>
                  <a:cubicBezTo>
                    <a:pt x="128817" y="98804"/>
                    <a:pt x="127945" y="97394"/>
                    <a:pt x="127100" y="95985"/>
                  </a:cubicBezTo>
                  <a:cubicBezTo>
                    <a:pt x="125331" y="93114"/>
                    <a:pt x="124152" y="89936"/>
                    <a:pt x="123640" y="86604"/>
                  </a:cubicBezTo>
                  <a:cubicBezTo>
                    <a:pt x="123230" y="83913"/>
                    <a:pt x="123024" y="81171"/>
                    <a:pt x="122999" y="78454"/>
                  </a:cubicBezTo>
                  <a:cubicBezTo>
                    <a:pt x="122896" y="73789"/>
                    <a:pt x="123178" y="69125"/>
                    <a:pt x="123511" y="64460"/>
                  </a:cubicBezTo>
                  <a:cubicBezTo>
                    <a:pt x="123793" y="60205"/>
                    <a:pt x="123973" y="55951"/>
                    <a:pt x="123845" y="51696"/>
                  </a:cubicBezTo>
                  <a:cubicBezTo>
                    <a:pt x="123768" y="48723"/>
                    <a:pt x="123537" y="45750"/>
                    <a:pt x="123127" y="42777"/>
                  </a:cubicBezTo>
                  <a:cubicBezTo>
                    <a:pt x="122691" y="39650"/>
                    <a:pt x="122102" y="36523"/>
                    <a:pt x="121359" y="33422"/>
                  </a:cubicBezTo>
                  <a:cubicBezTo>
                    <a:pt x="120461" y="29449"/>
                    <a:pt x="119231" y="25579"/>
                    <a:pt x="117719" y="21786"/>
                  </a:cubicBezTo>
                  <a:cubicBezTo>
                    <a:pt x="116694" y="19249"/>
                    <a:pt x="115438" y="16839"/>
                    <a:pt x="113951" y="14558"/>
                  </a:cubicBezTo>
                  <a:cubicBezTo>
                    <a:pt x="113208" y="13431"/>
                    <a:pt x="112337" y="12405"/>
                    <a:pt x="111388" y="11457"/>
                  </a:cubicBezTo>
                  <a:cubicBezTo>
                    <a:pt x="110620" y="10714"/>
                    <a:pt x="109748" y="10099"/>
                    <a:pt x="108825" y="9612"/>
                  </a:cubicBezTo>
                  <a:cubicBezTo>
                    <a:pt x="107236" y="8792"/>
                    <a:pt x="105442" y="8535"/>
                    <a:pt x="103699" y="8868"/>
                  </a:cubicBezTo>
                  <a:cubicBezTo>
                    <a:pt x="102777" y="9048"/>
                    <a:pt x="101880" y="9330"/>
                    <a:pt x="101059" y="9714"/>
                  </a:cubicBezTo>
                  <a:cubicBezTo>
                    <a:pt x="99881" y="10252"/>
                    <a:pt x="98804" y="10944"/>
                    <a:pt x="97830" y="11790"/>
                  </a:cubicBezTo>
                  <a:cubicBezTo>
                    <a:pt x="96651" y="12841"/>
                    <a:pt x="95472" y="13918"/>
                    <a:pt x="94396" y="15045"/>
                  </a:cubicBezTo>
                  <a:cubicBezTo>
                    <a:pt x="92935" y="16532"/>
                    <a:pt x="91602" y="18095"/>
                    <a:pt x="90167" y="19582"/>
                  </a:cubicBezTo>
                  <a:cubicBezTo>
                    <a:pt x="88731" y="21094"/>
                    <a:pt x="87296" y="22504"/>
                    <a:pt x="85810" y="23939"/>
                  </a:cubicBezTo>
                  <a:cubicBezTo>
                    <a:pt x="84502" y="25143"/>
                    <a:pt x="83093" y="26246"/>
                    <a:pt x="81555" y="27194"/>
                  </a:cubicBezTo>
                  <a:cubicBezTo>
                    <a:pt x="77890" y="29501"/>
                    <a:pt x="73738" y="30705"/>
                    <a:pt x="69150" y="30910"/>
                  </a:cubicBezTo>
                  <a:cubicBezTo>
                    <a:pt x="65408" y="31038"/>
                    <a:pt x="61666" y="30680"/>
                    <a:pt x="58001" y="29834"/>
                  </a:cubicBezTo>
                  <a:cubicBezTo>
                    <a:pt x="51747" y="28450"/>
                    <a:pt x="45673" y="26374"/>
                    <a:pt x="39855" y="23657"/>
                  </a:cubicBezTo>
                  <a:cubicBezTo>
                    <a:pt x="35754" y="21709"/>
                    <a:pt x="31756" y="19531"/>
                    <a:pt x="27886" y="17147"/>
                  </a:cubicBezTo>
                  <a:cubicBezTo>
                    <a:pt x="23452" y="14507"/>
                    <a:pt x="19069" y="11842"/>
                    <a:pt x="14609" y="9227"/>
                  </a:cubicBezTo>
                  <a:cubicBezTo>
                    <a:pt x="10560" y="6844"/>
                    <a:pt x="6356" y="4665"/>
                    <a:pt x="2076" y="2768"/>
                  </a:cubicBezTo>
                  <a:cubicBezTo>
                    <a:pt x="1615" y="2538"/>
                    <a:pt x="1128" y="2358"/>
                    <a:pt x="641" y="2153"/>
                  </a:cubicBezTo>
                  <a:cubicBezTo>
                    <a:pt x="436" y="2128"/>
                    <a:pt x="205" y="2102"/>
                    <a:pt x="0" y="2128"/>
                  </a:cubicBezTo>
                  <a:lnTo>
                    <a:pt x="0" y="52"/>
                  </a:lnTo>
                  <a:cubicBezTo>
                    <a:pt x="513" y="0"/>
                    <a:pt x="871" y="257"/>
                    <a:pt x="1256" y="436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1" name="Google Shape;555;p20"/>
            <p:cNvSpPr/>
            <p:nvPr/>
          </p:nvSpPr>
          <p:spPr>
            <a:xfrm>
              <a:off x="1080" y="4377600"/>
              <a:ext cx="1171800" cy="764640"/>
            </a:xfrm>
            <a:custGeom>
              <a:avLst/>
              <a:gdLst>
                <a:gd name="textAreaLeft" fmla="*/ 0 w 1171800"/>
                <a:gd name="textAreaRight" fmla="*/ 1172160 w 1171800"/>
                <a:gd name="textAreaTop" fmla="*/ 0 h 764640"/>
                <a:gd name="textAreaBottom" fmla="*/ 765000 h 764640"/>
              </a:gdLst>
              <a:ahLst/>
              <a:cxnLst/>
              <a:rect l="textAreaLeft" t="textAreaTop" r="textAreaRight" b="textAreaBottom"/>
              <a:pathLst>
                <a:path w="36498" h="26169">
                  <a:moveTo>
                    <a:pt x="641" y="9355"/>
                  </a:moveTo>
                  <a:cubicBezTo>
                    <a:pt x="974" y="9150"/>
                    <a:pt x="1307" y="8945"/>
                    <a:pt x="1640" y="8740"/>
                  </a:cubicBezTo>
                  <a:cubicBezTo>
                    <a:pt x="4690" y="6766"/>
                    <a:pt x="7894" y="5023"/>
                    <a:pt x="11200" y="3511"/>
                  </a:cubicBezTo>
                  <a:cubicBezTo>
                    <a:pt x="13456" y="2435"/>
                    <a:pt x="15814" y="1563"/>
                    <a:pt x="18249" y="897"/>
                  </a:cubicBezTo>
                  <a:cubicBezTo>
                    <a:pt x="20478" y="282"/>
                    <a:pt x="22760" y="0"/>
                    <a:pt x="25066" y="51"/>
                  </a:cubicBezTo>
                  <a:cubicBezTo>
                    <a:pt x="26040" y="77"/>
                    <a:pt x="27014" y="179"/>
                    <a:pt x="27988" y="384"/>
                  </a:cubicBezTo>
                  <a:cubicBezTo>
                    <a:pt x="30577" y="948"/>
                    <a:pt x="32525" y="2179"/>
                    <a:pt x="33934" y="4050"/>
                  </a:cubicBezTo>
                  <a:cubicBezTo>
                    <a:pt x="34934" y="5485"/>
                    <a:pt x="35626" y="7100"/>
                    <a:pt x="35985" y="8817"/>
                  </a:cubicBezTo>
                  <a:cubicBezTo>
                    <a:pt x="36318" y="10406"/>
                    <a:pt x="36497" y="12020"/>
                    <a:pt x="36497" y="13661"/>
                  </a:cubicBezTo>
                  <a:cubicBezTo>
                    <a:pt x="36497" y="15967"/>
                    <a:pt x="36369" y="18300"/>
                    <a:pt x="36062" y="20581"/>
                  </a:cubicBezTo>
                  <a:cubicBezTo>
                    <a:pt x="35857" y="22247"/>
                    <a:pt x="35651" y="23887"/>
                    <a:pt x="35472" y="25527"/>
                  </a:cubicBezTo>
                  <a:cubicBezTo>
                    <a:pt x="35472" y="25758"/>
                    <a:pt x="35498" y="25963"/>
                    <a:pt x="35523" y="26168"/>
                  </a:cubicBezTo>
                  <a:lnTo>
                    <a:pt x="26425" y="26168"/>
                  </a:lnTo>
                  <a:cubicBezTo>
                    <a:pt x="26066" y="24400"/>
                    <a:pt x="25733" y="22606"/>
                    <a:pt x="25066" y="20863"/>
                  </a:cubicBezTo>
                  <a:cubicBezTo>
                    <a:pt x="24733" y="19991"/>
                    <a:pt x="24349" y="19146"/>
                    <a:pt x="23913" y="18325"/>
                  </a:cubicBezTo>
                  <a:cubicBezTo>
                    <a:pt x="23477" y="17582"/>
                    <a:pt x="22990" y="16916"/>
                    <a:pt x="22426" y="16301"/>
                  </a:cubicBezTo>
                  <a:cubicBezTo>
                    <a:pt x="20504" y="14250"/>
                    <a:pt x="17915" y="13456"/>
                    <a:pt x="14840" y="13661"/>
                  </a:cubicBezTo>
                  <a:cubicBezTo>
                    <a:pt x="12584" y="13840"/>
                    <a:pt x="10380" y="14353"/>
                    <a:pt x="8304" y="15199"/>
                  </a:cubicBezTo>
                  <a:cubicBezTo>
                    <a:pt x="6638" y="15839"/>
                    <a:pt x="4998" y="16583"/>
                    <a:pt x="3434" y="17403"/>
                  </a:cubicBezTo>
                  <a:cubicBezTo>
                    <a:pt x="2666" y="17813"/>
                    <a:pt x="1922" y="18223"/>
                    <a:pt x="1128" y="18607"/>
                  </a:cubicBezTo>
                  <a:cubicBezTo>
                    <a:pt x="769" y="18787"/>
                    <a:pt x="384" y="18889"/>
                    <a:pt x="0" y="19043"/>
                  </a:cubicBezTo>
                  <a:lnTo>
                    <a:pt x="0" y="9457"/>
                  </a:lnTo>
                  <a:cubicBezTo>
                    <a:pt x="205" y="9509"/>
                    <a:pt x="461" y="9483"/>
                    <a:pt x="641" y="935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2" name="Google Shape;556;p20"/>
            <p:cNvSpPr/>
            <p:nvPr/>
          </p:nvSpPr>
          <p:spPr>
            <a:xfrm>
              <a:off x="8146800" y="621000"/>
              <a:ext cx="996480" cy="1850400"/>
            </a:xfrm>
            <a:custGeom>
              <a:avLst/>
              <a:gdLst>
                <a:gd name="textAreaLeft" fmla="*/ 0 w 996480"/>
                <a:gd name="textAreaRight" fmla="*/ 996840 w 996480"/>
                <a:gd name="textAreaTop" fmla="*/ 0 h 1850400"/>
                <a:gd name="textAreaBottom" fmla="*/ 1850760 h 1850400"/>
              </a:gdLst>
              <a:ahLst/>
              <a:cxnLst/>
              <a:rect l="textAreaLeft" t="textAreaTop" r="textAreaRight" b="textAreaBottom"/>
              <a:pathLst>
                <a:path w="31039" h="63307">
                  <a:moveTo>
                    <a:pt x="20172" y="62948"/>
                  </a:moveTo>
                  <a:cubicBezTo>
                    <a:pt x="16660" y="62537"/>
                    <a:pt x="13303" y="61615"/>
                    <a:pt x="10381" y="59872"/>
                  </a:cubicBezTo>
                  <a:cubicBezTo>
                    <a:pt x="6050" y="57283"/>
                    <a:pt x="3128" y="53874"/>
                    <a:pt x="1641" y="49620"/>
                  </a:cubicBezTo>
                  <a:cubicBezTo>
                    <a:pt x="513" y="46288"/>
                    <a:pt x="1" y="42802"/>
                    <a:pt x="129" y="39317"/>
                  </a:cubicBezTo>
                  <a:cubicBezTo>
                    <a:pt x="283" y="34985"/>
                    <a:pt x="1564" y="30884"/>
                    <a:pt x="3615" y="26937"/>
                  </a:cubicBezTo>
                  <a:cubicBezTo>
                    <a:pt x="5998" y="22350"/>
                    <a:pt x="9202" y="18198"/>
                    <a:pt x="12995" y="14327"/>
                  </a:cubicBezTo>
                  <a:cubicBezTo>
                    <a:pt x="17327" y="9970"/>
                    <a:pt x="22043" y="6023"/>
                    <a:pt x="27066" y="2486"/>
                  </a:cubicBezTo>
                  <a:cubicBezTo>
                    <a:pt x="28194" y="1692"/>
                    <a:pt x="29373" y="974"/>
                    <a:pt x="30552" y="205"/>
                  </a:cubicBezTo>
                  <a:cubicBezTo>
                    <a:pt x="30706" y="128"/>
                    <a:pt x="30860" y="52"/>
                    <a:pt x="31039" y="0"/>
                  </a:cubicBezTo>
                  <a:lnTo>
                    <a:pt x="31039" y="2640"/>
                  </a:lnTo>
                  <a:cubicBezTo>
                    <a:pt x="30936" y="2691"/>
                    <a:pt x="30834" y="2743"/>
                    <a:pt x="30757" y="2794"/>
                  </a:cubicBezTo>
                  <a:cubicBezTo>
                    <a:pt x="27425" y="5024"/>
                    <a:pt x="24221" y="7484"/>
                    <a:pt x="21171" y="10124"/>
                  </a:cubicBezTo>
                  <a:cubicBezTo>
                    <a:pt x="17660" y="13097"/>
                    <a:pt x="14508" y="16455"/>
                    <a:pt x="11765" y="20120"/>
                  </a:cubicBezTo>
                  <a:cubicBezTo>
                    <a:pt x="9407" y="23349"/>
                    <a:pt x="7485" y="26758"/>
                    <a:pt x="6357" y="30423"/>
                  </a:cubicBezTo>
                  <a:cubicBezTo>
                    <a:pt x="4461" y="36446"/>
                    <a:pt x="5332" y="42213"/>
                    <a:pt x="8818" y="47723"/>
                  </a:cubicBezTo>
                  <a:cubicBezTo>
                    <a:pt x="10022" y="49646"/>
                    <a:pt x="11586" y="51337"/>
                    <a:pt x="13405" y="52696"/>
                  </a:cubicBezTo>
                  <a:cubicBezTo>
                    <a:pt x="15917" y="54515"/>
                    <a:pt x="18813" y="55669"/>
                    <a:pt x="22043" y="56361"/>
                  </a:cubicBezTo>
                  <a:cubicBezTo>
                    <a:pt x="24298" y="56822"/>
                    <a:pt x="26579" y="57104"/>
                    <a:pt x="28886" y="57206"/>
                  </a:cubicBezTo>
                  <a:lnTo>
                    <a:pt x="31039" y="57335"/>
                  </a:lnTo>
                  <a:lnTo>
                    <a:pt x="31039" y="62768"/>
                  </a:lnTo>
                  <a:cubicBezTo>
                    <a:pt x="30860" y="62819"/>
                    <a:pt x="30680" y="62871"/>
                    <a:pt x="30501" y="62896"/>
                  </a:cubicBezTo>
                  <a:cubicBezTo>
                    <a:pt x="27066" y="63306"/>
                    <a:pt x="23606" y="63306"/>
                    <a:pt x="20172" y="6294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3" name="Google Shape;557;p20"/>
            <p:cNvSpPr/>
            <p:nvPr/>
          </p:nvSpPr>
          <p:spPr>
            <a:xfrm>
              <a:off x="0" y="2318040"/>
              <a:ext cx="3094200" cy="2824920"/>
            </a:xfrm>
            <a:custGeom>
              <a:avLst/>
              <a:gdLst>
                <a:gd name="textAreaLeft" fmla="*/ 0 w 3094200"/>
                <a:gd name="textAreaRight" fmla="*/ 3094560 w 3094200"/>
                <a:gd name="textAreaTop" fmla="*/ 0 h 2824920"/>
                <a:gd name="textAreaBottom" fmla="*/ 2825280 h 2824920"/>
              </a:gdLst>
              <a:ahLst/>
              <a:cxnLst/>
              <a:rect l="textAreaLeft" t="textAreaTop" r="textAreaRight" b="textAreaBottom"/>
              <a:pathLst>
                <a:path w="96344" h="96651">
                  <a:moveTo>
                    <a:pt x="436" y="22093"/>
                  </a:moveTo>
                  <a:cubicBezTo>
                    <a:pt x="564" y="21837"/>
                    <a:pt x="667" y="21581"/>
                    <a:pt x="769" y="21299"/>
                  </a:cubicBezTo>
                  <a:cubicBezTo>
                    <a:pt x="1692" y="18582"/>
                    <a:pt x="2897" y="15968"/>
                    <a:pt x="4357" y="13507"/>
                  </a:cubicBezTo>
                  <a:cubicBezTo>
                    <a:pt x="5767" y="11149"/>
                    <a:pt x="7459" y="9022"/>
                    <a:pt x="9432" y="7177"/>
                  </a:cubicBezTo>
                  <a:cubicBezTo>
                    <a:pt x="12277" y="4485"/>
                    <a:pt x="15763" y="2614"/>
                    <a:pt x="19889" y="1564"/>
                  </a:cubicBezTo>
                  <a:cubicBezTo>
                    <a:pt x="21555" y="1128"/>
                    <a:pt x="23273" y="795"/>
                    <a:pt x="24990" y="564"/>
                  </a:cubicBezTo>
                  <a:cubicBezTo>
                    <a:pt x="27886" y="205"/>
                    <a:pt x="30782" y="26"/>
                    <a:pt x="33704" y="26"/>
                  </a:cubicBezTo>
                  <a:cubicBezTo>
                    <a:pt x="39035" y="0"/>
                    <a:pt x="44315" y="359"/>
                    <a:pt x="49620" y="667"/>
                  </a:cubicBezTo>
                  <a:cubicBezTo>
                    <a:pt x="53337" y="897"/>
                    <a:pt x="57027" y="1128"/>
                    <a:pt x="60744" y="1307"/>
                  </a:cubicBezTo>
                  <a:cubicBezTo>
                    <a:pt x="65024" y="1512"/>
                    <a:pt x="69304" y="1589"/>
                    <a:pt x="73610" y="1615"/>
                  </a:cubicBezTo>
                  <a:cubicBezTo>
                    <a:pt x="76481" y="1615"/>
                    <a:pt x="79377" y="1666"/>
                    <a:pt x="82247" y="1743"/>
                  </a:cubicBezTo>
                  <a:cubicBezTo>
                    <a:pt x="83913" y="1769"/>
                    <a:pt x="85579" y="1948"/>
                    <a:pt x="87194" y="2307"/>
                  </a:cubicBezTo>
                  <a:cubicBezTo>
                    <a:pt x="89962" y="2948"/>
                    <a:pt x="91910" y="4357"/>
                    <a:pt x="93012" y="6587"/>
                  </a:cubicBezTo>
                  <a:cubicBezTo>
                    <a:pt x="93576" y="7792"/>
                    <a:pt x="93960" y="9073"/>
                    <a:pt x="94088" y="10406"/>
                  </a:cubicBezTo>
                  <a:cubicBezTo>
                    <a:pt x="94319" y="12482"/>
                    <a:pt x="94294" y="14609"/>
                    <a:pt x="93986" y="16685"/>
                  </a:cubicBezTo>
                  <a:cubicBezTo>
                    <a:pt x="93602" y="19761"/>
                    <a:pt x="93115" y="22836"/>
                    <a:pt x="92628" y="25912"/>
                  </a:cubicBezTo>
                  <a:cubicBezTo>
                    <a:pt x="92038" y="29577"/>
                    <a:pt x="91525" y="33242"/>
                    <a:pt x="91167" y="36933"/>
                  </a:cubicBezTo>
                  <a:cubicBezTo>
                    <a:pt x="90757" y="40983"/>
                    <a:pt x="90577" y="45058"/>
                    <a:pt x="90577" y="49133"/>
                  </a:cubicBezTo>
                  <a:cubicBezTo>
                    <a:pt x="90577" y="51465"/>
                    <a:pt x="90654" y="53823"/>
                    <a:pt x="90782" y="56181"/>
                  </a:cubicBezTo>
                  <a:cubicBezTo>
                    <a:pt x="90910" y="58513"/>
                    <a:pt x="91090" y="60923"/>
                    <a:pt x="91346" y="63306"/>
                  </a:cubicBezTo>
                  <a:cubicBezTo>
                    <a:pt x="91551" y="65510"/>
                    <a:pt x="91807" y="67715"/>
                    <a:pt x="92141" y="69919"/>
                  </a:cubicBezTo>
                  <a:cubicBezTo>
                    <a:pt x="92525" y="72661"/>
                    <a:pt x="92935" y="75404"/>
                    <a:pt x="93371" y="78120"/>
                  </a:cubicBezTo>
                  <a:cubicBezTo>
                    <a:pt x="93858" y="81170"/>
                    <a:pt x="94396" y="84220"/>
                    <a:pt x="94883" y="87245"/>
                  </a:cubicBezTo>
                  <a:cubicBezTo>
                    <a:pt x="95396" y="90372"/>
                    <a:pt x="95857" y="93524"/>
                    <a:pt x="96344" y="96651"/>
                  </a:cubicBezTo>
                  <a:lnTo>
                    <a:pt x="93627" y="96651"/>
                  </a:lnTo>
                  <a:cubicBezTo>
                    <a:pt x="93627" y="96446"/>
                    <a:pt x="93627" y="96215"/>
                    <a:pt x="93602" y="96010"/>
                  </a:cubicBezTo>
                  <a:cubicBezTo>
                    <a:pt x="93191" y="91269"/>
                    <a:pt x="92551" y="86527"/>
                    <a:pt x="91936" y="81811"/>
                  </a:cubicBezTo>
                  <a:cubicBezTo>
                    <a:pt x="91525" y="78659"/>
                    <a:pt x="91064" y="75532"/>
                    <a:pt x="90705" y="72379"/>
                  </a:cubicBezTo>
                  <a:cubicBezTo>
                    <a:pt x="90321" y="69124"/>
                    <a:pt x="90013" y="65895"/>
                    <a:pt x="89680" y="62640"/>
                  </a:cubicBezTo>
                  <a:cubicBezTo>
                    <a:pt x="89321" y="58924"/>
                    <a:pt x="89193" y="55207"/>
                    <a:pt x="89116" y="51465"/>
                  </a:cubicBezTo>
                  <a:cubicBezTo>
                    <a:pt x="89065" y="47749"/>
                    <a:pt x="89219" y="43956"/>
                    <a:pt x="89475" y="40214"/>
                  </a:cubicBezTo>
                  <a:cubicBezTo>
                    <a:pt x="89706" y="36805"/>
                    <a:pt x="90065" y="33396"/>
                    <a:pt x="90500" y="30013"/>
                  </a:cubicBezTo>
                  <a:cubicBezTo>
                    <a:pt x="90936" y="26399"/>
                    <a:pt x="91449" y="22785"/>
                    <a:pt x="91910" y="19171"/>
                  </a:cubicBezTo>
                  <a:cubicBezTo>
                    <a:pt x="92217" y="16890"/>
                    <a:pt x="92269" y="14558"/>
                    <a:pt x="92038" y="12226"/>
                  </a:cubicBezTo>
                  <a:cubicBezTo>
                    <a:pt x="91910" y="11047"/>
                    <a:pt x="91602" y="9868"/>
                    <a:pt x="91141" y="8766"/>
                  </a:cubicBezTo>
                  <a:cubicBezTo>
                    <a:pt x="90167" y="6613"/>
                    <a:pt x="88399" y="5101"/>
                    <a:pt x="85759" y="4357"/>
                  </a:cubicBezTo>
                  <a:cubicBezTo>
                    <a:pt x="84964" y="4101"/>
                    <a:pt x="84144" y="3922"/>
                    <a:pt x="83324" y="3768"/>
                  </a:cubicBezTo>
                  <a:cubicBezTo>
                    <a:pt x="80889" y="3435"/>
                    <a:pt x="78428" y="3230"/>
                    <a:pt x="75968" y="3204"/>
                  </a:cubicBezTo>
                  <a:cubicBezTo>
                    <a:pt x="71406" y="3101"/>
                    <a:pt x="66844" y="2999"/>
                    <a:pt x="62307" y="2871"/>
                  </a:cubicBezTo>
                  <a:cubicBezTo>
                    <a:pt x="57335" y="2717"/>
                    <a:pt x="52363" y="2538"/>
                    <a:pt x="47416" y="2358"/>
                  </a:cubicBezTo>
                  <a:cubicBezTo>
                    <a:pt x="42598" y="2204"/>
                    <a:pt x="37779" y="2153"/>
                    <a:pt x="32961" y="2486"/>
                  </a:cubicBezTo>
                  <a:cubicBezTo>
                    <a:pt x="29654" y="2666"/>
                    <a:pt x="26348" y="3153"/>
                    <a:pt x="23144" y="3973"/>
                  </a:cubicBezTo>
                  <a:cubicBezTo>
                    <a:pt x="18915" y="5049"/>
                    <a:pt x="15225" y="6843"/>
                    <a:pt x="12175" y="9483"/>
                  </a:cubicBezTo>
                  <a:cubicBezTo>
                    <a:pt x="10201" y="11226"/>
                    <a:pt x="8484" y="13225"/>
                    <a:pt x="7049" y="15455"/>
                  </a:cubicBezTo>
                  <a:cubicBezTo>
                    <a:pt x="5716" y="17531"/>
                    <a:pt x="4563" y="19761"/>
                    <a:pt x="3640" y="22093"/>
                  </a:cubicBezTo>
                  <a:cubicBezTo>
                    <a:pt x="2717" y="24451"/>
                    <a:pt x="1820" y="26809"/>
                    <a:pt x="897" y="29167"/>
                  </a:cubicBezTo>
                  <a:cubicBezTo>
                    <a:pt x="769" y="29526"/>
                    <a:pt x="615" y="29885"/>
                    <a:pt x="436" y="30218"/>
                  </a:cubicBezTo>
                  <a:cubicBezTo>
                    <a:pt x="359" y="30320"/>
                    <a:pt x="154" y="30397"/>
                    <a:pt x="0" y="30474"/>
                  </a:cubicBezTo>
                  <a:lnTo>
                    <a:pt x="0" y="22375"/>
                  </a:lnTo>
                  <a:cubicBezTo>
                    <a:pt x="180" y="22298"/>
                    <a:pt x="359" y="22221"/>
                    <a:pt x="436" y="22093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4" name="Google Shape;558;p20"/>
            <p:cNvSpPr/>
            <p:nvPr/>
          </p:nvSpPr>
          <p:spPr>
            <a:xfrm>
              <a:off x="1080" y="2531520"/>
              <a:ext cx="2795400" cy="2610720"/>
            </a:xfrm>
            <a:custGeom>
              <a:avLst/>
              <a:gdLst>
                <a:gd name="textAreaLeft" fmla="*/ 0 w 2795400"/>
                <a:gd name="textAreaRight" fmla="*/ 2795760 w 2795400"/>
                <a:gd name="textAreaTop" fmla="*/ 0 h 2610720"/>
                <a:gd name="textAreaBottom" fmla="*/ 2611080 h 2610720"/>
              </a:gdLst>
              <a:ahLst/>
              <a:cxnLst/>
              <a:rect l="textAreaLeft" t="textAreaTop" r="textAreaRight" b="textAreaBottom"/>
              <a:pathLst>
                <a:path w="87040" h="89322">
                  <a:moveTo>
                    <a:pt x="948" y="33499"/>
                  </a:moveTo>
                  <a:cubicBezTo>
                    <a:pt x="3511" y="30244"/>
                    <a:pt x="5869" y="26784"/>
                    <a:pt x="7997" y="23196"/>
                  </a:cubicBezTo>
                  <a:cubicBezTo>
                    <a:pt x="9047" y="21351"/>
                    <a:pt x="10098" y="19531"/>
                    <a:pt x="11200" y="17711"/>
                  </a:cubicBezTo>
                  <a:cubicBezTo>
                    <a:pt x="12456" y="15558"/>
                    <a:pt x="13943" y="13533"/>
                    <a:pt x="15583" y="11662"/>
                  </a:cubicBezTo>
                  <a:cubicBezTo>
                    <a:pt x="19069" y="7818"/>
                    <a:pt x="23528" y="4999"/>
                    <a:pt x="28962" y="3204"/>
                  </a:cubicBezTo>
                  <a:cubicBezTo>
                    <a:pt x="31858" y="2282"/>
                    <a:pt x="34806" y="1615"/>
                    <a:pt x="37830" y="1180"/>
                  </a:cubicBezTo>
                  <a:cubicBezTo>
                    <a:pt x="42520" y="513"/>
                    <a:pt x="47236" y="154"/>
                    <a:pt x="51978" y="103"/>
                  </a:cubicBezTo>
                  <a:cubicBezTo>
                    <a:pt x="56335" y="1"/>
                    <a:pt x="60692" y="26"/>
                    <a:pt x="65075" y="52"/>
                  </a:cubicBezTo>
                  <a:cubicBezTo>
                    <a:pt x="68125" y="78"/>
                    <a:pt x="71200" y="257"/>
                    <a:pt x="74250" y="616"/>
                  </a:cubicBezTo>
                  <a:cubicBezTo>
                    <a:pt x="76173" y="795"/>
                    <a:pt x="78044" y="1180"/>
                    <a:pt x="79863" y="1769"/>
                  </a:cubicBezTo>
                  <a:cubicBezTo>
                    <a:pt x="82862" y="2769"/>
                    <a:pt x="84887" y="4537"/>
                    <a:pt x="85861" y="7075"/>
                  </a:cubicBezTo>
                  <a:cubicBezTo>
                    <a:pt x="86373" y="8407"/>
                    <a:pt x="86681" y="9817"/>
                    <a:pt x="86758" y="11252"/>
                  </a:cubicBezTo>
                  <a:cubicBezTo>
                    <a:pt x="87040" y="14943"/>
                    <a:pt x="86707" y="18634"/>
                    <a:pt x="86450" y="22324"/>
                  </a:cubicBezTo>
                  <a:cubicBezTo>
                    <a:pt x="86194" y="25656"/>
                    <a:pt x="85886" y="29014"/>
                    <a:pt x="85681" y="32346"/>
                  </a:cubicBezTo>
                  <a:cubicBezTo>
                    <a:pt x="85323" y="37882"/>
                    <a:pt x="85169" y="43444"/>
                    <a:pt x="85297" y="48980"/>
                  </a:cubicBezTo>
                  <a:cubicBezTo>
                    <a:pt x="85374" y="53875"/>
                    <a:pt x="85630" y="58745"/>
                    <a:pt x="85886" y="63640"/>
                  </a:cubicBezTo>
                  <a:cubicBezTo>
                    <a:pt x="86092" y="67484"/>
                    <a:pt x="86348" y="71329"/>
                    <a:pt x="86527" y="75173"/>
                  </a:cubicBezTo>
                  <a:cubicBezTo>
                    <a:pt x="86784" y="79710"/>
                    <a:pt x="86732" y="84246"/>
                    <a:pt x="86425" y="88783"/>
                  </a:cubicBezTo>
                  <a:cubicBezTo>
                    <a:pt x="86450" y="88962"/>
                    <a:pt x="86476" y="89142"/>
                    <a:pt x="86527" y="89321"/>
                  </a:cubicBezTo>
                  <a:lnTo>
                    <a:pt x="83580" y="89321"/>
                  </a:lnTo>
                  <a:cubicBezTo>
                    <a:pt x="83605" y="88886"/>
                    <a:pt x="83605" y="88450"/>
                    <a:pt x="83657" y="88014"/>
                  </a:cubicBezTo>
                  <a:cubicBezTo>
                    <a:pt x="83836" y="85810"/>
                    <a:pt x="84118" y="83580"/>
                    <a:pt x="84221" y="81376"/>
                  </a:cubicBezTo>
                  <a:cubicBezTo>
                    <a:pt x="84502" y="75814"/>
                    <a:pt x="84323" y="70278"/>
                    <a:pt x="84144" y="64742"/>
                  </a:cubicBezTo>
                  <a:cubicBezTo>
                    <a:pt x="84041" y="61385"/>
                    <a:pt x="83913" y="58053"/>
                    <a:pt x="83836" y="54695"/>
                  </a:cubicBezTo>
                  <a:cubicBezTo>
                    <a:pt x="83657" y="47083"/>
                    <a:pt x="83708" y="39471"/>
                    <a:pt x="84195" y="31859"/>
                  </a:cubicBezTo>
                  <a:cubicBezTo>
                    <a:pt x="84451" y="28296"/>
                    <a:pt x="84605" y="24734"/>
                    <a:pt x="84810" y="21171"/>
                  </a:cubicBezTo>
                  <a:cubicBezTo>
                    <a:pt x="84989" y="18557"/>
                    <a:pt x="84938" y="15968"/>
                    <a:pt x="84707" y="13380"/>
                  </a:cubicBezTo>
                  <a:cubicBezTo>
                    <a:pt x="84554" y="11842"/>
                    <a:pt x="84195" y="10355"/>
                    <a:pt x="83631" y="8946"/>
                  </a:cubicBezTo>
                  <a:cubicBezTo>
                    <a:pt x="82580" y="6562"/>
                    <a:pt x="80658" y="4845"/>
                    <a:pt x="77839" y="3820"/>
                  </a:cubicBezTo>
                  <a:cubicBezTo>
                    <a:pt x="76660" y="3410"/>
                    <a:pt x="75481" y="3076"/>
                    <a:pt x="74276" y="2846"/>
                  </a:cubicBezTo>
                  <a:cubicBezTo>
                    <a:pt x="71124" y="2282"/>
                    <a:pt x="67971" y="2000"/>
                    <a:pt x="64793" y="1974"/>
                  </a:cubicBezTo>
                  <a:cubicBezTo>
                    <a:pt x="57770" y="1769"/>
                    <a:pt x="50748" y="2051"/>
                    <a:pt x="43776" y="2871"/>
                  </a:cubicBezTo>
                  <a:cubicBezTo>
                    <a:pt x="40444" y="3230"/>
                    <a:pt x="37164" y="3871"/>
                    <a:pt x="33934" y="4768"/>
                  </a:cubicBezTo>
                  <a:cubicBezTo>
                    <a:pt x="28731" y="6229"/>
                    <a:pt x="24144" y="8484"/>
                    <a:pt x="20350" y="11765"/>
                  </a:cubicBezTo>
                  <a:cubicBezTo>
                    <a:pt x="18223" y="13636"/>
                    <a:pt x="16301" y="15763"/>
                    <a:pt x="14660" y="18095"/>
                  </a:cubicBezTo>
                  <a:cubicBezTo>
                    <a:pt x="13379" y="19864"/>
                    <a:pt x="12174" y="21684"/>
                    <a:pt x="10944" y="23478"/>
                  </a:cubicBezTo>
                  <a:cubicBezTo>
                    <a:pt x="7971" y="27912"/>
                    <a:pt x="4716" y="32141"/>
                    <a:pt x="1205" y="36165"/>
                  </a:cubicBezTo>
                  <a:cubicBezTo>
                    <a:pt x="974" y="36421"/>
                    <a:pt x="743" y="36677"/>
                    <a:pt x="513" y="36908"/>
                  </a:cubicBezTo>
                  <a:cubicBezTo>
                    <a:pt x="333" y="36985"/>
                    <a:pt x="179" y="37036"/>
                    <a:pt x="0" y="37062"/>
                  </a:cubicBezTo>
                  <a:lnTo>
                    <a:pt x="0" y="34242"/>
                  </a:lnTo>
                  <a:cubicBezTo>
                    <a:pt x="564" y="34217"/>
                    <a:pt x="692" y="33807"/>
                    <a:pt x="948" y="3349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5" name="Google Shape;559;p20"/>
            <p:cNvSpPr/>
            <p:nvPr/>
          </p:nvSpPr>
          <p:spPr>
            <a:xfrm>
              <a:off x="1080" y="4084200"/>
              <a:ext cx="1479960" cy="1058400"/>
            </a:xfrm>
            <a:custGeom>
              <a:avLst/>
              <a:gdLst>
                <a:gd name="textAreaLeft" fmla="*/ 0 w 1479960"/>
                <a:gd name="textAreaRight" fmla="*/ 1480320 w 1479960"/>
                <a:gd name="textAreaTop" fmla="*/ 0 h 1058400"/>
                <a:gd name="textAreaBottom" fmla="*/ 1058760 h 1058400"/>
              </a:gdLst>
              <a:ahLst/>
              <a:cxnLst/>
              <a:rect l="textAreaLeft" t="textAreaTop" r="textAreaRight" b="textAreaBottom"/>
              <a:pathLst>
                <a:path w="46083" h="36216">
                  <a:moveTo>
                    <a:pt x="11149" y="6818"/>
                  </a:moveTo>
                  <a:cubicBezTo>
                    <a:pt x="13994" y="5357"/>
                    <a:pt x="16916" y="4101"/>
                    <a:pt x="19940" y="3050"/>
                  </a:cubicBezTo>
                  <a:cubicBezTo>
                    <a:pt x="23785" y="1717"/>
                    <a:pt x="27757" y="641"/>
                    <a:pt x="31935" y="231"/>
                  </a:cubicBezTo>
                  <a:cubicBezTo>
                    <a:pt x="33806" y="0"/>
                    <a:pt x="35703" y="26"/>
                    <a:pt x="37599" y="308"/>
                  </a:cubicBezTo>
                  <a:cubicBezTo>
                    <a:pt x="40265" y="769"/>
                    <a:pt x="42315" y="1948"/>
                    <a:pt x="43725" y="3896"/>
                  </a:cubicBezTo>
                  <a:cubicBezTo>
                    <a:pt x="44314" y="4742"/>
                    <a:pt x="44776" y="5664"/>
                    <a:pt x="45109" y="6664"/>
                  </a:cubicBezTo>
                  <a:cubicBezTo>
                    <a:pt x="45622" y="8330"/>
                    <a:pt x="45929" y="10098"/>
                    <a:pt x="45980" y="11867"/>
                  </a:cubicBezTo>
                  <a:cubicBezTo>
                    <a:pt x="46083" y="14635"/>
                    <a:pt x="45929" y="17454"/>
                    <a:pt x="45468" y="20196"/>
                  </a:cubicBezTo>
                  <a:cubicBezTo>
                    <a:pt x="44904" y="23887"/>
                    <a:pt x="44109" y="27501"/>
                    <a:pt x="43110" y="31089"/>
                  </a:cubicBezTo>
                  <a:cubicBezTo>
                    <a:pt x="42725" y="32473"/>
                    <a:pt x="42341" y="33832"/>
                    <a:pt x="41982" y="35216"/>
                  </a:cubicBezTo>
                  <a:cubicBezTo>
                    <a:pt x="41905" y="35523"/>
                    <a:pt x="41649" y="35856"/>
                    <a:pt x="41905" y="36215"/>
                  </a:cubicBezTo>
                  <a:lnTo>
                    <a:pt x="38701" y="36215"/>
                  </a:lnTo>
                  <a:cubicBezTo>
                    <a:pt x="38804" y="35600"/>
                    <a:pt x="38881" y="34959"/>
                    <a:pt x="39009" y="34370"/>
                  </a:cubicBezTo>
                  <a:cubicBezTo>
                    <a:pt x="39752" y="31140"/>
                    <a:pt x="40444" y="27885"/>
                    <a:pt x="40880" y="24630"/>
                  </a:cubicBezTo>
                  <a:cubicBezTo>
                    <a:pt x="41264" y="21683"/>
                    <a:pt x="41495" y="18710"/>
                    <a:pt x="41188" y="15737"/>
                  </a:cubicBezTo>
                  <a:cubicBezTo>
                    <a:pt x="41085" y="14276"/>
                    <a:pt x="40777" y="12866"/>
                    <a:pt x="40291" y="11508"/>
                  </a:cubicBezTo>
                  <a:cubicBezTo>
                    <a:pt x="40009" y="10790"/>
                    <a:pt x="39650" y="10098"/>
                    <a:pt x="39240" y="9432"/>
                  </a:cubicBezTo>
                  <a:cubicBezTo>
                    <a:pt x="37779" y="7074"/>
                    <a:pt x="35395" y="5690"/>
                    <a:pt x="32268" y="5203"/>
                  </a:cubicBezTo>
                  <a:cubicBezTo>
                    <a:pt x="30423" y="4947"/>
                    <a:pt x="28552" y="4921"/>
                    <a:pt x="26707" y="5126"/>
                  </a:cubicBezTo>
                  <a:cubicBezTo>
                    <a:pt x="22554" y="5562"/>
                    <a:pt x="18505" y="6664"/>
                    <a:pt x="14660" y="8330"/>
                  </a:cubicBezTo>
                  <a:cubicBezTo>
                    <a:pt x="10944" y="9919"/>
                    <a:pt x="7356" y="11790"/>
                    <a:pt x="3896" y="13917"/>
                  </a:cubicBezTo>
                  <a:cubicBezTo>
                    <a:pt x="2896" y="14532"/>
                    <a:pt x="1922" y="15173"/>
                    <a:pt x="923" y="15788"/>
                  </a:cubicBezTo>
                  <a:cubicBezTo>
                    <a:pt x="666" y="16019"/>
                    <a:pt x="333" y="16121"/>
                    <a:pt x="0" y="16121"/>
                  </a:cubicBezTo>
                  <a:lnTo>
                    <a:pt x="0" y="13123"/>
                  </a:lnTo>
                  <a:cubicBezTo>
                    <a:pt x="513" y="13123"/>
                    <a:pt x="820" y="12815"/>
                    <a:pt x="1179" y="12584"/>
                  </a:cubicBezTo>
                  <a:cubicBezTo>
                    <a:pt x="4383" y="10508"/>
                    <a:pt x="7689" y="8586"/>
                    <a:pt x="11149" y="681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6" name="Google Shape;560;p20"/>
            <p:cNvSpPr/>
            <p:nvPr/>
          </p:nvSpPr>
          <p:spPr>
            <a:xfrm>
              <a:off x="1080" y="0"/>
              <a:ext cx="2639880" cy="1050840"/>
            </a:xfrm>
            <a:custGeom>
              <a:avLst/>
              <a:gdLst>
                <a:gd name="textAreaLeft" fmla="*/ 0 w 2639880"/>
                <a:gd name="textAreaRight" fmla="*/ 2640240 w 2639880"/>
                <a:gd name="textAreaTop" fmla="*/ 0 h 1050840"/>
                <a:gd name="textAreaBottom" fmla="*/ 1051200 h 1050840"/>
              </a:gdLst>
              <a:ahLst/>
              <a:cxnLst/>
              <a:rect l="textAreaLeft" t="textAreaTop" r="textAreaRight" b="textAreaBottom"/>
              <a:pathLst>
                <a:path w="82196" h="35959">
                  <a:moveTo>
                    <a:pt x="74737" y="6049"/>
                  </a:moveTo>
                  <a:cubicBezTo>
                    <a:pt x="72918" y="7766"/>
                    <a:pt x="71431" y="9791"/>
                    <a:pt x="70355" y="12046"/>
                  </a:cubicBezTo>
                  <a:cubicBezTo>
                    <a:pt x="69663" y="13558"/>
                    <a:pt x="69047" y="15096"/>
                    <a:pt x="68535" y="16685"/>
                  </a:cubicBezTo>
                  <a:cubicBezTo>
                    <a:pt x="67612" y="19402"/>
                    <a:pt x="66715" y="22144"/>
                    <a:pt x="65587" y="24784"/>
                  </a:cubicBezTo>
                  <a:cubicBezTo>
                    <a:pt x="64742" y="26809"/>
                    <a:pt x="63716" y="28782"/>
                    <a:pt x="62486" y="30628"/>
                  </a:cubicBezTo>
                  <a:cubicBezTo>
                    <a:pt x="61692" y="31832"/>
                    <a:pt x="60718" y="32935"/>
                    <a:pt x="59616" y="33857"/>
                  </a:cubicBezTo>
                  <a:cubicBezTo>
                    <a:pt x="57924" y="35216"/>
                    <a:pt x="55848" y="35959"/>
                    <a:pt x="53695" y="35933"/>
                  </a:cubicBezTo>
                  <a:cubicBezTo>
                    <a:pt x="51773" y="35933"/>
                    <a:pt x="49851" y="35626"/>
                    <a:pt x="48005" y="35087"/>
                  </a:cubicBezTo>
                  <a:cubicBezTo>
                    <a:pt x="45750" y="34395"/>
                    <a:pt x="43546" y="33575"/>
                    <a:pt x="41393" y="32576"/>
                  </a:cubicBezTo>
                  <a:cubicBezTo>
                    <a:pt x="37933" y="31012"/>
                    <a:pt x="34575" y="29295"/>
                    <a:pt x="31243" y="27552"/>
                  </a:cubicBezTo>
                  <a:cubicBezTo>
                    <a:pt x="24682" y="24169"/>
                    <a:pt x="18095" y="20786"/>
                    <a:pt x="11405" y="17582"/>
                  </a:cubicBezTo>
                  <a:cubicBezTo>
                    <a:pt x="8022" y="15993"/>
                    <a:pt x="4639" y="14378"/>
                    <a:pt x="1256" y="12789"/>
                  </a:cubicBezTo>
                  <a:cubicBezTo>
                    <a:pt x="871" y="12610"/>
                    <a:pt x="513" y="12354"/>
                    <a:pt x="0" y="12405"/>
                  </a:cubicBezTo>
                  <a:lnTo>
                    <a:pt x="0" y="11277"/>
                  </a:lnTo>
                  <a:cubicBezTo>
                    <a:pt x="179" y="11252"/>
                    <a:pt x="359" y="11252"/>
                    <a:pt x="538" y="11277"/>
                  </a:cubicBezTo>
                  <a:cubicBezTo>
                    <a:pt x="897" y="11405"/>
                    <a:pt x="1205" y="11559"/>
                    <a:pt x="1538" y="11713"/>
                  </a:cubicBezTo>
                  <a:cubicBezTo>
                    <a:pt x="11072" y="16044"/>
                    <a:pt x="20504" y="20504"/>
                    <a:pt x="29885" y="25092"/>
                  </a:cubicBezTo>
                  <a:cubicBezTo>
                    <a:pt x="33370" y="26809"/>
                    <a:pt x="36882" y="28475"/>
                    <a:pt x="40521" y="29961"/>
                  </a:cubicBezTo>
                  <a:cubicBezTo>
                    <a:pt x="42315" y="30705"/>
                    <a:pt x="44186" y="31345"/>
                    <a:pt x="46083" y="31884"/>
                  </a:cubicBezTo>
                  <a:cubicBezTo>
                    <a:pt x="47749" y="32345"/>
                    <a:pt x="49466" y="32576"/>
                    <a:pt x="51209" y="32550"/>
                  </a:cubicBezTo>
                  <a:cubicBezTo>
                    <a:pt x="53131" y="32550"/>
                    <a:pt x="55002" y="31909"/>
                    <a:pt x="56514" y="30730"/>
                  </a:cubicBezTo>
                  <a:cubicBezTo>
                    <a:pt x="57437" y="29987"/>
                    <a:pt x="58232" y="29167"/>
                    <a:pt x="58949" y="28244"/>
                  </a:cubicBezTo>
                  <a:cubicBezTo>
                    <a:pt x="59821" y="27117"/>
                    <a:pt x="60590" y="25938"/>
                    <a:pt x="61256" y="24682"/>
                  </a:cubicBezTo>
                  <a:cubicBezTo>
                    <a:pt x="62384" y="22580"/>
                    <a:pt x="63358" y="20401"/>
                    <a:pt x="64229" y="18197"/>
                  </a:cubicBezTo>
                  <a:cubicBezTo>
                    <a:pt x="65049" y="16147"/>
                    <a:pt x="65844" y="14096"/>
                    <a:pt x="66715" y="12046"/>
                  </a:cubicBezTo>
                  <a:cubicBezTo>
                    <a:pt x="67792" y="9560"/>
                    <a:pt x="69355" y="7279"/>
                    <a:pt x="71329" y="5408"/>
                  </a:cubicBezTo>
                  <a:cubicBezTo>
                    <a:pt x="72764" y="4075"/>
                    <a:pt x="74302" y="2871"/>
                    <a:pt x="75942" y="1794"/>
                  </a:cubicBezTo>
                  <a:cubicBezTo>
                    <a:pt x="76813" y="1205"/>
                    <a:pt x="77685" y="589"/>
                    <a:pt x="78556" y="0"/>
                  </a:cubicBezTo>
                  <a:lnTo>
                    <a:pt x="82196" y="0"/>
                  </a:lnTo>
                  <a:cubicBezTo>
                    <a:pt x="81273" y="692"/>
                    <a:pt x="80376" y="1410"/>
                    <a:pt x="79453" y="2102"/>
                  </a:cubicBezTo>
                  <a:cubicBezTo>
                    <a:pt x="77813" y="3332"/>
                    <a:pt x="76224" y="4639"/>
                    <a:pt x="74737" y="604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7" name="Google Shape;561;p20"/>
            <p:cNvSpPr/>
            <p:nvPr/>
          </p:nvSpPr>
          <p:spPr>
            <a:xfrm>
              <a:off x="5656680" y="0"/>
              <a:ext cx="1460880" cy="649080"/>
            </a:xfrm>
            <a:custGeom>
              <a:avLst/>
              <a:gdLst>
                <a:gd name="textAreaLeft" fmla="*/ 0 w 1460880"/>
                <a:gd name="textAreaRight" fmla="*/ 1461240 w 1460880"/>
                <a:gd name="textAreaTop" fmla="*/ 0 h 649080"/>
                <a:gd name="textAreaBottom" fmla="*/ 649440 h 649080"/>
              </a:gdLst>
              <a:ahLst/>
              <a:cxnLst/>
              <a:rect l="textAreaLeft" t="textAreaTop" r="textAreaRight" b="textAreaBottom"/>
              <a:pathLst>
                <a:path w="45495" h="22222">
                  <a:moveTo>
                    <a:pt x="39240" y="3024"/>
                  </a:moveTo>
                  <a:cubicBezTo>
                    <a:pt x="32192" y="6356"/>
                    <a:pt x="25528" y="10406"/>
                    <a:pt x="19377" y="15173"/>
                  </a:cubicBezTo>
                  <a:cubicBezTo>
                    <a:pt x="18173" y="16096"/>
                    <a:pt x="16968" y="17018"/>
                    <a:pt x="15738" y="17890"/>
                  </a:cubicBezTo>
                  <a:cubicBezTo>
                    <a:pt x="14482" y="18761"/>
                    <a:pt x="13277" y="19556"/>
                    <a:pt x="11996" y="20325"/>
                  </a:cubicBezTo>
                  <a:cubicBezTo>
                    <a:pt x="11150" y="20837"/>
                    <a:pt x="10253" y="21247"/>
                    <a:pt x="9305" y="21555"/>
                  </a:cubicBezTo>
                  <a:cubicBezTo>
                    <a:pt x="7228" y="22221"/>
                    <a:pt x="5357" y="21914"/>
                    <a:pt x="3743" y="20658"/>
                  </a:cubicBezTo>
                  <a:cubicBezTo>
                    <a:pt x="2923" y="19991"/>
                    <a:pt x="2231" y="19197"/>
                    <a:pt x="1744" y="18274"/>
                  </a:cubicBezTo>
                  <a:cubicBezTo>
                    <a:pt x="1077" y="16993"/>
                    <a:pt x="616" y="15634"/>
                    <a:pt x="411" y="14199"/>
                  </a:cubicBezTo>
                  <a:cubicBezTo>
                    <a:pt x="26" y="11508"/>
                    <a:pt x="1" y="8765"/>
                    <a:pt x="334" y="6049"/>
                  </a:cubicBezTo>
                  <a:cubicBezTo>
                    <a:pt x="539" y="4050"/>
                    <a:pt x="821" y="2025"/>
                    <a:pt x="1103" y="0"/>
                  </a:cubicBezTo>
                  <a:lnTo>
                    <a:pt x="3589" y="0"/>
                  </a:lnTo>
                  <a:cubicBezTo>
                    <a:pt x="3486" y="897"/>
                    <a:pt x="3384" y="1820"/>
                    <a:pt x="3307" y="2717"/>
                  </a:cubicBezTo>
                  <a:cubicBezTo>
                    <a:pt x="3025" y="5075"/>
                    <a:pt x="2846" y="7458"/>
                    <a:pt x="3128" y="9842"/>
                  </a:cubicBezTo>
                  <a:cubicBezTo>
                    <a:pt x="3256" y="11021"/>
                    <a:pt x="3563" y="12200"/>
                    <a:pt x="4025" y="13302"/>
                  </a:cubicBezTo>
                  <a:cubicBezTo>
                    <a:pt x="4332" y="14045"/>
                    <a:pt x="4742" y="14712"/>
                    <a:pt x="5281" y="15301"/>
                  </a:cubicBezTo>
                  <a:cubicBezTo>
                    <a:pt x="5768" y="15839"/>
                    <a:pt x="6383" y="16275"/>
                    <a:pt x="7075" y="16557"/>
                  </a:cubicBezTo>
                  <a:cubicBezTo>
                    <a:pt x="8074" y="16941"/>
                    <a:pt x="9176" y="16967"/>
                    <a:pt x="10176" y="16634"/>
                  </a:cubicBezTo>
                  <a:cubicBezTo>
                    <a:pt x="10996" y="16378"/>
                    <a:pt x="11765" y="16070"/>
                    <a:pt x="12508" y="15686"/>
                  </a:cubicBezTo>
                  <a:cubicBezTo>
                    <a:pt x="13636" y="15070"/>
                    <a:pt x="14764" y="14404"/>
                    <a:pt x="15815" y="13686"/>
                  </a:cubicBezTo>
                  <a:cubicBezTo>
                    <a:pt x="17737" y="12405"/>
                    <a:pt x="19582" y="11072"/>
                    <a:pt x="21453" y="9739"/>
                  </a:cubicBezTo>
                  <a:cubicBezTo>
                    <a:pt x="26630" y="6049"/>
                    <a:pt x="32167" y="2896"/>
                    <a:pt x="37985" y="359"/>
                  </a:cubicBezTo>
                  <a:cubicBezTo>
                    <a:pt x="38241" y="256"/>
                    <a:pt x="38446" y="128"/>
                    <a:pt x="38651" y="0"/>
                  </a:cubicBezTo>
                  <a:lnTo>
                    <a:pt x="45494" y="0"/>
                  </a:lnTo>
                  <a:cubicBezTo>
                    <a:pt x="45264" y="154"/>
                    <a:pt x="45007" y="308"/>
                    <a:pt x="44777" y="436"/>
                  </a:cubicBezTo>
                  <a:cubicBezTo>
                    <a:pt x="42931" y="1307"/>
                    <a:pt x="41060" y="2153"/>
                    <a:pt x="39240" y="3024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8" name="Google Shape;562;p20"/>
            <p:cNvSpPr/>
            <p:nvPr/>
          </p:nvSpPr>
          <p:spPr>
            <a:xfrm>
              <a:off x="1080" y="3830040"/>
              <a:ext cx="1724400" cy="1312200"/>
            </a:xfrm>
            <a:custGeom>
              <a:avLst/>
              <a:gdLst>
                <a:gd name="textAreaLeft" fmla="*/ 0 w 1724400"/>
                <a:gd name="textAreaRight" fmla="*/ 1724760 w 1724400"/>
                <a:gd name="textAreaTop" fmla="*/ 0 h 1312200"/>
                <a:gd name="textAreaBottom" fmla="*/ 1312560 h 1312200"/>
              </a:gdLst>
              <a:ahLst/>
              <a:cxnLst/>
              <a:rect l="textAreaLeft" t="textAreaTop" r="textAreaRight" b="textAreaBottom"/>
              <a:pathLst>
                <a:path w="53696" h="44905">
                  <a:moveTo>
                    <a:pt x="5024" y="14199"/>
                  </a:moveTo>
                  <a:cubicBezTo>
                    <a:pt x="12456" y="9766"/>
                    <a:pt x="20350" y="6100"/>
                    <a:pt x="28552" y="3281"/>
                  </a:cubicBezTo>
                  <a:cubicBezTo>
                    <a:pt x="31602" y="2179"/>
                    <a:pt x="34729" y="1308"/>
                    <a:pt x="37907" y="667"/>
                  </a:cubicBezTo>
                  <a:cubicBezTo>
                    <a:pt x="40085" y="180"/>
                    <a:pt x="42315" y="0"/>
                    <a:pt x="44545" y="129"/>
                  </a:cubicBezTo>
                  <a:cubicBezTo>
                    <a:pt x="47621" y="359"/>
                    <a:pt x="49902" y="1590"/>
                    <a:pt x="51363" y="3845"/>
                  </a:cubicBezTo>
                  <a:cubicBezTo>
                    <a:pt x="52003" y="4819"/>
                    <a:pt x="52516" y="5921"/>
                    <a:pt x="52824" y="7074"/>
                  </a:cubicBezTo>
                  <a:cubicBezTo>
                    <a:pt x="53413" y="9150"/>
                    <a:pt x="53695" y="11329"/>
                    <a:pt x="53669" y="13482"/>
                  </a:cubicBezTo>
                  <a:cubicBezTo>
                    <a:pt x="53695" y="16250"/>
                    <a:pt x="53464" y="18992"/>
                    <a:pt x="53003" y="21735"/>
                  </a:cubicBezTo>
                  <a:cubicBezTo>
                    <a:pt x="52414" y="25297"/>
                    <a:pt x="51619" y="28834"/>
                    <a:pt x="50645" y="32346"/>
                  </a:cubicBezTo>
                  <a:cubicBezTo>
                    <a:pt x="49620" y="36216"/>
                    <a:pt x="48390" y="40060"/>
                    <a:pt x="47134" y="43879"/>
                  </a:cubicBezTo>
                  <a:cubicBezTo>
                    <a:pt x="47031" y="44212"/>
                    <a:pt x="46980" y="44545"/>
                    <a:pt x="46929" y="44904"/>
                  </a:cubicBezTo>
                  <a:lnTo>
                    <a:pt x="45314" y="44904"/>
                  </a:lnTo>
                  <a:cubicBezTo>
                    <a:pt x="45314" y="44648"/>
                    <a:pt x="45340" y="44392"/>
                    <a:pt x="45391" y="44161"/>
                  </a:cubicBezTo>
                  <a:cubicBezTo>
                    <a:pt x="45545" y="43648"/>
                    <a:pt x="45724" y="43136"/>
                    <a:pt x="45904" y="42623"/>
                  </a:cubicBezTo>
                  <a:cubicBezTo>
                    <a:pt x="48082" y="35780"/>
                    <a:pt x="50004" y="28885"/>
                    <a:pt x="50901" y="21837"/>
                  </a:cubicBezTo>
                  <a:cubicBezTo>
                    <a:pt x="51260" y="19223"/>
                    <a:pt x="51337" y="16583"/>
                    <a:pt x="51183" y="13969"/>
                  </a:cubicBezTo>
                  <a:cubicBezTo>
                    <a:pt x="51106" y="12636"/>
                    <a:pt x="50876" y="11329"/>
                    <a:pt x="50543" y="10047"/>
                  </a:cubicBezTo>
                  <a:cubicBezTo>
                    <a:pt x="50184" y="8715"/>
                    <a:pt x="49594" y="7433"/>
                    <a:pt x="48774" y="6305"/>
                  </a:cubicBezTo>
                  <a:cubicBezTo>
                    <a:pt x="47493" y="4588"/>
                    <a:pt x="45673" y="3512"/>
                    <a:pt x="43264" y="3102"/>
                  </a:cubicBezTo>
                  <a:cubicBezTo>
                    <a:pt x="41470" y="2845"/>
                    <a:pt x="39624" y="2820"/>
                    <a:pt x="37830" y="3076"/>
                  </a:cubicBezTo>
                  <a:cubicBezTo>
                    <a:pt x="35805" y="3307"/>
                    <a:pt x="33806" y="3691"/>
                    <a:pt x="31858" y="4204"/>
                  </a:cubicBezTo>
                  <a:cubicBezTo>
                    <a:pt x="25989" y="5742"/>
                    <a:pt x="20299" y="7818"/>
                    <a:pt x="14814" y="10406"/>
                  </a:cubicBezTo>
                  <a:cubicBezTo>
                    <a:pt x="10175" y="12636"/>
                    <a:pt x="5664" y="15122"/>
                    <a:pt x="1333" y="17890"/>
                  </a:cubicBezTo>
                  <a:cubicBezTo>
                    <a:pt x="923" y="18147"/>
                    <a:pt x="436" y="18352"/>
                    <a:pt x="0" y="18608"/>
                  </a:cubicBezTo>
                  <a:lnTo>
                    <a:pt x="0" y="17096"/>
                  </a:lnTo>
                  <a:cubicBezTo>
                    <a:pt x="384" y="17019"/>
                    <a:pt x="769" y="16839"/>
                    <a:pt x="1076" y="16609"/>
                  </a:cubicBezTo>
                  <a:cubicBezTo>
                    <a:pt x="2384" y="15814"/>
                    <a:pt x="3691" y="14994"/>
                    <a:pt x="5024" y="1419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89" name="Google Shape;563;p20"/>
            <p:cNvSpPr/>
            <p:nvPr/>
          </p:nvSpPr>
          <p:spPr>
            <a:xfrm>
              <a:off x="8841600" y="983880"/>
              <a:ext cx="301680" cy="823680"/>
            </a:xfrm>
            <a:custGeom>
              <a:avLst/>
              <a:gdLst>
                <a:gd name="textAreaLeft" fmla="*/ 0 w 301680"/>
                <a:gd name="textAreaRight" fmla="*/ 302040 w 301680"/>
                <a:gd name="textAreaTop" fmla="*/ 0 h 823680"/>
                <a:gd name="textAreaBottom" fmla="*/ 824040 h 823680"/>
              </a:gdLst>
              <a:ahLst/>
              <a:cxnLst/>
              <a:rect l="textAreaLeft" t="textAreaTop" r="textAreaRight" b="textAreaBottom"/>
              <a:pathLst>
                <a:path w="9407" h="28194">
                  <a:moveTo>
                    <a:pt x="4050" y="24579"/>
                  </a:moveTo>
                  <a:cubicBezTo>
                    <a:pt x="1462" y="22273"/>
                    <a:pt x="129" y="19556"/>
                    <a:pt x="26" y="16429"/>
                  </a:cubicBezTo>
                  <a:cubicBezTo>
                    <a:pt x="1" y="14481"/>
                    <a:pt x="359" y="12533"/>
                    <a:pt x="1103" y="10714"/>
                  </a:cubicBezTo>
                  <a:cubicBezTo>
                    <a:pt x="2743" y="6536"/>
                    <a:pt x="5639" y="3025"/>
                    <a:pt x="9407" y="0"/>
                  </a:cubicBezTo>
                  <a:lnTo>
                    <a:pt x="9407" y="7125"/>
                  </a:lnTo>
                  <a:cubicBezTo>
                    <a:pt x="9356" y="7177"/>
                    <a:pt x="9279" y="7202"/>
                    <a:pt x="9228" y="7253"/>
                  </a:cubicBezTo>
                  <a:cubicBezTo>
                    <a:pt x="7741" y="9842"/>
                    <a:pt x="7126" y="12559"/>
                    <a:pt x="7792" y="15429"/>
                  </a:cubicBezTo>
                  <a:cubicBezTo>
                    <a:pt x="8074" y="16660"/>
                    <a:pt x="8612" y="17813"/>
                    <a:pt x="9407" y="18787"/>
                  </a:cubicBezTo>
                  <a:lnTo>
                    <a:pt x="9407" y="28193"/>
                  </a:lnTo>
                  <a:lnTo>
                    <a:pt x="8100" y="27424"/>
                  </a:lnTo>
                  <a:cubicBezTo>
                    <a:pt x="6639" y="26630"/>
                    <a:pt x="5280" y="25681"/>
                    <a:pt x="4050" y="2457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90" name="Google Shape;564;p20"/>
            <p:cNvSpPr/>
            <p:nvPr/>
          </p:nvSpPr>
          <p:spPr>
            <a:xfrm>
              <a:off x="1080" y="0"/>
              <a:ext cx="2369880" cy="829800"/>
            </a:xfrm>
            <a:custGeom>
              <a:avLst/>
              <a:gdLst>
                <a:gd name="textAreaLeft" fmla="*/ 0 w 2369880"/>
                <a:gd name="textAreaRight" fmla="*/ 2370240 w 2369880"/>
                <a:gd name="textAreaTop" fmla="*/ 0 h 829800"/>
                <a:gd name="textAreaBottom" fmla="*/ 830160 h 829800"/>
              </a:gdLst>
              <a:ahLst/>
              <a:cxnLst/>
              <a:rect l="textAreaLeft" t="textAreaTop" r="textAreaRight" b="textAreaBottom"/>
              <a:pathLst>
                <a:path w="73790" h="28399">
                  <a:moveTo>
                    <a:pt x="63076" y="10355"/>
                  </a:moveTo>
                  <a:cubicBezTo>
                    <a:pt x="62537" y="11405"/>
                    <a:pt x="61999" y="12482"/>
                    <a:pt x="61461" y="13558"/>
                  </a:cubicBezTo>
                  <a:cubicBezTo>
                    <a:pt x="60308" y="16044"/>
                    <a:pt x="59000" y="18479"/>
                    <a:pt x="57591" y="20863"/>
                  </a:cubicBezTo>
                  <a:cubicBezTo>
                    <a:pt x="56745" y="22247"/>
                    <a:pt x="55771" y="23554"/>
                    <a:pt x="54669" y="24784"/>
                  </a:cubicBezTo>
                  <a:cubicBezTo>
                    <a:pt x="53900" y="25630"/>
                    <a:pt x="53029" y="26373"/>
                    <a:pt x="52080" y="26988"/>
                  </a:cubicBezTo>
                  <a:cubicBezTo>
                    <a:pt x="51004" y="27680"/>
                    <a:pt x="49799" y="28090"/>
                    <a:pt x="48543" y="28244"/>
                  </a:cubicBezTo>
                  <a:cubicBezTo>
                    <a:pt x="47211" y="28398"/>
                    <a:pt x="45878" y="28347"/>
                    <a:pt x="44596" y="28090"/>
                  </a:cubicBezTo>
                  <a:cubicBezTo>
                    <a:pt x="42674" y="27757"/>
                    <a:pt x="40803" y="27245"/>
                    <a:pt x="38983" y="26604"/>
                  </a:cubicBezTo>
                  <a:cubicBezTo>
                    <a:pt x="35780" y="25502"/>
                    <a:pt x="32730" y="24195"/>
                    <a:pt x="29705" y="22836"/>
                  </a:cubicBezTo>
                  <a:cubicBezTo>
                    <a:pt x="24169" y="20401"/>
                    <a:pt x="18684" y="17941"/>
                    <a:pt x="13174" y="15481"/>
                  </a:cubicBezTo>
                  <a:cubicBezTo>
                    <a:pt x="9201" y="13686"/>
                    <a:pt x="5229" y="11944"/>
                    <a:pt x="1256" y="10175"/>
                  </a:cubicBezTo>
                  <a:cubicBezTo>
                    <a:pt x="871" y="9996"/>
                    <a:pt x="487" y="9739"/>
                    <a:pt x="0" y="9765"/>
                  </a:cubicBezTo>
                  <a:lnTo>
                    <a:pt x="0" y="9022"/>
                  </a:lnTo>
                  <a:cubicBezTo>
                    <a:pt x="461" y="9176"/>
                    <a:pt x="923" y="9329"/>
                    <a:pt x="1358" y="9509"/>
                  </a:cubicBezTo>
                  <a:cubicBezTo>
                    <a:pt x="9252" y="12943"/>
                    <a:pt x="17172" y="16378"/>
                    <a:pt x="25066" y="19838"/>
                  </a:cubicBezTo>
                  <a:cubicBezTo>
                    <a:pt x="28475" y="21299"/>
                    <a:pt x="31884" y="22708"/>
                    <a:pt x="35395" y="23990"/>
                  </a:cubicBezTo>
                  <a:cubicBezTo>
                    <a:pt x="37215" y="24656"/>
                    <a:pt x="39060" y="25194"/>
                    <a:pt x="40931" y="25656"/>
                  </a:cubicBezTo>
                  <a:cubicBezTo>
                    <a:pt x="42443" y="26014"/>
                    <a:pt x="43981" y="26194"/>
                    <a:pt x="45545" y="26168"/>
                  </a:cubicBezTo>
                  <a:cubicBezTo>
                    <a:pt x="47082" y="26168"/>
                    <a:pt x="48569" y="25758"/>
                    <a:pt x="49902" y="24989"/>
                  </a:cubicBezTo>
                  <a:cubicBezTo>
                    <a:pt x="50927" y="24374"/>
                    <a:pt x="51850" y="23656"/>
                    <a:pt x="52695" y="22811"/>
                  </a:cubicBezTo>
                  <a:cubicBezTo>
                    <a:pt x="53746" y="21734"/>
                    <a:pt x="54695" y="20555"/>
                    <a:pt x="55540" y="19299"/>
                  </a:cubicBezTo>
                  <a:cubicBezTo>
                    <a:pt x="56950" y="17198"/>
                    <a:pt x="58257" y="15045"/>
                    <a:pt x="59436" y="12815"/>
                  </a:cubicBezTo>
                  <a:cubicBezTo>
                    <a:pt x="60103" y="11585"/>
                    <a:pt x="60769" y="10355"/>
                    <a:pt x="61461" y="9150"/>
                  </a:cubicBezTo>
                  <a:cubicBezTo>
                    <a:pt x="62409" y="7510"/>
                    <a:pt x="63588" y="5997"/>
                    <a:pt x="64947" y="4665"/>
                  </a:cubicBezTo>
                  <a:cubicBezTo>
                    <a:pt x="66587" y="3076"/>
                    <a:pt x="68432" y="1717"/>
                    <a:pt x="70432" y="589"/>
                  </a:cubicBezTo>
                  <a:cubicBezTo>
                    <a:pt x="70739" y="410"/>
                    <a:pt x="70995" y="205"/>
                    <a:pt x="71277" y="0"/>
                  </a:cubicBezTo>
                  <a:lnTo>
                    <a:pt x="73789" y="0"/>
                  </a:lnTo>
                  <a:cubicBezTo>
                    <a:pt x="73123" y="410"/>
                    <a:pt x="72482" y="846"/>
                    <a:pt x="71790" y="1256"/>
                  </a:cubicBezTo>
                  <a:cubicBezTo>
                    <a:pt x="67869" y="3614"/>
                    <a:pt x="64947" y="6638"/>
                    <a:pt x="63076" y="1035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291" name="Google Shape;565;p20"/>
            <p:cNvSpPr/>
            <p:nvPr/>
          </p:nvSpPr>
          <p:spPr>
            <a:xfrm>
              <a:off x="5872320" y="0"/>
              <a:ext cx="762840" cy="307440"/>
            </a:xfrm>
            <a:custGeom>
              <a:avLst/>
              <a:gdLst>
                <a:gd name="textAreaLeft" fmla="*/ 0 w 762840"/>
                <a:gd name="textAreaRight" fmla="*/ 763200 w 762840"/>
                <a:gd name="textAreaTop" fmla="*/ 0 h 307440"/>
                <a:gd name="textAreaBottom" fmla="*/ 307800 h 307440"/>
              </a:gdLst>
              <a:ahLst/>
              <a:cxnLst/>
              <a:rect l="textAreaLeft" t="textAreaTop" r="textAreaRight" b="textAreaBottom"/>
              <a:pathLst>
                <a:path w="23760" h="10534">
                  <a:moveTo>
                    <a:pt x="13944" y="5895"/>
                  </a:moveTo>
                  <a:cubicBezTo>
                    <a:pt x="12534" y="6792"/>
                    <a:pt x="11099" y="7663"/>
                    <a:pt x="9663" y="8509"/>
                  </a:cubicBezTo>
                  <a:cubicBezTo>
                    <a:pt x="8895" y="8945"/>
                    <a:pt x="8126" y="9329"/>
                    <a:pt x="7331" y="9688"/>
                  </a:cubicBezTo>
                  <a:cubicBezTo>
                    <a:pt x="6742" y="9919"/>
                    <a:pt x="6152" y="10124"/>
                    <a:pt x="5537" y="10252"/>
                  </a:cubicBezTo>
                  <a:cubicBezTo>
                    <a:pt x="4153" y="10534"/>
                    <a:pt x="2974" y="10226"/>
                    <a:pt x="2077" y="9329"/>
                  </a:cubicBezTo>
                  <a:cubicBezTo>
                    <a:pt x="1692" y="8919"/>
                    <a:pt x="1359" y="8458"/>
                    <a:pt x="1077" y="7971"/>
                  </a:cubicBezTo>
                  <a:cubicBezTo>
                    <a:pt x="667" y="7176"/>
                    <a:pt x="411" y="6305"/>
                    <a:pt x="283" y="5434"/>
                  </a:cubicBezTo>
                  <a:cubicBezTo>
                    <a:pt x="78" y="3947"/>
                    <a:pt x="1" y="2435"/>
                    <a:pt x="129" y="948"/>
                  </a:cubicBezTo>
                  <a:cubicBezTo>
                    <a:pt x="129" y="615"/>
                    <a:pt x="78" y="333"/>
                    <a:pt x="78" y="26"/>
                  </a:cubicBezTo>
                  <a:lnTo>
                    <a:pt x="2128" y="26"/>
                  </a:lnTo>
                  <a:cubicBezTo>
                    <a:pt x="2077" y="1025"/>
                    <a:pt x="2179" y="1999"/>
                    <a:pt x="2384" y="2973"/>
                  </a:cubicBezTo>
                  <a:cubicBezTo>
                    <a:pt x="2538" y="3870"/>
                    <a:pt x="2871" y="4716"/>
                    <a:pt x="3384" y="5459"/>
                  </a:cubicBezTo>
                  <a:cubicBezTo>
                    <a:pt x="4358" y="6792"/>
                    <a:pt x="5742" y="7279"/>
                    <a:pt x="7536" y="6818"/>
                  </a:cubicBezTo>
                  <a:cubicBezTo>
                    <a:pt x="8356" y="6613"/>
                    <a:pt x="9151" y="6305"/>
                    <a:pt x="9894" y="5946"/>
                  </a:cubicBezTo>
                  <a:cubicBezTo>
                    <a:pt x="11047" y="5408"/>
                    <a:pt x="12150" y="4793"/>
                    <a:pt x="13252" y="4178"/>
                  </a:cubicBezTo>
                  <a:cubicBezTo>
                    <a:pt x="15533" y="2896"/>
                    <a:pt x="17763" y="1563"/>
                    <a:pt x="20018" y="256"/>
                  </a:cubicBezTo>
                  <a:cubicBezTo>
                    <a:pt x="20146" y="179"/>
                    <a:pt x="20249" y="103"/>
                    <a:pt x="20351" y="0"/>
                  </a:cubicBezTo>
                  <a:lnTo>
                    <a:pt x="23760" y="0"/>
                  </a:lnTo>
                  <a:cubicBezTo>
                    <a:pt x="23581" y="154"/>
                    <a:pt x="23376" y="308"/>
                    <a:pt x="23171" y="436"/>
                  </a:cubicBezTo>
                  <a:cubicBezTo>
                    <a:pt x="19967" y="2127"/>
                    <a:pt x="16968" y="3998"/>
                    <a:pt x="13944" y="589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292" name="Google Shape;566;p20"/>
          <p:cNvSpPr/>
          <p:nvPr/>
        </p:nvSpPr>
        <p:spPr>
          <a:xfrm>
            <a:off x="222480" y="245880"/>
            <a:ext cx="8698320" cy="4651560"/>
          </a:xfrm>
          <a:prstGeom prst="roundRect">
            <a:avLst>
              <a:gd name="adj" fmla="val 10431"/>
            </a:avLst>
          </a:prstGeom>
          <a:solidFill>
            <a:schemeClr val="accent6"/>
          </a:solidFill>
          <a:ln w="0">
            <a:noFill/>
          </a:ln>
          <a:effectLst>
            <a:outerShdw blurRad="585720" algn="bl" rotWithShape="0">
              <a:schemeClr val="dk2">
                <a:alpha val="81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29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  <a:endParaRPr lang="fr-FR" sz="35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294" name="PlaceHolder 2"/>
          <p:cNvSpPr>
            <a:spLocks noGrp="1"/>
          </p:cNvSpPr>
          <p:nvPr>
            <p:ph type="title"/>
          </p:nvPr>
        </p:nvSpPr>
        <p:spPr>
          <a:xfrm>
            <a:off x="5974560" y="2656440"/>
            <a:ext cx="2449080" cy="58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800" b="1" strike="noStrike" spc="-1">
                <a:solidFill>
                  <a:schemeClr val="accent2"/>
                </a:solidFill>
                <a:latin typeface="Work Sans"/>
                <a:ea typeface="Work Sans"/>
              </a:rPr>
              <a:t>xx%</a:t>
            </a:r>
            <a:endParaRPr lang="fr-FR" sz="48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title"/>
          </p:nvPr>
        </p:nvSpPr>
        <p:spPr>
          <a:xfrm>
            <a:off x="3347280" y="2656440"/>
            <a:ext cx="2449080" cy="58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800" b="1" strike="noStrike" spc="-1">
                <a:solidFill>
                  <a:schemeClr val="accent2"/>
                </a:solidFill>
                <a:latin typeface="Work Sans"/>
                <a:ea typeface="Work Sans"/>
              </a:rPr>
              <a:t>xx%</a:t>
            </a:r>
            <a:endParaRPr lang="fr-FR" sz="48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296" name="PlaceHolder 4"/>
          <p:cNvSpPr>
            <a:spLocks noGrp="1"/>
          </p:cNvSpPr>
          <p:nvPr>
            <p:ph type="title"/>
          </p:nvPr>
        </p:nvSpPr>
        <p:spPr>
          <a:xfrm>
            <a:off x="720000" y="2656440"/>
            <a:ext cx="2449080" cy="58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800" b="1" strike="noStrike" spc="-1">
                <a:solidFill>
                  <a:schemeClr val="accent2"/>
                </a:solidFill>
                <a:latin typeface="Work Sans"/>
                <a:ea typeface="Work Sans"/>
              </a:rPr>
              <a:t>xx%</a:t>
            </a:r>
            <a:endParaRPr lang="fr-FR" sz="48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/>
    <p:bodyStyle/>
    <p:otherStyle/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7477FB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" name="Google Shape;575;p21"/>
          <p:cNvGrpSpPr/>
          <p:nvPr/>
        </p:nvGrpSpPr>
        <p:grpSpPr>
          <a:xfrm>
            <a:off x="-360" y="0"/>
            <a:ext cx="9143640" cy="5143320"/>
            <a:chOff x="-360" y="0"/>
            <a:chExt cx="9143640" cy="5143320"/>
          </a:xfrm>
        </p:grpSpPr>
        <p:sp>
          <p:nvSpPr>
            <p:cNvPr id="328" name="Google Shape;576;p21"/>
            <p:cNvSpPr/>
            <p:nvPr/>
          </p:nvSpPr>
          <p:spPr>
            <a:xfrm flipH="1">
              <a:off x="0" y="0"/>
              <a:ext cx="3819600" cy="4427640"/>
            </a:xfrm>
            <a:custGeom>
              <a:avLst/>
              <a:gdLst>
                <a:gd name="textAreaLeft" fmla="*/ 360 w 3819600"/>
                <a:gd name="textAreaRight" fmla="*/ 3820320 w 3819600"/>
                <a:gd name="textAreaTop" fmla="*/ 0 h 4427640"/>
                <a:gd name="textAreaBottom" fmla="*/ 4428000 h 4427640"/>
              </a:gdLst>
              <a:ahLst/>
              <a:cxnLst/>
              <a:rect l="textAreaLeft" t="textAreaTop" r="textAreaRight" b="textAreaBottom"/>
              <a:pathLst>
                <a:path w="118924" h="151474">
                  <a:moveTo>
                    <a:pt x="103008" y="151473"/>
                  </a:moveTo>
                  <a:cubicBezTo>
                    <a:pt x="98522" y="151448"/>
                    <a:pt x="94063" y="150781"/>
                    <a:pt x="89731" y="149525"/>
                  </a:cubicBezTo>
                  <a:cubicBezTo>
                    <a:pt x="87425" y="148833"/>
                    <a:pt x="85118" y="148090"/>
                    <a:pt x="82862" y="147270"/>
                  </a:cubicBezTo>
                  <a:cubicBezTo>
                    <a:pt x="77531" y="145348"/>
                    <a:pt x="72200" y="143374"/>
                    <a:pt x="66869" y="141375"/>
                  </a:cubicBezTo>
                  <a:cubicBezTo>
                    <a:pt x="65024" y="140657"/>
                    <a:pt x="63178" y="139888"/>
                    <a:pt x="61384" y="139094"/>
                  </a:cubicBezTo>
                  <a:cubicBezTo>
                    <a:pt x="56130" y="136787"/>
                    <a:pt x="52414" y="133302"/>
                    <a:pt x="50158" y="128739"/>
                  </a:cubicBezTo>
                  <a:cubicBezTo>
                    <a:pt x="48979" y="126407"/>
                    <a:pt x="48031" y="123947"/>
                    <a:pt x="47288" y="121435"/>
                  </a:cubicBezTo>
                  <a:cubicBezTo>
                    <a:pt x="46493" y="118616"/>
                    <a:pt x="45724" y="115822"/>
                    <a:pt x="45084" y="112977"/>
                  </a:cubicBezTo>
                  <a:cubicBezTo>
                    <a:pt x="44545" y="110465"/>
                    <a:pt x="44161" y="107902"/>
                    <a:pt x="43776" y="105365"/>
                  </a:cubicBezTo>
                  <a:cubicBezTo>
                    <a:pt x="43469" y="103084"/>
                    <a:pt x="43187" y="100803"/>
                    <a:pt x="42982" y="98522"/>
                  </a:cubicBezTo>
                  <a:cubicBezTo>
                    <a:pt x="42444" y="93114"/>
                    <a:pt x="42187" y="87706"/>
                    <a:pt x="42674" y="82298"/>
                  </a:cubicBezTo>
                  <a:cubicBezTo>
                    <a:pt x="43161" y="77351"/>
                    <a:pt x="44340" y="72507"/>
                    <a:pt x="46160" y="67868"/>
                  </a:cubicBezTo>
                  <a:cubicBezTo>
                    <a:pt x="47518" y="64357"/>
                    <a:pt x="49236" y="60948"/>
                    <a:pt x="50902" y="57514"/>
                  </a:cubicBezTo>
                  <a:cubicBezTo>
                    <a:pt x="55028" y="49081"/>
                    <a:pt x="59975" y="40982"/>
                    <a:pt x="65460" y="33088"/>
                  </a:cubicBezTo>
                  <a:cubicBezTo>
                    <a:pt x="67664" y="29961"/>
                    <a:pt x="69765" y="26758"/>
                    <a:pt x="71867" y="23554"/>
                  </a:cubicBezTo>
                  <a:cubicBezTo>
                    <a:pt x="72585" y="22503"/>
                    <a:pt x="73200" y="21375"/>
                    <a:pt x="73789" y="20273"/>
                  </a:cubicBezTo>
                  <a:cubicBezTo>
                    <a:pt x="74456" y="19094"/>
                    <a:pt x="74917" y="17813"/>
                    <a:pt x="75148" y="16480"/>
                  </a:cubicBezTo>
                  <a:cubicBezTo>
                    <a:pt x="75225" y="15967"/>
                    <a:pt x="75225" y="15429"/>
                    <a:pt x="75148" y="14891"/>
                  </a:cubicBezTo>
                  <a:cubicBezTo>
                    <a:pt x="75020" y="13866"/>
                    <a:pt x="74251" y="13276"/>
                    <a:pt x="73097" y="12994"/>
                  </a:cubicBezTo>
                  <a:cubicBezTo>
                    <a:pt x="72303" y="12815"/>
                    <a:pt x="71508" y="12764"/>
                    <a:pt x="70714" y="12841"/>
                  </a:cubicBezTo>
                  <a:cubicBezTo>
                    <a:pt x="69560" y="12943"/>
                    <a:pt x="68407" y="13123"/>
                    <a:pt x="67254" y="13404"/>
                  </a:cubicBezTo>
                  <a:cubicBezTo>
                    <a:pt x="65460" y="13866"/>
                    <a:pt x="63691" y="14430"/>
                    <a:pt x="61974" y="15122"/>
                  </a:cubicBezTo>
                  <a:cubicBezTo>
                    <a:pt x="58693" y="16378"/>
                    <a:pt x="55489" y="17838"/>
                    <a:pt x="52414" y="19479"/>
                  </a:cubicBezTo>
                  <a:cubicBezTo>
                    <a:pt x="48339" y="21606"/>
                    <a:pt x="44468" y="23964"/>
                    <a:pt x="40624" y="26373"/>
                  </a:cubicBezTo>
                  <a:cubicBezTo>
                    <a:pt x="37830" y="28142"/>
                    <a:pt x="35011" y="29910"/>
                    <a:pt x="32192" y="31653"/>
                  </a:cubicBezTo>
                  <a:cubicBezTo>
                    <a:pt x="30193" y="32883"/>
                    <a:pt x="28142" y="34037"/>
                    <a:pt x="26040" y="35062"/>
                  </a:cubicBezTo>
                  <a:cubicBezTo>
                    <a:pt x="24169" y="36010"/>
                    <a:pt x="22196" y="36753"/>
                    <a:pt x="20171" y="37292"/>
                  </a:cubicBezTo>
                  <a:cubicBezTo>
                    <a:pt x="14686" y="38650"/>
                    <a:pt x="10073" y="37445"/>
                    <a:pt x="6228" y="34037"/>
                  </a:cubicBezTo>
                  <a:cubicBezTo>
                    <a:pt x="5229" y="33114"/>
                    <a:pt x="4383" y="32089"/>
                    <a:pt x="3717" y="30935"/>
                  </a:cubicBezTo>
                  <a:cubicBezTo>
                    <a:pt x="2563" y="29039"/>
                    <a:pt x="1717" y="27014"/>
                    <a:pt x="1205" y="24912"/>
                  </a:cubicBezTo>
                  <a:cubicBezTo>
                    <a:pt x="564" y="22452"/>
                    <a:pt x="205" y="19966"/>
                    <a:pt x="103" y="17454"/>
                  </a:cubicBezTo>
                  <a:cubicBezTo>
                    <a:pt x="0" y="15173"/>
                    <a:pt x="26" y="12866"/>
                    <a:pt x="205" y="10585"/>
                  </a:cubicBezTo>
                  <a:cubicBezTo>
                    <a:pt x="436" y="7612"/>
                    <a:pt x="667" y="4665"/>
                    <a:pt x="897" y="1692"/>
                  </a:cubicBezTo>
                  <a:cubicBezTo>
                    <a:pt x="949" y="1128"/>
                    <a:pt x="949" y="564"/>
                    <a:pt x="949" y="0"/>
                  </a:cubicBezTo>
                  <a:lnTo>
                    <a:pt x="8689" y="0"/>
                  </a:lnTo>
                  <a:cubicBezTo>
                    <a:pt x="8766" y="179"/>
                    <a:pt x="8791" y="359"/>
                    <a:pt x="8791" y="538"/>
                  </a:cubicBezTo>
                  <a:cubicBezTo>
                    <a:pt x="8586" y="2153"/>
                    <a:pt x="8356" y="3768"/>
                    <a:pt x="8151" y="5382"/>
                  </a:cubicBezTo>
                  <a:cubicBezTo>
                    <a:pt x="7715" y="8637"/>
                    <a:pt x="7587" y="11944"/>
                    <a:pt x="7817" y="15224"/>
                  </a:cubicBezTo>
                  <a:cubicBezTo>
                    <a:pt x="7946" y="16993"/>
                    <a:pt x="8330" y="18736"/>
                    <a:pt x="8945" y="20401"/>
                  </a:cubicBezTo>
                  <a:cubicBezTo>
                    <a:pt x="9355" y="21606"/>
                    <a:pt x="9996" y="22708"/>
                    <a:pt x="10816" y="23682"/>
                  </a:cubicBezTo>
                  <a:cubicBezTo>
                    <a:pt x="11559" y="24579"/>
                    <a:pt x="12482" y="25297"/>
                    <a:pt x="13507" y="25809"/>
                  </a:cubicBezTo>
                  <a:cubicBezTo>
                    <a:pt x="15071" y="26604"/>
                    <a:pt x="16865" y="26809"/>
                    <a:pt x="18531" y="26348"/>
                  </a:cubicBezTo>
                  <a:cubicBezTo>
                    <a:pt x="19530" y="26091"/>
                    <a:pt x="20504" y="25707"/>
                    <a:pt x="21427" y="25220"/>
                  </a:cubicBezTo>
                  <a:cubicBezTo>
                    <a:pt x="22785" y="24528"/>
                    <a:pt x="24093" y="23733"/>
                    <a:pt x="25323" y="22811"/>
                  </a:cubicBezTo>
                  <a:cubicBezTo>
                    <a:pt x="26630" y="21862"/>
                    <a:pt x="27963" y="20914"/>
                    <a:pt x="29193" y="19914"/>
                  </a:cubicBezTo>
                  <a:cubicBezTo>
                    <a:pt x="36190" y="14302"/>
                    <a:pt x="43930" y="9483"/>
                    <a:pt x="52183" y="5229"/>
                  </a:cubicBezTo>
                  <a:cubicBezTo>
                    <a:pt x="55464" y="3537"/>
                    <a:pt x="58796" y="1820"/>
                    <a:pt x="62204" y="256"/>
                  </a:cubicBezTo>
                  <a:cubicBezTo>
                    <a:pt x="62384" y="179"/>
                    <a:pt x="62538" y="77"/>
                    <a:pt x="62691" y="0"/>
                  </a:cubicBezTo>
                  <a:lnTo>
                    <a:pt x="118924" y="0"/>
                  </a:lnTo>
                  <a:lnTo>
                    <a:pt x="118924" y="8278"/>
                  </a:lnTo>
                  <a:cubicBezTo>
                    <a:pt x="118616" y="8407"/>
                    <a:pt x="118334" y="8535"/>
                    <a:pt x="118027" y="8663"/>
                  </a:cubicBezTo>
                  <a:cubicBezTo>
                    <a:pt x="112029" y="10995"/>
                    <a:pt x="106416" y="14225"/>
                    <a:pt x="101393" y="18274"/>
                  </a:cubicBezTo>
                  <a:cubicBezTo>
                    <a:pt x="94729" y="23554"/>
                    <a:pt x="88527" y="29372"/>
                    <a:pt x="82811" y="35651"/>
                  </a:cubicBezTo>
                  <a:cubicBezTo>
                    <a:pt x="76532" y="42571"/>
                    <a:pt x="71893" y="50158"/>
                    <a:pt x="68843" y="58411"/>
                  </a:cubicBezTo>
                  <a:cubicBezTo>
                    <a:pt x="67510" y="62025"/>
                    <a:pt x="66126" y="65587"/>
                    <a:pt x="65101" y="69252"/>
                  </a:cubicBezTo>
                  <a:cubicBezTo>
                    <a:pt x="63691" y="74096"/>
                    <a:pt x="62897" y="78992"/>
                    <a:pt x="63102" y="83964"/>
                  </a:cubicBezTo>
                  <a:cubicBezTo>
                    <a:pt x="63281" y="88654"/>
                    <a:pt x="64383" y="93216"/>
                    <a:pt x="66075" y="97702"/>
                  </a:cubicBezTo>
                  <a:cubicBezTo>
                    <a:pt x="68202" y="103238"/>
                    <a:pt x="71278" y="108389"/>
                    <a:pt x="75199" y="112849"/>
                  </a:cubicBezTo>
                  <a:cubicBezTo>
                    <a:pt x="78505" y="116668"/>
                    <a:pt x="82427" y="119923"/>
                    <a:pt x="86758" y="122486"/>
                  </a:cubicBezTo>
                  <a:cubicBezTo>
                    <a:pt x="94447" y="127073"/>
                    <a:pt x="103059" y="129201"/>
                    <a:pt x="112568" y="128739"/>
                  </a:cubicBezTo>
                  <a:cubicBezTo>
                    <a:pt x="114362" y="128663"/>
                    <a:pt x="116182" y="128432"/>
                    <a:pt x="117950" y="128073"/>
                  </a:cubicBezTo>
                  <a:cubicBezTo>
                    <a:pt x="118283" y="128022"/>
                    <a:pt x="118591" y="127894"/>
                    <a:pt x="118924" y="127817"/>
                  </a:cubicBezTo>
                  <a:lnTo>
                    <a:pt x="118924" y="149064"/>
                  </a:lnTo>
                  <a:cubicBezTo>
                    <a:pt x="118514" y="149141"/>
                    <a:pt x="118129" y="149218"/>
                    <a:pt x="117719" y="149346"/>
                  </a:cubicBezTo>
                  <a:cubicBezTo>
                    <a:pt x="112952" y="150730"/>
                    <a:pt x="108005" y="151448"/>
                    <a:pt x="103008" y="151473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29" name="Google Shape;577;p21"/>
            <p:cNvSpPr/>
            <p:nvPr/>
          </p:nvSpPr>
          <p:spPr>
            <a:xfrm flipH="1">
              <a:off x="2516040" y="0"/>
              <a:ext cx="6626880" cy="5142240"/>
            </a:xfrm>
            <a:custGeom>
              <a:avLst/>
              <a:gdLst>
                <a:gd name="textAreaLeft" fmla="*/ 360 w 6626880"/>
                <a:gd name="textAreaRight" fmla="*/ 6627600 w 6626880"/>
                <a:gd name="textAreaTop" fmla="*/ 0 h 5142240"/>
                <a:gd name="textAreaBottom" fmla="*/ 5142600 h 5142240"/>
              </a:gdLst>
              <a:ahLst/>
              <a:cxnLst/>
              <a:rect l="textAreaLeft" t="textAreaTop" r="textAreaRight" b="textAreaBottom"/>
              <a:pathLst>
                <a:path w="206323" h="175925">
                  <a:moveTo>
                    <a:pt x="141196" y="19504"/>
                  </a:moveTo>
                  <a:cubicBezTo>
                    <a:pt x="142093" y="23041"/>
                    <a:pt x="142965" y="26604"/>
                    <a:pt x="143836" y="30166"/>
                  </a:cubicBezTo>
                  <a:cubicBezTo>
                    <a:pt x="145400" y="36318"/>
                    <a:pt x="147424" y="42315"/>
                    <a:pt x="149936" y="48133"/>
                  </a:cubicBezTo>
                  <a:cubicBezTo>
                    <a:pt x="151089" y="50824"/>
                    <a:pt x="152217" y="53515"/>
                    <a:pt x="153089" y="56283"/>
                  </a:cubicBezTo>
                  <a:cubicBezTo>
                    <a:pt x="153858" y="58770"/>
                    <a:pt x="154447" y="61333"/>
                    <a:pt x="154831" y="63921"/>
                  </a:cubicBezTo>
                  <a:cubicBezTo>
                    <a:pt x="155421" y="67612"/>
                    <a:pt x="155703" y="71277"/>
                    <a:pt x="156036" y="74968"/>
                  </a:cubicBezTo>
                  <a:cubicBezTo>
                    <a:pt x="156241" y="77813"/>
                    <a:pt x="156600" y="80658"/>
                    <a:pt x="157138" y="83477"/>
                  </a:cubicBezTo>
                  <a:cubicBezTo>
                    <a:pt x="157574" y="85912"/>
                    <a:pt x="158343" y="88270"/>
                    <a:pt x="159394" y="90525"/>
                  </a:cubicBezTo>
                  <a:cubicBezTo>
                    <a:pt x="160675" y="93191"/>
                    <a:pt x="162520" y="95549"/>
                    <a:pt x="164802" y="97420"/>
                  </a:cubicBezTo>
                  <a:cubicBezTo>
                    <a:pt x="165776" y="98214"/>
                    <a:pt x="166724" y="99034"/>
                    <a:pt x="167723" y="99803"/>
                  </a:cubicBezTo>
                  <a:cubicBezTo>
                    <a:pt x="171645" y="102751"/>
                    <a:pt x="174618" y="106826"/>
                    <a:pt x="176207" y="111490"/>
                  </a:cubicBezTo>
                  <a:cubicBezTo>
                    <a:pt x="177027" y="113797"/>
                    <a:pt x="177565" y="116155"/>
                    <a:pt x="177873" y="118590"/>
                  </a:cubicBezTo>
                  <a:cubicBezTo>
                    <a:pt x="178155" y="120820"/>
                    <a:pt x="178257" y="123075"/>
                    <a:pt x="178129" y="125331"/>
                  </a:cubicBezTo>
                  <a:cubicBezTo>
                    <a:pt x="178027" y="127330"/>
                    <a:pt x="177565" y="129278"/>
                    <a:pt x="176796" y="131123"/>
                  </a:cubicBezTo>
                  <a:cubicBezTo>
                    <a:pt x="175694" y="133686"/>
                    <a:pt x="174567" y="136249"/>
                    <a:pt x="173439" y="138812"/>
                  </a:cubicBezTo>
                  <a:cubicBezTo>
                    <a:pt x="172824" y="140222"/>
                    <a:pt x="172209" y="141631"/>
                    <a:pt x="171645" y="143067"/>
                  </a:cubicBezTo>
                  <a:cubicBezTo>
                    <a:pt x="170491" y="146040"/>
                    <a:pt x="170696" y="148987"/>
                    <a:pt x="172055" y="151909"/>
                  </a:cubicBezTo>
                  <a:cubicBezTo>
                    <a:pt x="172798" y="153447"/>
                    <a:pt x="173721" y="154882"/>
                    <a:pt x="174797" y="156215"/>
                  </a:cubicBezTo>
                  <a:cubicBezTo>
                    <a:pt x="176925" y="158829"/>
                    <a:pt x="179488" y="161136"/>
                    <a:pt x="182281" y="163263"/>
                  </a:cubicBezTo>
                  <a:cubicBezTo>
                    <a:pt x="188971" y="168415"/>
                    <a:pt x="196609" y="172387"/>
                    <a:pt x="205015" y="175386"/>
                  </a:cubicBezTo>
                  <a:cubicBezTo>
                    <a:pt x="205451" y="175540"/>
                    <a:pt x="205887" y="175745"/>
                    <a:pt x="206322" y="175924"/>
                  </a:cubicBezTo>
                  <a:lnTo>
                    <a:pt x="178539" y="175924"/>
                  </a:lnTo>
                  <a:cubicBezTo>
                    <a:pt x="178257" y="175668"/>
                    <a:pt x="178001" y="175412"/>
                    <a:pt x="177694" y="175181"/>
                  </a:cubicBezTo>
                  <a:cubicBezTo>
                    <a:pt x="174054" y="172439"/>
                    <a:pt x="170594" y="169491"/>
                    <a:pt x="167313" y="166364"/>
                  </a:cubicBezTo>
                  <a:cubicBezTo>
                    <a:pt x="164597" y="163801"/>
                    <a:pt x="162136" y="161008"/>
                    <a:pt x="159932" y="158009"/>
                  </a:cubicBezTo>
                  <a:cubicBezTo>
                    <a:pt x="157753" y="154985"/>
                    <a:pt x="156010" y="151806"/>
                    <a:pt x="154960" y="148372"/>
                  </a:cubicBezTo>
                  <a:cubicBezTo>
                    <a:pt x="154550" y="146988"/>
                    <a:pt x="154268" y="145553"/>
                    <a:pt x="154139" y="144117"/>
                  </a:cubicBezTo>
                  <a:cubicBezTo>
                    <a:pt x="153909" y="141401"/>
                    <a:pt x="154344" y="138658"/>
                    <a:pt x="155421" y="136146"/>
                  </a:cubicBezTo>
                  <a:cubicBezTo>
                    <a:pt x="156036" y="134686"/>
                    <a:pt x="156754" y="133225"/>
                    <a:pt x="157394" y="131764"/>
                  </a:cubicBezTo>
                  <a:cubicBezTo>
                    <a:pt x="157856" y="130739"/>
                    <a:pt x="158266" y="129688"/>
                    <a:pt x="158625" y="128637"/>
                  </a:cubicBezTo>
                  <a:cubicBezTo>
                    <a:pt x="159650" y="125356"/>
                    <a:pt x="159163" y="122178"/>
                    <a:pt x="157471" y="119103"/>
                  </a:cubicBezTo>
                  <a:cubicBezTo>
                    <a:pt x="156779" y="117898"/>
                    <a:pt x="155959" y="116745"/>
                    <a:pt x="154985" y="115745"/>
                  </a:cubicBezTo>
                  <a:cubicBezTo>
                    <a:pt x="154344" y="115079"/>
                    <a:pt x="153678" y="114438"/>
                    <a:pt x="152986" y="113823"/>
                  </a:cubicBezTo>
                  <a:cubicBezTo>
                    <a:pt x="152422" y="113285"/>
                    <a:pt x="151833" y="112746"/>
                    <a:pt x="151218" y="112234"/>
                  </a:cubicBezTo>
                  <a:cubicBezTo>
                    <a:pt x="147040" y="108748"/>
                    <a:pt x="144016" y="104083"/>
                    <a:pt x="142580" y="98829"/>
                  </a:cubicBezTo>
                  <a:cubicBezTo>
                    <a:pt x="141837" y="96164"/>
                    <a:pt x="141299" y="93473"/>
                    <a:pt x="140966" y="90756"/>
                  </a:cubicBezTo>
                  <a:cubicBezTo>
                    <a:pt x="140402" y="86476"/>
                    <a:pt x="139915" y="82170"/>
                    <a:pt x="139325" y="77864"/>
                  </a:cubicBezTo>
                  <a:cubicBezTo>
                    <a:pt x="138813" y="74173"/>
                    <a:pt x="138172" y="70482"/>
                    <a:pt x="137403" y="66817"/>
                  </a:cubicBezTo>
                  <a:cubicBezTo>
                    <a:pt x="136685" y="63409"/>
                    <a:pt x="136045" y="60025"/>
                    <a:pt x="135250" y="56642"/>
                  </a:cubicBezTo>
                  <a:cubicBezTo>
                    <a:pt x="133533" y="49107"/>
                    <a:pt x="131636" y="41572"/>
                    <a:pt x="129124" y="34216"/>
                  </a:cubicBezTo>
                  <a:cubicBezTo>
                    <a:pt x="128279" y="31576"/>
                    <a:pt x="127202" y="29039"/>
                    <a:pt x="125946" y="26578"/>
                  </a:cubicBezTo>
                  <a:cubicBezTo>
                    <a:pt x="125152" y="25015"/>
                    <a:pt x="124203" y="23554"/>
                    <a:pt x="123127" y="22170"/>
                  </a:cubicBezTo>
                  <a:cubicBezTo>
                    <a:pt x="122025" y="20786"/>
                    <a:pt x="120718" y="19530"/>
                    <a:pt x="119231" y="18530"/>
                  </a:cubicBezTo>
                  <a:cubicBezTo>
                    <a:pt x="118360" y="17941"/>
                    <a:pt x="117437" y="17454"/>
                    <a:pt x="116463" y="17070"/>
                  </a:cubicBezTo>
                  <a:cubicBezTo>
                    <a:pt x="113951" y="16096"/>
                    <a:pt x="111183" y="15942"/>
                    <a:pt x="108595" y="16659"/>
                  </a:cubicBezTo>
                  <a:cubicBezTo>
                    <a:pt x="107031" y="17095"/>
                    <a:pt x="105519" y="17710"/>
                    <a:pt x="104135" y="18530"/>
                  </a:cubicBezTo>
                  <a:cubicBezTo>
                    <a:pt x="101880" y="19838"/>
                    <a:pt x="99829" y="21478"/>
                    <a:pt x="98035" y="23400"/>
                  </a:cubicBezTo>
                  <a:cubicBezTo>
                    <a:pt x="95370" y="26194"/>
                    <a:pt x="93114" y="29321"/>
                    <a:pt x="91320" y="32729"/>
                  </a:cubicBezTo>
                  <a:cubicBezTo>
                    <a:pt x="90218" y="34806"/>
                    <a:pt x="89167" y="36907"/>
                    <a:pt x="88116" y="38958"/>
                  </a:cubicBezTo>
                  <a:cubicBezTo>
                    <a:pt x="86758" y="41674"/>
                    <a:pt x="85246" y="44314"/>
                    <a:pt x="83580" y="46852"/>
                  </a:cubicBezTo>
                  <a:cubicBezTo>
                    <a:pt x="82298" y="48748"/>
                    <a:pt x="80837" y="50491"/>
                    <a:pt x="79197" y="52080"/>
                  </a:cubicBezTo>
                  <a:cubicBezTo>
                    <a:pt x="78300" y="52926"/>
                    <a:pt x="77352" y="53695"/>
                    <a:pt x="76326" y="54387"/>
                  </a:cubicBezTo>
                  <a:cubicBezTo>
                    <a:pt x="73302" y="56335"/>
                    <a:pt x="69791" y="57437"/>
                    <a:pt x="66177" y="57539"/>
                  </a:cubicBezTo>
                  <a:cubicBezTo>
                    <a:pt x="62332" y="57693"/>
                    <a:pt x="58616" y="57104"/>
                    <a:pt x="55002" y="56104"/>
                  </a:cubicBezTo>
                  <a:cubicBezTo>
                    <a:pt x="50414" y="54797"/>
                    <a:pt x="45980" y="52952"/>
                    <a:pt x="41828" y="50619"/>
                  </a:cubicBezTo>
                  <a:cubicBezTo>
                    <a:pt x="37830" y="48441"/>
                    <a:pt x="34139" y="45955"/>
                    <a:pt x="30423" y="43443"/>
                  </a:cubicBezTo>
                  <a:cubicBezTo>
                    <a:pt x="26194" y="40572"/>
                    <a:pt x="21991" y="37625"/>
                    <a:pt x="17710" y="34806"/>
                  </a:cubicBezTo>
                  <a:cubicBezTo>
                    <a:pt x="12405" y="31269"/>
                    <a:pt x="6843" y="28065"/>
                    <a:pt x="1128" y="25040"/>
                  </a:cubicBezTo>
                  <a:cubicBezTo>
                    <a:pt x="769" y="24861"/>
                    <a:pt x="461" y="24605"/>
                    <a:pt x="0" y="24630"/>
                  </a:cubicBezTo>
                  <a:lnTo>
                    <a:pt x="0" y="19351"/>
                  </a:lnTo>
                  <a:cubicBezTo>
                    <a:pt x="179" y="19351"/>
                    <a:pt x="359" y="19376"/>
                    <a:pt x="538" y="19428"/>
                  </a:cubicBezTo>
                  <a:cubicBezTo>
                    <a:pt x="846" y="19556"/>
                    <a:pt x="1128" y="19709"/>
                    <a:pt x="1435" y="19863"/>
                  </a:cubicBezTo>
                  <a:cubicBezTo>
                    <a:pt x="11354" y="24964"/>
                    <a:pt x="20991" y="30653"/>
                    <a:pt x="30269" y="36907"/>
                  </a:cubicBezTo>
                  <a:cubicBezTo>
                    <a:pt x="33447" y="39060"/>
                    <a:pt x="36677" y="41136"/>
                    <a:pt x="39906" y="43187"/>
                  </a:cubicBezTo>
                  <a:cubicBezTo>
                    <a:pt x="42315" y="44724"/>
                    <a:pt x="44827" y="46083"/>
                    <a:pt x="47416" y="47287"/>
                  </a:cubicBezTo>
                  <a:cubicBezTo>
                    <a:pt x="50389" y="48723"/>
                    <a:pt x="53516" y="49773"/>
                    <a:pt x="56745" y="50440"/>
                  </a:cubicBezTo>
                  <a:cubicBezTo>
                    <a:pt x="58795" y="50876"/>
                    <a:pt x="60871" y="51029"/>
                    <a:pt x="62948" y="50952"/>
                  </a:cubicBezTo>
                  <a:cubicBezTo>
                    <a:pt x="66510" y="50799"/>
                    <a:pt x="69586" y="49748"/>
                    <a:pt x="72149" y="47697"/>
                  </a:cubicBezTo>
                  <a:cubicBezTo>
                    <a:pt x="73353" y="46723"/>
                    <a:pt x="74455" y="45570"/>
                    <a:pt x="75404" y="44314"/>
                  </a:cubicBezTo>
                  <a:cubicBezTo>
                    <a:pt x="76813" y="42443"/>
                    <a:pt x="78018" y="40418"/>
                    <a:pt x="79018" y="38266"/>
                  </a:cubicBezTo>
                  <a:cubicBezTo>
                    <a:pt x="80427" y="35190"/>
                    <a:pt x="81658" y="32037"/>
                    <a:pt x="82657" y="28808"/>
                  </a:cubicBezTo>
                  <a:cubicBezTo>
                    <a:pt x="83477" y="26091"/>
                    <a:pt x="84502" y="23477"/>
                    <a:pt x="85733" y="20940"/>
                  </a:cubicBezTo>
                  <a:cubicBezTo>
                    <a:pt x="87527" y="17454"/>
                    <a:pt x="89680" y="14148"/>
                    <a:pt x="92166" y="11123"/>
                  </a:cubicBezTo>
                  <a:cubicBezTo>
                    <a:pt x="94883" y="7817"/>
                    <a:pt x="97753" y="4562"/>
                    <a:pt x="100778" y="1435"/>
                  </a:cubicBezTo>
                  <a:cubicBezTo>
                    <a:pt x="101239" y="948"/>
                    <a:pt x="101752" y="461"/>
                    <a:pt x="102238" y="0"/>
                  </a:cubicBezTo>
                  <a:lnTo>
                    <a:pt x="125921" y="0"/>
                  </a:lnTo>
                  <a:cubicBezTo>
                    <a:pt x="126100" y="308"/>
                    <a:pt x="126485" y="384"/>
                    <a:pt x="126792" y="564"/>
                  </a:cubicBezTo>
                  <a:cubicBezTo>
                    <a:pt x="128663" y="1512"/>
                    <a:pt x="130457" y="2640"/>
                    <a:pt x="132123" y="3921"/>
                  </a:cubicBezTo>
                  <a:cubicBezTo>
                    <a:pt x="134968" y="6126"/>
                    <a:pt x="137224" y="8996"/>
                    <a:pt x="138684" y="12277"/>
                  </a:cubicBezTo>
                  <a:cubicBezTo>
                    <a:pt x="139735" y="14609"/>
                    <a:pt x="140555" y="17018"/>
                    <a:pt x="141196" y="19504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30" name="Google Shape;578;p21"/>
            <p:cNvSpPr/>
            <p:nvPr/>
          </p:nvSpPr>
          <p:spPr>
            <a:xfrm flipH="1">
              <a:off x="4358520" y="1168200"/>
              <a:ext cx="4783320" cy="3974400"/>
            </a:xfrm>
            <a:custGeom>
              <a:avLst/>
              <a:gdLst>
                <a:gd name="textAreaLeft" fmla="*/ -360 w 4783320"/>
                <a:gd name="textAreaRight" fmla="*/ 4783320 w 4783320"/>
                <a:gd name="textAreaTop" fmla="*/ 0 h 3974400"/>
                <a:gd name="textAreaBottom" fmla="*/ 3974760 h 3974400"/>
              </a:gdLst>
              <a:ahLst/>
              <a:cxnLst/>
              <a:rect l="textAreaLeft" t="textAreaTop" r="textAreaRight" b="textAreaBottom"/>
              <a:pathLst>
                <a:path w="148937" h="135968">
                  <a:moveTo>
                    <a:pt x="1307" y="308"/>
                  </a:moveTo>
                  <a:cubicBezTo>
                    <a:pt x="3306" y="897"/>
                    <a:pt x="5229" y="1615"/>
                    <a:pt x="7125" y="2435"/>
                  </a:cubicBezTo>
                  <a:cubicBezTo>
                    <a:pt x="10329" y="3819"/>
                    <a:pt x="13430" y="5331"/>
                    <a:pt x="16429" y="6972"/>
                  </a:cubicBezTo>
                  <a:cubicBezTo>
                    <a:pt x="21068" y="9483"/>
                    <a:pt x="25656" y="12021"/>
                    <a:pt x="30295" y="14507"/>
                  </a:cubicBezTo>
                  <a:cubicBezTo>
                    <a:pt x="35805" y="17505"/>
                    <a:pt x="41546" y="19992"/>
                    <a:pt x="47493" y="21991"/>
                  </a:cubicBezTo>
                  <a:cubicBezTo>
                    <a:pt x="51414" y="23323"/>
                    <a:pt x="55412" y="24374"/>
                    <a:pt x="59487" y="25169"/>
                  </a:cubicBezTo>
                  <a:cubicBezTo>
                    <a:pt x="62512" y="25758"/>
                    <a:pt x="65562" y="26040"/>
                    <a:pt x="68637" y="26040"/>
                  </a:cubicBezTo>
                  <a:cubicBezTo>
                    <a:pt x="74174" y="25989"/>
                    <a:pt x="79146" y="24631"/>
                    <a:pt x="83554" y="21863"/>
                  </a:cubicBezTo>
                  <a:cubicBezTo>
                    <a:pt x="85476" y="20632"/>
                    <a:pt x="87296" y="19248"/>
                    <a:pt x="88988" y="17736"/>
                  </a:cubicBezTo>
                  <a:cubicBezTo>
                    <a:pt x="90269" y="16608"/>
                    <a:pt x="91499" y="15455"/>
                    <a:pt x="92781" y="14353"/>
                  </a:cubicBezTo>
                  <a:cubicBezTo>
                    <a:pt x="94062" y="13225"/>
                    <a:pt x="95395" y="12149"/>
                    <a:pt x="96754" y="11124"/>
                  </a:cubicBezTo>
                  <a:cubicBezTo>
                    <a:pt x="97574" y="10534"/>
                    <a:pt x="98420" y="10021"/>
                    <a:pt x="99317" y="9535"/>
                  </a:cubicBezTo>
                  <a:cubicBezTo>
                    <a:pt x="100086" y="9124"/>
                    <a:pt x="100931" y="8817"/>
                    <a:pt x="101803" y="8637"/>
                  </a:cubicBezTo>
                  <a:cubicBezTo>
                    <a:pt x="103571" y="8202"/>
                    <a:pt x="105417" y="8432"/>
                    <a:pt x="107031" y="9278"/>
                  </a:cubicBezTo>
                  <a:cubicBezTo>
                    <a:pt x="107928" y="9765"/>
                    <a:pt x="108749" y="10380"/>
                    <a:pt x="109492" y="11098"/>
                  </a:cubicBezTo>
                  <a:cubicBezTo>
                    <a:pt x="110466" y="12072"/>
                    <a:pt x="111337" y="13123"/>
                    <a:pt x="112080" y="14302"/>
                  </a:cubicBezTo>
                  <a:cubicBezTo>
                    <a:pt x="113413" y="16326"/>
                    <a:pt x="114515" y="18505"/>
                    <a:pt x="115387" y="20786"/>
                  </a:cubicBezTo>
                  <a:cubicBezTo>
                    <a:pt x="116848" y="24528"/>
                    <a:pt x="117950" y="28424"/>
                    <a:pt x="118667" y="32371"/>
                  </a:cubicBezTo>
                  <a:cubicBezTo>
                    <a:pt x="119667" y="37471"/>
                    <a:pt x="120026" y="42648"/>
                    <a:pt x="119769" y="47826"/>
                  </a:cubicBezTo>
                  <a:cubicBezTo>
                    <a:pt x="119641" y="50056"/>
                    <a:pt x="119436" y="52311"/>
                    <a:pt x="119180" y="54566"/>
                  </a:cubicBezTo>
                  <a:cubicBezTo>
                    <a:pt x="118693" y="58795"/>
                    <a:pt x="118078" y="63024"/>
                    <a:pt x="117591" y="67253"/>
                  </a:cubicBezTo>
                  <a:cubicBezTo>
                    <a:pt x="117027" y="71610"/>
                    <a:pt x="116719" y="75993"/>
                    <a:pt x="116617" y="80401"/>
                  </a:cubicBezTo>
                  <a:cubicBezTo>
                    <a:pt x="116566" y="83374"/>
                    <a:pt x="116771" y="86348"/>
                    <a:pt x="117258" y="89295"/>
                  </a:cubicBezTo>
                  <a:cubicBezTo>
                    <a:pt x="118129" y="94498"/>
                    <a:pt x="120000" y="99444"/>
                    <a:pt x="123358" y="103930"/>
                  </a:cubicBezTo>
                  <a:cubicBezTo>
                    <a:pt x="125049" y="106262"/>
                    <a:pt x="126818" y="108543"/>
                    <a:pt x="128663" y="110824"/>
                  </a:cubicBezTo>
                  <a:cubicBezTo>
                    <a:pt x="131559" y="114412"/>
                    <a:pt x="134276" y="118129"/>
                    <a:pt x="137019" y="121794"/>
                  </a:cubicBezTo>
                  <a:cubicBezTo>
                    <a:pt x="140581" y="126561"/>
                    <a:pt x="144426" y="131123"/>
                    <a:pt x="148526" y="135429"/>
                  </a:cubicBezTo>
                  <a:cubicBezTo>
                    <a:pt x="148680" y="135583"/>
                    <a:pt x="148808" y="135788"/>
                    <a:pt x="148937" y="135967"/>
                  </a:cubicBezTo>
                  <a:lnTo>
                    <a:pt x="115028" y="135967"/>
                  </a:lnTo>
                  <a:cubicBezTo>
                    <a:pt x="114772" y="135608"/>
                    <a:pt x="114515" y="135275"/>
                    <a:pt x="114310" y="134916"/>
                  </a:cubicBezTo>
                  <a:cubicBezTo>
                    <a:pt x="111055" y="129227"/>
                    <a:pt x="108313" y="123255"/>
                    <a:pt x="106134" y="117104"/>
                  </a:cubicBezTo>
                  <a:cubicBezTo>
                    <a:pt x="104340" y="112157"/>
                    <a:pt x="102905" y="107082"/>
                    <a:pt x="101880" y="101931"/>
                  </a:cubicBezTo>
                  <a:cubicBezTo>
                    <a:pt x="101136" y="98086"/>
                    <a:pt x="100624" y="94242"/>
                    <a:pt x="100393" y="90346"/>
                  </a:cubicBezTo>
                  <a:cubicBezTo>
                    <a:pt x="100162" y="86860"/>
                    <a:pt x="100214" y="83374"/>
                    <a:pt x="100470" y="79914"/>
                  </a:cubicBezTo>
                  <a:cubicBezTo>
                    <a:pt x="100726" y="76813"/>
                    <a:pt x="101111" y="73738"/>
                    <a:pt x="101675" y="70688"/>
                  </a:cubicBezTo>
                  <a:cubicBezTo>
                    <a:pt x="102520" y="65997"/>
                    <a:pt x="103751" y="61384"/>
                    <a:pt x="104853" y="56745"/>
                  </a:cubicBezTo>
                  <a:cubicBezTo>
                    <a:pt x="105673" y="53541"/>
                    <a:pt x="106211" y="50286"/>
                    <a:pt x="106467" y="46980"/>
                  </a:cubicBezTo>
                  <a:cubicBezTo>
                    <a:pt x="106724" y="43135"/>
                    <a:pt x="106339" y="39342"/>
                    <a:pt x="105007" y="35651"/>
                  </a:cubicBezTo>
                  <a:cubicBezTo>
                    <a:pt x="104596" y="34524"/>
                    <a:pt x="104058" y="33447"/>
                    <a:pt x="103366" y="32448"/>
                  </a:cubicBezTo>
                  <a:cubicBezTo>
                    <a:pt x="102854" y="31653"/>
                    <a:pt x="102238" y="30936"/>
                    <a:pt x="101521" y="30320"/>
                  </a:cubicBezTo>
                  <a:cubicBezTo>
                    <a:pt x="99957" y="28962"/>
                    <a:pt x="98061" y="28321"/>
                    <a:pt x="95805" y="28398"/>
                  </a:cubicBezTo>
                  <a:cubicBezTo>
                    <a:pt x="94780" y="28398"/>
                    <a:pt x="93781" y="28526"/>
                    <a:pt x="92781" y="28783"/>
                  </a:cubicBezTo>
                  <a:cubicBezTo>
                    <a:pt x="91397" y="29141"/>
                    <a:pt x="90039" y="29500"/>
                    <a:pt x="88680" y="29885"/>
                  </a:cubicBezTo>
                  <a:cubicBezTo>
                    <a:pt x="86271" y="30577"/>
                    <a:pt x="83913" y="31346"/>
                    <a:pt x="81452" y="31884"/>
                  </a:cubicBezTo>
                  <a:cubicBezTo>
                    <a:pt x="76788" y="32909"/>
                    <a:pt x="72021" y="33319"/>
                    <a:pt x="67253" y="33063"/>
                  </a:cubicBezTo>
                  <a:cubicBezTo>
                    <a:pt x="61282" y="32730"/>
                    <a:pt x="55464" y="31807"/>
                    <a:pt x="49671" y="30654"/>
                  </a:cubicBezTo>
                  <a:cubicBezTo>
                    <a:pt x="43956" y="29500"/>
                    <a:pt x="38343" y="28014"/>
                    <a:pt x="32755" y="26502"/>
                  </a:cubicBezTo>
                  <a:cubicBezTo>
                    <a:pt x="28578" y="25399"/>
                    <a:pt x="24400" y="24246"/>
                    <a:pt x="20145" y="23298"/>
                  </a:cubicBezTo>
                  <a:cubicBezTo>
                    <a:pt x="17864" y="22785"/>
                    <a:pt x="15557" y="22401"/>
                    <a:pt x="13225" y="22170"/>
                  </a:cubicBezTo>
                  <a:cubicBezTo>
                    <a:pt x="11226" y="21965"/>
                    <a:pt x="9227" y="21965"/>
                    <a:pt x="7228" y="22196"/>
                  </a:cubicBezTo>
                  <a:cubicBezTo>
                    <a:pt x="4972" y="22426"/>
                    <a:pt x="2845" y="23272"/>
                    <a:pt x="1051" y="24605"/>
                  </a:cubicBezTo>
                  <a:cubicBezTo>
                    <a:pt x="846" y="24759"/>
                    <a:pt x="641" y="24912"/>
                    <a:pt x="436" y="25041"/>
                  </a:cubicBezTo>
                  <a:cubicBezTo>
                    <a:pt x="282" y="25066"/>
                    <a:pt x="154" y="25092"/>
                    <a:pt x="0" y="25092"/>
                  </a:cubicBezTo>
                  <a:lnTo>
                    <a:pt x="0" y="103"/>
                  </a:lnTo>
                  <a:cubicBezTo>
                    <a:pt x="487" y="0"/>
                    <a:pt x="897" y="180"/>
                    <a:pt x="1307" y="30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31" name="Google Shape;579;p21"/>
            <p:cNvSpPr/>
            <p:nvPr/>
          </p:nvSpPr>
          <p:spPr>
            <a:xfrm flipH="1">
              <a:off x="-720" y="0"/>
              <a:ext cx="4717800" cy="5142960"/>
            </a:xfrm>
            <a:custGeom>
              <a:avLst/>
              <a:gdLst>
                <a:gd name="textAreaLeft" fmla="*/ -360 w 4717800"/>
                <a:gd name="textAreaRight" fmla="*/ 4717800 w 4717800"/>
                <a:gd name="textAreaTop" fmla="*/ 0 h 5142960"/>
                <a:gd name="textAreaBottom" fmla="*/ 5143320 h 5142960"/>
              </a:gdLst>
              <a:ahLst/>
              <a:cxnLst/>
              <a:rect l="textAreaLeft" t="textAreaTop" r="textAreaRight" b="textAreaBottom"/>
              <a:pathLst>
                <a:path w="146887" h="175950">
                  <a:moveTo>
                    <a:pt x="114772" y="175924"/>
                  </a:moveTo>
                  <a:cubicBezTo>
                    <a:pt x="114644" y="175822"/>
                    <a:pt x="114516" y="175719"/>
                    <a:pt x="114362" y="175642"/>
                  </a:cubicBezTo>
                  <a:cubicBezTo>
                    <a:pt x="110364" y="174310"/>
                    <a:pt x="106289" y="173079"/>
                    <a:pt x="102060" y="172310"/>
                  </a:cubicBezTo>
                  <a:cubicBezTo>
                    <a:pt x="98472" y="171695"/>
                    <a:pt x="94832" y="171439"/>
                    <a:pt x="91193" y="171516"/>
                  </a:cubicBezTo>
                  <a:cubicBezTo>
                    <a:pt x="88989" y="171567"/>
                    <a:pt x="86810" y="171593"/>
                    <a:pt x="84606" y="171644"/>
                  </a:cubicBezTo>
                  <a:cubicBezTo>
                    <a:pt x="78531" y="171772"/>
                    <a:pt x="72457" y="170849"/>
                    <a:pt x="66690" y="168978"/>
                  </a:cubicBezTo>
                  <a:cubicBezTo>
                    <a:pt x="59591" y="166697"/>
                    <a:pt x="53311" y="163391"/>
                    <a:pt x="47929" y="158932"/>
                  </a:cubicBezTo>
                  <a:cubicBezTo>
                    <a:pt x="46263" y="157573"/>
                    <a:pt x="44751" y="156035"/>
                    <a:pt x="43444" y="154318"/>
                  </a:cubicBezTo>
                  <a:cubicBezTo>
                    <a:pt x="42290" y="152883"/>
                    <a:pt x="41419" y="151217"/>
                    <a:pt x="40932" y="149423"/>
                  </a:cubicBezTo>
                  <a:cubicBezTo>
                    <a:pt x="40573" y="148039"/>
                    <a:pt x="40471" y="146629"/>
                    <a:pt x="40650" y="145219"/>
                  </a:cubicBezTo>
                  <a:cubicBezTo>
                    <a:pt x="40958" y="143041"/>
                    <a:pt x="41496" y="140914"/>
                    <a:pt x="42265" y="138889"/>
                  </a:cubicBezTo>
                  <a:cubicBezTo>
                    <a:pt x="43136" y="136454"/>
                    <a:pt x="44033" y="134019"/>
                    <a:pt x="44956" y="131610"/>
                  </a:cubicBezTo>
                  <a:cubicBezTo>
                    <a:pt x="45853" y="129201"/>
                    <a:pt x="46340" y="126689"/>
                    <a:pt x="46417" y="124126"/>
                  </a:cubicBezTo>
                  <a:cubicBezTo>
                    <a:pt x="46494" y="122024"/>
                    <a:pt x="46545" y="119923"/>
                    <a:pt x="46417" y="117821"/>
                  </a:cubicBezTo>
                  <a:cubicBezTo>
                    <a:pt x="46109" y="112772"/>
                    <a:pt x="45212" y="107800"/>
                    <a:pt x="43264" y="102981"/>
                  </a:cubicBezTo>
                  <a:cubicBezTo>
                    <a:pt x="42752" y="101725"/>
                    <a:pt x="42162" y="100495"/>
                    <a:pt x="41522" y="99316"/>
                  </a:cubicBezTo>
                  <a:cubicBezTo>
                    <a:pt x="40138" y="96804"/>
                    <a:pt x="38241" y="94600"/>
                    <a:pt x="36011" y="92806"/>
                  </a:cubicBezTo>
                  <a:cubicBezTo>
                    <a:pt x="35242" y="92191"/>
                    <a:pt x="34499" y="91576"/>
                    <a:pt x="33730" y="90961"/>
                  </a:cubicBezTo>
                  <a:cubicBezTo>
                    <a:pt x="30731" y="88757"/>
                    <a:pt x="28527" y="85655"/>
                    <a:pt x="27374" y="82118"/>
                  </a:cubicBezTo>
                  <a:cubicBezTo>
                    <a:pt x="26759" y="80196"/>
                    <a:pt x="26374" y="78197"/>
                    <a:pt x="26195" y="76198"/>
                  </a:cubicBezTo>
                  <a:cubicBezTo>
                    <a:pt x="25964" y="73686"/>
                    <a:pt x="25887" y="71174"/>
                    <a:pt x="25938" y="68688"/>
                  </a:cubicBezTo>
                  <a:cubicBezTo>
                    <a:pt x="25938" y="67048"/>
                    <a:pt x="25990" y="65433"/>
                    <a:pt x="25938" y="63793"/>
                  </a:cubicBezTo>
                  <a:cubicBezTo>
                    <a:pt x="25938" y="62383"/>
                    <a:pt x="25759" y="60974"/>
                    <a:pt x="25426" y="59590"/>
                  </a:cubicBezTo>
                  <a:cubicBezTo>
                    <a:pt x="24990" y="57873"/>
                    <a:pt x="24298" y="56232"/>
                    <a:pt x="23350" y="54746"/>
                  </a:cubicBezTo>
                  <a:cubicBezTo>
                    <a:pt x="22453" y="53310"/>
                    <a:pt x="21530" y="51901"/>
                    <a:pt x="20607" y="50517"/>
                  </a:cubicBezTo>
                  <a:cubicBezTo>
                    <a:pt x="18506" y="47492"/>
                    <a:pt x="16635" y="44289"/>
                    <a:pt x="15071" y="40957"/>
                  </a:cubicBezTo>
                  <a:cubicBezTo>
                    <a:pt x="13405" y="37317"/>
                    <a:pt x="12124" y="33550"/>
                    <a:pt x="11201" y="29680"/>
                  </a:cubicBezTo>
                  <a:cubicBezTo>
                    <a:pt x="10278" y="25938"/>
                    <a:pt x="9586" y="22144"/>
                    <a:pt x="8894" y="18377"/>
                  </a:cubicBezTo>
                  <a:cubicBezTo>
                    <a:pt x="8305" y="15327"/>
                    <a:pt x="7690" y="12251"/>
                    <a:pt x="6613" y="9278"/>
                  </a:cubicBezTo>
                  <a:cubicBezTo>
                    <a:pt x="6152" y="7945"/>
                    <a:pt x="5537" y="6664"/>
                    <a:pt x="4845" y="5434"/>
                  </a:cubicBezTo>
                  <a:cubicBezTo>
                    <a:pt x="3820" y="3639"/>
                    <a:pt x="2461" y="2050"/>
                    <a:pt x="872" y="743"/>
                  </a:cubicBezTo>
                  <a:cubicBezTo>
                    <a:pt x="565" y="513"/>
                    <a:pt x="283" y="256"/>
                    <a:pt x="1" y="0"/>
                  </a:cubicBezTo>
                  <a:lnTo>
                    <a:pt x="16635" y="0"/>
                  </a:lnTo>
                  <a:cubicBezTo>
                    <a:pt x="16865" y="1128"/>
                    <a:pt x="17173" y="2281"/>
                    <a:pt x="17378" y="3409"/>
                  </a:cubicBezTo>
                  <a:cubicBezTo>
                    <a:pt x="17532" y="4306"/>
                    <a:pt x="17660" y="5203"/>
                    <a:pt x="17711" y="6126"/>
                  </a:cubicBezTo>
                  <a:cubicBezTo>
                    <a:pt x="17839" y="7817"/>
                    <a:pt x="17916" y="9509"/>
                    <a:pt x="18019" y="11175"/>
                  </a:cubicBezTo>
                  <a:cubicBezTo>
                    <a:pt x="18198" y="14532"/>
                    <a:pt x="18326" y="17890"/>
                    <a:pt x="18711" y="21222"/>
                  </a:cubicBezTo>
                  <a:cubicBezTo>
                    <a:pt x="19198" y="25374"/>
                    <a:pt x="20018" y="29474"/>
                    <a:pt x="21633" y="33447"/>
                  </a:cubicBezTo>
                  <a:cubicBezTo>
                    <a:pt x="22555" y="35754"/>
                    <a:pt x="23760" y="37932"/>
                    <a:pt x="25246" y="39906"/>
                  </a:cubicBezTo>
                  <a:cubicBezTo>
                    <a:pt x="28220" y="43853"/>
                    <a:pt x="32295" y="46749"/>
                    <a:pt x="37498" y="48569"/>
                  </a:cubicBezTo>
                  <a:cubicBezTo>
                    <a:pt x="39394" y="49210"/>
                    <a:pt x="41342" y="49697"/>
                    <a:pt x="43316" y="50184"/>
                  </a:cubicBezTo>
                  <a:cubicBezTo>
                    <a:pt x="44469" y="50491"/>
                    <a:pt x="45648" y="50773"/>
                    <a:pt x="46776" y="51106"/>
                  </a:cubicBezTo>
                  <a:cubicBezTo>
                    <a:pt x="47468" y="51337"/>
                    <a:pt x="48160" y="51619"/>
                    <a:pt x="48801" y="51952"/>
                  </a:cubicBezTo>
                  <a:cubicBezTo>
                    <a:pt x="50005" y="52593"/>
                    <a:pt x="50595" y="53541"/>
                    <a:pt x="50595" y="54720"/>
                  </a:cubicBezTo>
                  <a:cubicBezTo>
                    <a:pt x="50620" y="55489"/>
                    <a:pt x="50466" y="56232"/>
                    <a:pt x="50159" y="56950"/>
                  </a:cubicBezTo>
                  <a:cubicBezTo>
                    <a:pt x="49749" y="57898"/>
                    <a:pt x="49287" y="58872"/>
                    <a:pt x="48826" y="59820"/>
                  </a:cubicBezTo>
                  <a:cubicBezTo>
                    <a:pt x="48237" y="61051"/>
                    <a:pt x="47596" y="62255"/>
                    <a:pt x="47032" y="63485"/>
                  </a:cubicBezTo>
                  <a:cubicBezTo>
                    <a:pt x="46366" y="64895"/>
                    <a:pt x="45930" y="66382"/>
                    <a:pt x="45699" y="67919"/>
                  </a:cubicBezTo>
                  <a:cubicBezTo>
                    <a:pt x="45417" y="70098"/>
                    <a:pt x="45853" y="72328"/>
                    <a:pt x="46981" y="74224"/>
                  </a:cubicBezTo>
                  <a:cubicBezTo>
                    <a:pt x="47237" y="74660"/>
                    <a:pt x="47519" y="75070"/>
                    <a:pt x="47801" y="75455"/>
                  </a:cubicBezTo>
                  <a:cubicBezTo>
                    <a:pt x="48160" y="75993"/>
                    <a:pt x="48519" y="76506"/>
                    <a:pt x="48929" y="76992"/>
                  </a:cubicBezTo>
                  <a:cubicBezTo>
                    <a:pt x="51825" y="80478"/>
                    <a:pt x="53491" y="84400"/>
                    <a:pt x="54439" y="88526"/>
                  </a:cubicBezTo>
                  <a:cubicBezTo>
                    <a:pt x="55157" y="91781"/>
                    <a:pt x="55695" y="95087"/>
                    <a:pt x="56079" y="98394"/>
                  </a:cubicBezTo>
                  <a:cubicBezTo>
                    <a:pt x="56438" y="101546"/>
                    <a:pt x="56720" y="104698"/>
                    <a:pt x="56925" y="107851"/>
                  </a:cubicBezTo>
                  <a:cubicBezTo>
                    <a:pt x="57182" y="111465"/>
                    <a:pt x="57182" y="115053"/>
                    <a:pt x="57207" y="118667"/>
                  </a:cubicBezTo>
                  <a:cubicBezTo>
                    <a:pt x="57207" y="120384"/>
                    <a:pt x="57258" y="122101"/>
                    <a:pt x="57335" y="123818"/>
                  </a:cubicBezTo>
                  <a:cubicBezTo>
                    <a:pt x="57438" y="127330"/>
                    <a:pt x="57258" y="130841"/>
                    <a:pt x="56797" y="134327"/>
                  </a:cubicBezTo>
                  <a:cubicBezTo>
                    <a:pt x="56541" y="136249"/>
                    <a:pt x="56438" y="138197"/>
                    <a:pt x="56490" y="140145"/>
                  </a:cubicBezTo>
                  <a:cubicBezTo>
                    <a:pt x="56541" y="141657"/>
                    <a:pt x="56771" y="143169"/>
                    <a:pt x="57233" y="144604"/>
                  </a:cubicBezTo>
                  <a:cubicBezTo>
                    <a:pt x="58130" y="147398"/>
                    <a:pt x="59898" y="149782"/>
                    <a:pt x="62487" y="151730"/>
                  </a:cubicBezTo>
                  <a:cubicBezTo>
                    <a:pt x="65563" y="154062"/>
                    <a:pt x="69202" y="155574"/>
                    <a:pt x="73252" y="156369"/>
                  </a:cubicBezTo>
                  <a:cubicBezTo>
                    <a:pt x="75892" y="156856"/>
                    <a:pt x="78557" y="157189"/>
                    <a:pt x="81248" y="157342"/>
                  </a:cubicBezTo>
                  <a:cubicBezTo>
                    <a:pt x="84426" y="157573"/>
                    <a:pt x="87604" y="157778"/>
                    <a:pt x="90757" y="158214"/>
                  </a:cubicBezTo>
                  <a:cubicBezTo>
                    <a:pt x="95088" y="158803"/>
                    <a:pt x="99369" y="159829"/>
                    <a:pt x="103521" y="161238"/>
                  </a:cubicBezTo>
                  <a:cubicBezTo>
                    <a:pt x="106494" y="162238"/>
                    <a:pt x="109441" y="163340"/>
                    <a:pt x="112389" y="164416"/>
                  </a:cubicBezTo>
                  <a:cubicBezTo>
                    <a:pt x="115669" y="165621"/>
                    <a:pt x="118976" y="166800"/>
                    <a:pt x="122410" y="167748"/>
                  </a:cubicBezTo>
                  <a:cubicBezTo>
                    <a:pt x="125460" y="168594"/>
                    <a:pt x="128587" y="169107"/>
                    <a:pt x="131740" y="169286"/>
                  </a:cubicBezTo>
                  <a:cubicBezTo>
                    <a:pt x="134918" y="169414"/>
                    <a:pt x="138121" y="169158"/>
                    <a:pt x="141223" y="168492"/>
                  </a:cubicBezTo>
                  <a:cubicBezTo>
                    <a:pt x="142760" y="168184"/>
                    <a:pt x="144273" y="167748"/>
                    <a:pt x="145785" y="167364"/>
                  </a:cubicBezTo>
                  <a:cubicBezTo>
                    <a:pt x="146144" y="167287"/>
                    <a:pt x="146528" y="167184"/>
                    <a:pt x="146887" y="167108"/>
                  </a:cubicBezTo>
                  <a:lnTo>
                    <a:pt x="146887" y="175950"/>
                  </a:ln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32" name="Google Shape;580;p21"/>
            <p:cNvSpPr/>
            <p:nvPr/>
          </p:nvSpPr>
          <p:spPr>
            <a:xfrm flipH="1">
              <a:off x="6785280" y="3044160"/>
              <a:ext cx="2357280" cy="2098440"/>
            </a:xfrm>
            <a:custGeom>
              <a:avLst/>
              <a:gdLst>
                <a:gd name="textAreaLeft" fmla="*/ 360 w 2357280"/>
                <a:gd name="textAreaRight" fmla="*/ 2358000 w 2357280"/>
                <a:gd name="textAreaTop" fmla="*/ 0 h 2098440"/>
                <a:gd name="textAreaBottom" fmla="*/ 2098800 h 2098440"/>
              </a:gdLst>
              <a:ahLst/>
              <a:cxnLst/>
              <a:rect l="textAreaLeft" t="textAreaTop" r="textAreaRight" b="textAreaBottom"/>
              <a:pathLst>
                <a:path w="73405" h="71791">
                  <a:moveTo>
                    <a:pt x="15327" y="20582"/>
                  </a:moveTo>
                  <a:cubicBezTo>
                    <a:pt x="18941" y="17865"/>
                    <a:pt x="22580" y="15148"/>
                    <a:pt x="26220" y="12457"/>
                  </a:cubicBezTo>
                  <a:cubicBezTo>
                    <a:pt x="28629" y="10688"/>
                    <a:pt x="31141" y="8997"/>
                    <a:pt x="33755" y="7433"/>
                  </a:cubicBezTo>
                  <a:cubicBezTo>
                    <a:pt x="37907" y="4896"/>
                    <a:pt x="42392" y="2922"/>
                    <a:pt x="47057" y="1590"/>
                  </a:cubicBezTo>
                  <a:cubicBezTo>
                    <a:pt x="50645" y="539"/>
                    <a:pt x="54361" y="1"/>
                    <a:pt x="58103" y="1"/>
                  </a:cubicBezTo>
                  <a:cubicBezTo>
                    <a:pt x="59898" y="1"/>
                    <a:pt x="61640" y="257"/>
                    <a:pt x="63358" y="744"/>
                  </a:cubicBezTo>
                  <a:cubicBezTo>
                    <a:pt x="66408" y="1615"/>
                    <a:pt x="68689" y="3230"/>
                    <a:pt x="70201" y="5562"/>
                  </a:cubicBezTo>
                  <a:cubicBezTo>
                    <a:pt x="71277" y="7305"/>
                    <a:pt x="72021" y="9253"/>
                    <a:pt x="72405" y="11278"/>
                  </a:cubicBezTo>
                  <a:cubicBezTo>
                    <a:pt x="72995" y="14148"/>
                    <a:pt x="73276" y="17096"/>
                    <a:pt x="73302" y="20069"/>
                  </a:cubicBezTo>
                  <a:cubicBezTo>
                    <a:pt x="73405" y="24862"/>
                    <a:pt x="73276" y="29629"/>
                    <a:pt x="72918" y="34422"/>
                  </a:cubicBezTo>
                  <a:cubicBezTo>
                    <a:pt x="72764" y="36780"/>
                    <a:pt x="72610" y="39112"/>
                    <a:pt x="72405" y="41470"/>
                  </a:cubicBezTo>
                  <a:cubicBezTo>
                    <a:pt x="71867" y="47032"/>
                    <a:pt x="71124" y="52542"/>
                    <a:pt x="69688" y="58027"/>
                  </a:cubicBezTo>
                  <a:cubicBezTo>
                    <a:pt x="68561" y="62102"/>
                    <a:pt x="67074" y="66100"/>
                    <a:pt x="65254" y="69945"/>
                  </a:cubicBezTo>
                  <a:cubicBezTo>
                    <a:pt x="64972" y="70560"/>
                    <a:pt x="64716" y="71175"/>
                    <a:pt x="64434" y="71790"/>
                  </a:cubicBezTo>
                  <a:lnTo>
                    <a:pt x="50107" y="71790"/>
                  </a:lnTo>
                  <a:lnTo>
                    <a:pt x="52029" y="66100"/>
                  </a:lnTo>
                  <a:cubicBezTo>
                    <a:pt x="53541" y="61589"/>
                    <a:pt x="54977" y="57053"/>
                    <a:pt x="56104" y="52440"/>
                  </a:cubicBezTo>
                  <a:cubicBezTo>
                    <a:pt x="57155" y="48390"/>
                    <a:pt x="57847" y="44264"/>
                    <a:pt x="58206" y="40086"/>
                  </a:cubicBezTo>
                  <a:cubicBezTo>
                    <a:pt x="58488" y="37190"/>
                    <a:pt x="58411" y="34268"/>
                    <a:pt x="58027" y="31372"/>
                  </a:cubicBezTo>
                  <a:cubicBezTo>
                    <a:pt x="57822" y="29578"/>
                    <a:pt x="57309" y="27835"/>
                    <a:pt x="56514" y="26194"/>
                  </a:cubicBezTo>
                  <a:cubicBezTo>
                    <a:pt x="56130" y="25426"/>
                    <a:pt x="55669" y="24708"/>
                    <a:pt x="55105" y="24042"/>
                  </a:cubicBezTo>
                  <a:cubicBezTo>
                    <a:pt x="53721" y="22478"/>
                    <a:pt x="51850" y="21555"/>
                    <a:pt x="49543" y="21222"/>
                  </a:cubicBezTo>
                  <a:cubicBezTo>
                    <a:pt x="47467" y="20992"/>
                    <a:pt x="45365" y="21094"/>
                    <a:pt x="43341" y="21530"/>
                  </a:cubicBezTo>
                  <a:cubicBezTo>
                    <a:pt x="40803" y="22017"/>
                    <a:pt x="38317" y="22709"/>
                    <a:pt x="35908" y="23580"/>
                  </a:cubicBezTo>
                  <a:cubicBezTo>
                    <a:pt x="31371" y="25169"/>
                    <a:pt x="27014" y="27092"/>
                    <a:pt x="22708" y="29039"/>
                  </a:cubicBezTo>
                  <a:cubicBezTo>
                    <a:pt x="15352" y="32397"/>
                    <a:pt x="8202" y="36216"/>
                    <a:pt x="1333" y="40445"/>
                  </a:cubicBezTo>
                  <a:cubicBezTo>
                    <a:pt x="897" y="40701"/>
                    <a:pt x="436" y="40906"/>
                    <a:pt x="0" y="41137"/>
                  </a:cubicBezTo>
                  <a:lnTo>
                    <a:pt x="0" y="31013"/>
                  </a:lnTo>
                  <a:cubicBezTo>
                    <a:pt x="538" y="30987"/>
                    <a:pt x="871" y="30654"/>
                    <a:pt x="1256" y="30423"/>
                  </a:cubicBezTo>
                  <a:cubicBezTo>
                    <a:pt x="6126" y="27322"/>
                    <a:pt x="10790" y="24016"/>
                    <a:pt x="15327" y="20582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33" name="Google Shape;581;p21"/>
            <p:cNvSpPr/>
            <p:nvPr/>
          </p:nvSpPr>
          <p:spPr>
            <a:xfrm flipH="1">
              <a:off x="3612600" y="699120"/>
              <a:ext cx="5529240" cy="4444200"/>
            </a:xfrm>
            <a:custGeom>
              <a:avLst/>
              <a:gdLst>
                <a:gd name="textAreaLeft" fmla="*/ -360 w 5529240"/>
                <a:gd name="textAreaRight" fmla="*/ 5529240 w 5529240"/>
                <a:gd name="textAreaTop" fmla="*/ 0 h 4444200"/>
                <a:gd name="textAreaBottom" fmla="*/ 4444560 h 4444200"/>
              </a:gdLst>
              <a:ahLst/>
              <a:cxnLst/>
              <a:rect l="textAreaLeft" t="textAreaTop" r="textAreaRight" b="textAreaBottom"/>
              <a:pathLst>
                <a:path w="172158" h="152038">
                  <a:moveTo>
                    <a:pt x="21427" y="15661"/>
                  </a:moveTo>
                  <a:cubicBezTo>
                    <a:pt x="24938" y="18070"/>
                    <a:pt x="28424" y="20479"/>
                    <a:pt x="31961" y="22837"/>
                  </a:cubicBezTo>
                  <a:cubicBezTo>
                    <a:pt x="35959" y="25580"/>
                    <a:pt x="40162" y="27989"/>
                    <a:pt x="44545" y="30090"/>
                  </a:cubicBezTo>
                  <a:cubicBezTo>
                    <a:pt x="48928" y="32218"/>
                    <a:pt x="53593" y="33807"/>
                    <a:pt x="58360" y="34806"/>
                  </a:cubicBezTo>
                  <a:cubicBezTo>
                    <a:pt x="61564" y="35447"/>
                    <a:pt x="64767" y="35806"/>
                    <a:pt x="68074" y="35524"/>
                  </a:cubicBezTo>
                  <a:cubicBezTo>
                    <a:pt x="71072" y="35268"/>
                    <a:pt x="73994" y="34396"/>
                    <a:pt x="76660" y="32961"/>
                  </a:cubicBezTo>
                  <a:cubicBezTo>
                    <a:pt x="78274" y="32038"/>
                    <a:pt x="79761" y="30911"/>
                    <a:pt x="81119" y="29629"/>
                  </a:cubicBezTo>
                  <a:cubicBezTo>
                    <a:pt x="82606" y="28194"/>
                    <a:pt x="83964" y="26656"/>
                    <a:pt x="85143" y="24964"/>
                  </a:cubicBezTo>
                  <a:cubicBezTo>
                    <a:pt x="86399" y="23196"/>
                    <a:pt x="87629" y="21376"/>
                    <a:pt x="88757" y="19531"/>
                  </a:cubicBezTo>
                  <a:cubicBezTo>
                    <a:pt x="90090" y="17378"/>
                    <a:pt x="91320" y="15199"/>
                    <a:pt x="92627" y="13046"/>
                  </a:cubicBezTo>
                  <a:cubicBezTo>
                    <a:pt x="94062" y="10612"/>
                    <a:pt x="95728" y="8382"/>
                    <a:pt x="97651" y="6331"/>
                  </a:cubicBezTo>
                  <a:cubicBezTo>
                    <a:pt x="98983" y="4947"/>
                    <a:pt x="100444" y="3743"/>
                    <a:pt x="102033" y="2692"/>
                  </a:cubicBezTo>
                  <a:cubicBezTo>
                    <a:pt x="103366" y="1795"/>
                    <a:pt x="104827" y="1077"/>
                    <a:pt x="106365" y="616"/>
                  </a:cubicBezTo>
                  <a:cubicBezTo>
                    <a:pt x="107749" y="180"/>
                    <a:pt x="109159" y="1"/>
                    <a:pt x="110620" y="52"/>
                  </a:cubicBezTo>
                  <a:cubicBezTo>
                    <a:pt x="112619" y="129"/>
                    <a:pt x="114567" y="744"/>
                    <a:pt x="116233" y="1872"/>
                  </a:cubicBezTo>
                  <a:cubicBezTo>
                    <a:pt x="117437" y="2666"/>
                    <a:pt x="118514" y="3666"/>
                    <a:pt x="119436" y="4768"/>
                  </a:cubicBezTo>
                  <a:cubicBezTo>
                    <a:pt x="120538" y="6101"/>
                    <a:pt x="121487" y="7536"/>
                    <a:pt x="122281" y="9048"/>
                  </a:cubicBezTo>
                  <a:cubicBezTo>
                    <a:pt x="123358" y="11073"/>
                    <a:pt x="124280" y="13175"/>
                    <a:pt x="125024" y="15328"/>
                  </a:cubicBezTo>
                  <a:cubicBezTo>
                    <a:pt x="127228" y="21222"/>
                    <a:pt x="128817" y="27245"/>
                    <a:pt x="130252" y="33320"/>
                  </a:cubicBezTo>
                  <a:cubicBezTo>
                    <a:pt x="131713" y="39445"/>
                    <a:pt x="132995" y="45622"/>
                    <a:pt x="133994" y="51825"/>
                  </a:cubicBezTo>
                  <a:cubicBezTo>
                    <a:pt x="134609" y="55720"/>
                    <a:pt x="135096" y="59616"/>
                    <a:pt x="135481" y="63512"/>
                  </a:cubicBezTo>
                  <a:cubicBezTo>
                    <a:pt x="135788" y="66716"/>
                    <a:pt x="136070" y="69945"/>
                    <a:pt x="136429" y="73149"/>
                  </a:cubicBezTo>
                  <a:cubicBezTo>
                    <a:pt x="136737" y="75789"/>
                    <a:pt x="137326" y="78403"/>
                    <a:pt x="138198" y="80889"/>
                  </a:cubicBezTo>
                  <a:cubicBezTo>
                    <a:pt x="139658" y="85195"/>
                    <a:pt x="142196" y="89065"/>
                    <a:pt x="145553" y="92141"/>
                  </a:cubicBezTo>
                  <a:cubicBezTo>
                    <a:pt x="146117" y="92653"/>
                    <a:pt x="146707" y="93217"/>
                    <a:pt x="147245" y="93781"/>
                  </a:cubicBezTo>
                  <a:cubicBezTo>
                    <a:pt x="147834" y="94422"/>
                    <a:pt x="148450" y="95062"/>
                    <a:pt x="148988" y="95729"/>
                  </a:cubicBezTo>
                  <a:cubicBezTo>
                    <a:pt x="151166" y="98446"/>
                    <a:pt x="151935" y="101419"/>
                    <a:pt x="151269" y="104622"/>
                  </a:cubicBezTo>
                  <a:cubicBezTo>
                    <a:pt x="151038" y="105724"/>
                    <a:pt x="150705" y="106827"/>
                    <a:pt x="150423" y="107929"/>
                  </a:cubicBezTo>
                  <a:cubicBezTo>
                    <a:pt x="149962" y="109518"/>
                    <a:pt x="149449" y="111132"/>
                    <a:pt x="149065" y="112773"/>
                  </a:cubicBezTo>
                  <a:cubicBezTo>
                    <a:pt x="148398" y="115515"/>
                    <a:pt x="148347" y="118386"/>
                    <a:pt x="148885" y="121179"/>
                  </a:cubicBezTo>
                  <a:cubicBezTo>
                    <a:pt x="149449" y="123999"/>
                    <a:pt x="150423" y="126715"/>
                    <a:pt x="151781" y="129253"/>
                  </a:cubicBezTo>
                  <a:cubicBezTo>
                    <a:pt x="153858" y="133225"/>
                    <a:pt x="156600" y="136865"/>
                    <a:pt x="159701" y="140325"/>
                  </a:cubicBezTo>
                  <a:cubicBezTo>
                    <a:pt x="163264" y="144221"/>
                    <a:pt x="167134" y="147860"/>
                    <a:pt x="171235" y="151218"/>
                  </a:cubicBezTo>
                  <a:cubicBezTo>
                    <a:pt x="171568" y="151474"/>
                    <a:pt x="171850" y="151756"/>
                    <a:pt x="172157" y="152038"/>
                  </a:cubicBezTo>
                  <a:lnTo>
                    <a:pt x="166006" y="152038"/>
                  </a:lnTo>
                  <a:cubicBezTo>
                    <a:pt x="165724" y="151782"/>
                    <a:pt x="165494" y="151500"/>
                    <a:pt x="165212" y="151243"/>
                  </a:cubicBezTo>
                  <a:cubicBezTo>
                    <a:pt x="161111" y="147732"/>
                    <a:pt x="157292" y="143913"/>
                    <a:pt x="153781" y="139812"/>
                  </a:cubicBezTo>
                  <a:cubicBezTo>
                    <a:pt x="151038" y="136609"/>
                    <a:pt x="148706" y="133123"/>
                    <a:pt x="146784" y="129381"/>
                  </a:cubicBezTo>
                  <a:cubicBezTo>
                    <a:pt x="145092" y="126049"/>
                    <a:pt x="143990" y="122461"/>
                    <a:pt x="143529" y="118744"/>
                  </a:cubicBezTo>
                  <a:cubicBezTo>
                    <a:pt x="143195" y="115900"/>
                    <a:pt x="143324" y="113055"/>
                    <a:pt x="143580" y="110210"/>
                  </a:cubicBezTo>
                  <a:cubicBezTo>
                    <a:pt x="143708" y="108723"/>
                    <a:pt x="143836" y="107211"/>
                    <a:pt x="143862" y="105724"/>
                  </a:cubicBezTo>
                  <a:cubicBezTo>
                    <a:pt x="143939" y="102956"/>
                    <a:pt x="142939" y="100265"/>
                    <a:pt x="141119" y="98189"/>
                  </a:cubicBezTo>
                  <a:cubicBezTo>
                    <a:pt x="140786" y="97805"/>
                    <a:pt x="140479" y="97420"/>
                    <a:pt x="140145" y="97036"/>
                  </a:cubicBezTo>
                  <a:cubicBezTo>
                    <a:pt x="139530" y="96344"/>
                    <a:pt x="138941" y="95678"/>
                    <a:pt x="138351" y="94986"/>
                  </a:cubicBezTo>
                  <a:cubicBezTo>
                    <a:pt x="136660" y="93038"/>
                    <a:pt x="135327" y="90833"/>
                    <a:pt x="134327" y="88475"/>
                  </a:cubicBezTo>
                  <a:cubicBezTo>
                    <a:pt x="133123" y="85477"/>
                    <a:pt x="132277" y="82324"/>
                    <a:pt x="131867" y="79121"/>
                  </a:cubicBezTo>
                  <a:cubicBezTo>
                    <a:pt x="131508" y="76506"/>
                    <a:pt x="131303" y="73866"/>
                    <a:pt x="131252" y="71252"/>
                  </a:cubicBezTo>
                  <a:cubicBezTo>
                    <a:pt x="131098" y="67126"/>
                    <a:pt x="130919" y="63025"/>
                    <a:pt x="130483" y="58950"/>
                  </a:cubicBezTo>
                  <a:cubicBezTo>
                    <a:pt x="130278" y="56797"/>
                    <a:pt x="130047" y="54644"/>
                    <a:pt x="129714" y="52491"/>
                  </a:cubicBezTo>
                  <a:cubicBezTo>
                    <a:pt x="129201" y="49364"/>
                    <a:pt x="128637" y="46237"/>
                    <a:pt x="128022" y="43110"/>
                  </a:cubicBezTo>
                  <a:cubicBezTo>
                    <a:pt x="126843" y="37190"/>
                    <a:pt x="125306" y="31321"/>
                    <a:pt x="123435" y="25580"/>
                  </a:cubicBezTo>
                  <a:cubicBezTo>
                    <a:pt x="122409" y="22350"/>
                    <a:pt x="121102" y="19198"/>
                    <a:pt x="119590" y="16148"/>
                  </a:cubicBezTo>
                  <a:cubicBezTo>
                    <a:pt x="118744" y="14507"/>
                    <a:pt x="117745" y="12944"/>
                    <a:pt x="116591" y="11534"/>
                  </a:cubicBezTo>
                  <a:cubicBezTo>
                    <a:pt x="115720" y="10483"/>
                    <a:pt x="114746" y="9561"/>
                    <a:pt x="113618" y="8817"/>
                  </a:cubicBezTo>
                  <a:cubicBezTo>
                    <a:pt x="112516" y="8074"/>
                    <a:pt x="111312" y="7536"/>
                    <a:pt x="110004" y="7280"/>
                  </a:cubicBezTo>
                  <a:cubicBezTo>
                    <a:pt x="108108" y="6895"/>
                    <a:pt x="106134" y="7075"/>
                    <a:pt x="104340" y="7741"/>
                  </a:cubicBezTo>
                  <a:cubicBezTo>
                    <a:pt x="102905" y="8279"/>
                    <a:pt x="101572" y="8997"/>
                    <a:pt x="100342" y="9894"/>
                  </a:cubicBezTo>
                  <a:cubicBezTo>
                    <a:pt x="99060" y="10842"/>
                    <a:pt x="97881" y="11893"/>
                    <a:pt x="96831" y="13072"/>
                  </a:cubicBezTo>
                  <a:cubicBezTo>
                    <a:pt x="95472" y="14559"/>
                    <a:pt x="94242" y="16148"/>
                    <a:pt x="93114" y="17814"/>
                  </a:cubicBezTo>
                  <a:cubicBezTo>
                    <a:pt x="91781" y="19736"/>
                    <a:pt x="90449" y="21684"/>
                    <a:pt x="89116" y="23606"/>
                  </a:cubicBezTo>
                  <a:cubicBezTo>
                    <a:pt x="87578" y="25810"/>
                    <a:pt x="85861" y="27886"/>
                    <a:pt x="84015" y="29834"/>
                  </a:cubicBezTo>
                  <a:cubicBezTo>
                    <a:pt x="82657" y="31269"/>
                    <a:pt x="81145" y="32551"/>
                    <a:pt x="79505" y="33679"/>
                  </a:cubicBezTo>
                  <a:cubicBezTo>
                    <a:pt x="75916" y="36088"/>
                    <a:pt x="71764" y="37292"/>
                    <a:pt x="67125" y="37395"/>
                  </a:cubicBezTo>
                  <a:cubicBezTo>
                    <a:pt x="63665" y="37421"/>
                    <a:pt x="60179" y="36985"/>
                    <a:pt x="56822" y="36139"/>
                  </a:cubicBezTo>
                  <a:cubicBezTo>
                    <a:pt x="51260" y="34781"/>
                    <a:pt x="45878" y="32756"/>
                    <a:pt x="40803" y="30142"/>
                  </a:cubicBezTo>
                  <a:cubicBezTo>
                    <a:pt x="36907" y="28117"/>
                    <a:pt x="33140" y="25887"/>
                    <a:pt x="29500" y="23478"/>
                  </a:cubicBezTo>
                  <a:cubicBezTo>
                    <a:pt x="26015" y="21171"/>
                    <a:pt x="22554" y="18813"/>
                    <a:pt x="19043" y="16532"/>
                  </a:cubicBezTo>
                  <a:cubicBezTo>
                    <a:pt x="13302" y="12765"/>
                    <a:pt x="7381" y="9304"/>
                    <a:pt x="1307" y="6152"/>
                  </a:cubicBezTo>
                  <a:cubicBezTo>
                    <a:pt x="897" y="5947"/>
                    <a:pt x="436" y="5793"/>
                    <a:pt x="0" y="5588"/>
                  </a:cubicBezTo>
                  <a:lnTo>
                    <a:pt x="0" y="2974"/>
                  </a:lnTo>
                  <a:cubicBezTo>
                    <a:pt x="436" y="3153"/>
                    <a:pt x="897" y="3333"/>
                    <a:pt x="1307" y="3538"/>
                  </a:cubicBezTo>
                  <a:cubicBezTo>
                    <a:pt x="8227" y="7203"/>
                    <a:pt x="14942" y="11252"/>
                    <a:pt x="21427" y="15661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34" name="Google Shape;582;p21"/>
            <p:cNvSpPr/>
            <p:nvPr/>
          </p:nvSpPr>
          <p:spPr>
            <a:xfrm flipH="1">
              <a:off x="-720" y="362520"/>
              <a:ext cx="1572120" cy="3028680"/>
            </a:xfrm>
            <a:custGeom>
              <a:avLst/>
              <a:gdLst>
                <a:gd name="textAreaLeft" fmla="*/ -360 w 1572120"/>
                <a:gd name="textAreaRight" fmla="*/ 1572120 w 1572120"/>
                <a:gd name="textAreaTop" fmla="*/ 0 h 3028680"/>
                <a:gd name="textAreaBottom" fmla="*/ 3029040 h 3028680"/>
              </a:gdLst>
              <a:ahLst/>
              <a:cxnLst/>
              <a:rect l="textAreaLeft" t="textAreaTop" r="textAreaRight" b="textAreaBottom"/>
              <a:pathLst>
                <a:path w="48954" h="103623">
                  <a:moveTo>
                    <a:pt x="30962" y="101188"/>
                  </a:moveTo>
                  <a:cubicBezTo>
                    <a:pt x="28040" y="100265"/>
                    <a:pt x="25220" y="99035"/>
                    <a:pt x="22529" y="97523"/>
                  </a:cubicBezTo>
                  <a:cubicBezTo>
                    <a:pt x="18223" y="95114"/>
                    <a:pt x="14302" y="92064"/>
                    <a:pt x="10944" y="88450"/>
                  </a:cubicBezTo>
                  <a:cubicBezTo>
                    <a:pt x="6049" y="83196"/>
                    <a:pt x="2794" y="77327"/>
                    <a:pt x="1179" y="70817"/>
                  </a:cubicBezTo>
                  <a:cubicBezTo>
                    <a:pt x="0" y="66024"/>
                    <a:pt x="180" y="61205"/>
                    <a:pt x="1282" y="56438"/>
                  </a:cubicBezTo>
                  <a:cubicBezTo>
                    <a:pt x="1846" y="54055"/>
                    <a:pt x="2538" y="51671"/>
                    <a:pt x="3230" y="49287"/>
                  </a:cubicBezTo>
                  <a:cubicBezTo>
                    <a:pt x="4434" y="45135"/>
                    <a:pt x="6075" y="41137"/>
                    <a:pt x="8125" y="37318"/>
                  </a:cubicBezTo>
                  <a:cubicBezTo>
                    <a:pt x="11073" y="31833"/>
                    <a:pt x="14968" y="26861"/>
                    <a:pt x="19479" y="22196"/>
                  </a:cubicBezTo>
                  <a:cubicBezTo>
                    <a:pt x="24631" y="16917"/>
                    <a:pt x="30141" y="12021"/>
                    <a:pt x="35985" y="7562"/>
                  </a:cubicBezTo>
                  <a:cubicBezTo>
                    <a:pt x="39958" y="4486"/>
                    <a:pt x="44315" y="1949"/>
                    <a:pt x="48954" y="1"/>
                  </a:cubicBezTo>
                  <a:lnTo>
                    <a:pt x="48954" y="3948"/>
                  </a:lnTo>
                  <a:cubicBezTo>
                    <a:pt x="48749" y="4025"/>
                    <a:pt x="48544" y="4076"/>
                    <a:pt x="48339" y="4179"/>
                  </a:cubicBezTo>
                  <a:cubicBezTo>
                    <a:pt x="45853" y="5383"/>
                    <a:pt x="43495" y="6793"/>
                    <a:pt x="41239" y="8433"/>
                  </a:cubicBezTo>
                  <a:cubicBezTo>
                    <a:pt x="33986" y="13687"/>
                    <a:pt x="27348" y="19428"/>
                    <a:pt x="21581" y="25836"/>
                  </a:cubicBezTo>
                  <a:cubicBezTo>
                    <a:pt x="17275" y="30654"/>
                    <a:pt x="13841" y="35883"/>
                    <a:pt x="11534" y="41573"/>
                  </a:cubicBezTo>
                  <a:cubicBezTo>
                    <a:pt x="10355" y="44443"/>
                    <a:pt x="9458" y="47442"/>
                    <a:pt x="8920" y="50492"/>
                  </a:cubicBezTo>
                  <a:cubicBezTo>
                    <a:pt x="8535" y="52645"/>
                    <a:pt x="8151" y="54772"/>
                    <a:pt x="7920" y="56925"/>
                  </a:cubicBezTo>
                  <a:cubicBezTo>
                    <a:pt x="7074" y="64614"/>
                    <a:pt x="9612" y="71432"/>
                    <a:pt x="15763" y="77275"/>
                  </a:cubicBezTo>
                  <a:cubicBezTo>
                    <a:pt x="19838" y="81145"/>
                    <a:pt x="24708" y="84119"/>
                    <a:pt x="30039" y="85964"/>
                  </a:cubicBezTo>
                  <a:cubicBezTo>
                    <a:pt x="34165" y="87399"/>
                    <a:pt x="38522" y="88091"/>
                    <a:pt x="42905" y="87989"/>
                  </a:cubicBezTo>
                  <a:cubicBezTo>
                    <a:pt x="44930" y="87963"/>
                    <a:pt x="46980" y="87707"/>
                    <a:pt x="48954" y="87194"/>
                  </a:cubicBezTo>
                  <a:lnTo>
                    <a:pt x="48954" y="102623"/>
                  </a:lnTo>
                  <a:cubicBezTo>
                    <a:pt x="48851" y="102623"/>
                    <a:pt x="48723" y="102623"/>
                    <a:pt x="48621" y="102649"/>
                  </a:cubicBezTo>
                  <a:cubicBezTo>
                    <a:pt x="42546" y="103623"/>
                    <a:pt x="36677" y="103008"/>
                    <a:pt x="30962" y="10118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35" name="Google Shape;583;p21"/>
            <p:cNvSpPr/>
            <p:nvPr/>
          </p:nvSpPr>
          <p:spPr>
            <a:xfrm flipH="1">
              <a:off x="0" y="0"/>
              <a:ext cx="4073760" cy="4843440"/>
            </a:xfrm>
            <a:custGeom>
              <a:avLst/>
              <a:gdLst>
                <a:gd name="textAreaLeft" fmla="*/ 360 w 4073760"/>
                <a:gd name="textAreaRight" fmla="*/ 4074480 w 4073760"/>
                <a:gd name="textAreaTop" fmla="*/ 0 h 4843440"/>
                <a:gd name="textAreaBottom" fmla="*/ 4843800 h 4843440"/>
              </a:gdLst>
              <a:ahLst/>
              <a:cxnLst/>
              <a:rect l="textAreaLeft" t="textAreaTop" r="textAreaRight" b="textAreaBottom"/>
              <a:pathLst>
                <a:path w="126844" h="165698">
                  <a:moveTo>
                    <a:pt x="114055" y="165595"/>
                  </a:moveTo>
                  <a:cubicBezTo>
                    <a:pt x="110184" y="165698"/>
                    <a:pt x="106340" y="165288"/>
                    <a:pt x="102598" y="164365"/>
                  </a:cubicBezTo>
                  <a:cubicBezTo>
                    <a:pt x="99573" y="163571"/>
                    <a:pt x="96600" y="162648"/>
                    <a:pt x="93679" y="161546"/>
                  </a:cubicBezTo>
                  <a:cubicBezTo>
                    <a:pt x="90321" y="160316"/>
                    <a:pt x="86963" y="159034"/>
                    <a:pt x="83580" y="157829"/>
                  </a:cubicBezTo>
                  <a:cubicBezTo>
                    <a:pt x="78019" y="155830"/>
                    <a:pt x="72252" y="154446"/>
                    <a:pt x="66383" y="153703"/>
                  </a:cubicBezTo>
                  <a:cubicBezTo>
                    <a:pt x="63640" y="153344"/>
                    <a:pt x="60898" y="153011"/>
                    <a:pt x="58181" y="152627"/>
                  </a:cubicBezTo>
                  <a:cubicBezTo>
                    <a:pt x="56054" y="152345"/>
                    <a:pt x="53978" y="151858"/>
                    <a:pt x="51953" y="151140"/>
                  </a:cubicBezTo>
                  <a:cubicBezTo>
                    <a:pt x="46904" y="149269"/>
                    <a:pt x="43597" y="146142"/>
                    <a:pt x="42085" y="141734"/>
                  </a:cubicBezTo>
                  <a:cubicBezTo>
                    <a:pt x="41624" y="140401"/>
                    <a:pt x="41342" y="138991"/>
                    <a:pt x="41214" y="137582"/>
                  </a:cubicBezTo>
                  <a:cubicBezTo>
                    <a:pt x="40983" y="135506"/>
                    <a:pt x="41034" y="133455"/>
                    <a:pt x="41009" y="131379"/>
                  </a:cubicBezTo>
                  <a:cubicBezTo>
                    <a:pt x="40983" y="129508"/>
                    <a:pt x="40932" y="127612"/>
                    <a:pt x="40829" y="125741"/>
                  </a:cubicBezTo>
                  <a:cubicBezTo>
                    <a:pt x="40676" y="122460"/>
                    <a:pt x="40470" y="119179"/>
                    <a:pt x="40317" y="115899"/>
                  </a:cubicBezTo>
                  <a:cubicBezTo>
                    <a:pt x="40137" y="112362"/>
                    <a:pt x="40009" y="108825"/>
                    <a:pt x="39778" y="105288"/>
                  </a:cubicBezTo>
                  <a:cubicBezTo>
                    <a:pt x="39573" y="102033"/>
                    <a:pt x="39266" y="98778"/>
                    <a:pt x="38984" y="95523"/>
                  </a:cubicBezTo>
                  <a:cubicBezTo>
                    <a:pt x="38651" y="91499"/>
                    <a:pt x="38241" y="87475"/>
                    <a:pt x="37600" y="83477"/>
                  </a:cubicBezTo>
                  <a:cubicBezTo>
                    <a:pt x="37087" y="80017"/>
                    <a:pt x="36062" y="76634"/>
                    <a:pt x="34499" y="73507"/>
                  </a:cubicBezTo>
                  <a:cubicBezTo>
                    <a:pt x="34063" y="72635"/>
                    <a:pt x="33678" y="71738"/>
                    <a:pt x="33320" y="70841"/>
                  </a:cubicBezTo>
                  <a:cubicBezTo>
                    <a:pt x="32628" y="69124"/>
                    <a:pt x="32448" y="67202"/>
                    <a:pt x="32833" y="65382"/>
                  </a:cubicBezTo>
                  <a:cubicBezTo>
                    <a:pt x="33063" y="64177"/>
                    <a:pt x="33473" y="63024"/>
                    <a:pt x="34037" y="61973"/>
                  </a:cubicBezTo>
                  <a:cubicBezTo>
                    <a:pt x="34781" y="60589"/>
                    <a:pt x="35575" y="59231"/>
                    <a:pt x="36370" y="57898"/>
                  </a:cubicBezTo>
                  <a:cubicBezTo>
                    <a:pt x="37010" y="56822"/>
                    <a:pt x="37677" y="55771"/>
                    <a:pt x="38292" y="54694"/>
                  </a:cubicBezTo>
                  <a:cubicBezTo>
                    <a:pt x="38830" y="53797"/>
                    <a:pt x="39240" y="52849"/>
                    <a:pt x="39497" y="51849"/>
                  </a:cubicBezTo>
                  <a:cubicBezTo>
                    <a:pt x="39702" y="51183"/>
                    <a:pt x="39753" y="50491"/>
                    <a:pt x="39676" y="49799"/>
                  </a:cubicBezTo>
                  <a:cubicBezTo>
                    <a:pt x="39497" y="48646"/>
                    <a:pt x="38753" y="47851"/>
                    <a:pt x="37446" y="47415"/>
                  </a:cubicBezTo>
                  <a:cubicBezTo>
                    <a:pt x="36652" y="47134"/>
                    <a:pt x="35831" y="47005"/>
                    <a:pt x="34986" y="46980"/>
                  </a:cubicBezTo>
                  <a:cubicBezTo>
                    <a:pt x="33909" y="46929"/>
                    <a:pt x="32807" y="46929"/>
                    <a:pt x="31705" y="46929"/>
                  </a:cubicBezTo>
                  <a:cubicBezTo>
                    <a:pt x="30193" y="46929"/>
                    <a:pt x="28655" y="46954"/>
                    <a:pt x="27143" y="46954"/>
                  </a:cubicBezTo>
                  <a:cubicBezTo>
                    <a:pt x="25092" y="46954"/>
                    <a:pt x="23068" y="46775"/>
                    <a:pt x="21068" y="46416"/>
                  </a:cubicBezTo>
                  <a:cubicBezTo>
                    <a:pt x="15763" y="45442"/>
                    <a:pt x="11457" y="43238"/>
                    <a:pt x="8202" y="39650"/>
                  </a:cubicBezTo>
                  <a:cubicBezTo>
                    <a:pt x="7151" y="38496"/>
                    <a:pt x="6229" y="37215"/>
                    <a:pt x="5460" y="35882"/>
                  </a:cubicBezTo>
                  <a:cubicBezTo>
                    <a:pt x="4178" y="33703"/>
                    <a:pt x="3179" y="31345"/>
                    <a:pt x="2512" y="28911"/>
                  </a:cubicBezTo>
                  <a:cubicBezTo>
                    <a:pt x="1410" y="24810"/>
                    <a:pt x="795" y="20581"/>
                    <a:pt x="693" y="16352"/>
                  </a:cubicBezTo>
                  <a:cubicBezTo>
                    <a:pt x="590" y="12507"/>
                    <a:pt x="539" y="8663"/>
                    <a:pt x="462" y="4793"/>
                  </a:cubicBezTo>
                  <a:cubicBezTo>
                    <a:pt x="462" y="3178"/>
                    <a:pt x="308" y="1589"/>
                    <a:pt x="1" y="0"/>
                  </a:cubicBezTo>
                  <a:lnTo>
                    <a:pt x="2743" y="0"/>
                  </a:lnTo>
                  <a:cubicBezTo>
                    <a:pt x="2794" y="1666"/>
                    <a:pt x="2897" y="3306"/>
                    <a:pt x="2871" y="4972"/>
                  </a:cubicBezTo>
                  <a:cubicBezTo>
                    <a:pt x="2871" y="7638"/>
                    <a:pt x="2769" y="10303"/>
                    <a:pt x="2743" y="12969"/>
                  </a:cubicBezTo>
                  <a:cubicBezTo>
                    <a:pt x="2692" y="16403"/>
                    <a:pt x="2897" y="19863"/>
                    <a:pt x="3384" y="23272"/>
                  </a:cubicBezTo>
                  <a:cubicBezTo>
                    <a:pt x="3768" y="25963"/>
                    <a:pt x="4460" y="28603"/>
                    <a:pt x="5460" y="31140"/>
                  </a:cubicBezTo>
                  <a:cubicBezTo>
                    <a:pt x="6511" y="33832"/>
                    <a:pt x="8048" y="36266"/>
                    <a:pt x="10022" y="38368"/>
                  </a:cubicBezTo>
                  <a:cubicBezTo>
                    <a:pt x="12380" y="40777"/>
                    <a:pt x="15353" y="42520"/>
                    <a:pt x="18634" y="43392"/>
                  </a:cubicBezTo>
                  <a:cubicBezTo>
                    <a:pt x="21632" y="44186"/>
                    <a:pt x="24759" y="44442"/>
                    <a:pt x="27835" y="44084"/>
                  </a:cubicBezTo>
                  <a:cubicBezTo>
                    <a:pt x="29834" y="43879"/>
                    <a:pt x="31807" y="43571"/>
                    <a:pt x="33755" y="43135"/>
                  </a:cubicBezTo>
                  <a:cubicBezTo>
                    <a:pt x="36113" y="42648"/>
                    <a:pt x="38446" y="42110"/>
                    <a:pt x="40804" y="41674"/>
                  </a:cubicBezTo>
                  <a:cubicBezTo>
                    <a:pt x="41880" y="41495"/>
                    <a:pt x="42982" y="41367"/>
                    <a:pt x="44059" y="41290"/>
                  </a:cubicBezTo>
                  <a:cubicBezTo>
                    <a:pt x="44853" y="41239"/>
                    <a:pt x="45648" y="41316"/>
                    <a:pt x="46442" y="41521"/>
                  </a:cubicBezTo>
                  <a:cubicBezTo>
                    <a:pt x="47647" y="41828"/>
                    <a:pt x="48416" y="42520"/>
                    <a:pt x="48723" y="43545"/>
                  </a:cubicBezTo>
                  <a:cubicBezTo>
                    <a:pt x="48877" y="44160"/>
                    <a:pt x="48928" y="44776"/>
                    <a:pt x="48826" y="45416"/>
                  </a:cubicBezTo>
                  <a:cubicBezTo>
                    <a:pt x="48672" y="46518"/>
                    <a:pt x="48365" y="47595"/>
                    <a:pt x="47903" y="48594"/>
                  </a:cubicBezTo>
                  <a:cubicBezTo>
                    <a:pt x="47314" y="49927"/>
                    <a:pt x="46622" y="51209"/>
                    <a:pt x="45827" y="52439"/>
                  </a:cubicBezTo>
                  <a:cubicBezTo>
                    <a:pt x="44725" y="54156"/>
                    <a:pt x="43572" y="55873"/>
                    <a:pt x="42521" y="57591"/>
                  </a:cubicBezTo>
                  <a:cubicBezTo>
                    <a:pt x="41854" y="58667"/>
                    <a:pt x="41239" y="59795"/>
                    <a:pt x="40701" y="60922"/>
                  </a:cubicBezTo>
                  <a:cubicBezTo>
                    <a:pt x="39753" y="62845"/>
                    <a:pt x="39368" y="64972"/>
                    <a:pt x="39548" y="67099"/>
                  </a:cubicBezTo>
                  <a:cubicBezTo>
                    <a:pt x="39650" y="68125"/>
                    <a:pt x="39753" y="69150"/>
                    <a:pt x="39932" y="70175"/>
                  </a:cubicBezTo>
                  <a:cubicBezTo>
                    <a:pt x="40394" y="72892"/>
                    <a:pt x="40727" y="75660"/>
                    <a:pt x="40906" y="78402"/>
                  </a:cubicBezTo>
                  <a:cubicBezTo>
                    <a:pt x="41188" y="82810"/>
                    <a:pt x="41419" y="87219"/>
                    <a:pt x="41675" y="91627"/>
                  </a:cubicBezTo>
                  <a:cubicBezTo>
                    <a:pt x="41829" y="94241"/>
                    <a:pt x="41983" y="96830"/>
                    <a:pt x="42188" y="99419"/>
                  </a:cubicBezTo>
                  <a:cubicBezTo>
                    <a:pt x="42393" y="102007"/>
                    <a:pt x="42598" y="104622"/>
                    <a:pt x="42777" y="107210"/>
                  </a:cubicBezTo>
                  <a:cubicBezTo>
                    <a:pt x="42957" y="110055"/>
                    <a:pt x="43110" y="112900"/>
                    <a:pt x="43315" y="115745"/>
                  </a:cubicBezTo>
                  <a:cubicBezTo>
                    <a:pt x="43392" y="116898"/>
                    <a:pt x="43495" y="118052"/>
                    <a:pt x="43623" y="119205"/>
                  </a:cubicBezTo>
                  <a:cubicBezTo>
                    <a:pt x="43854" y="121384"/>
                    <a:pt x="44110" y="123562"/>
                    <a:pt x="44366" y="125766"/>
                  </a:cubicBezTo>
                  <a:cubicBezTo>
                    <a:pt x="44699" y="128509"/>
                    <a:pt x="44981" y="131251"/>
                    <a:pt x="45340" y="133994"/>
                  </a:cubicBezTo>
                  <a:cubicBezTo>
                    <a:pt x="45545" y="135813"/>
                    <a:pt x="46007" y="137607"/>
                    <a:pt x="46699" y="139299"/>
                  </a:cubicBezTo>
                  <a:cubicBezTo>
                    <a:pt x="48185" y="142836"/>
                    <a:pt x="50953" y="145476"/>
                    <a:pt x="55028" y="147142"/>
                  </a:cubicBezTo>
                  <a:cubicBezTo>
                    <a:pt x="55772" y="147449"/>
                    <a:pt x="56566" y="147706"/>
                    <a:pt x="57335" y="147962"/>
                  </a:cubicBezTo>
                  <a:cubicBezTo>
                    <a:pt x="59129" y="148475"/>
                    <a:pt x="60949" y="148910"/>
                    <a:pt x="62794" y="149243"/>
                  </a:cubicBezTo>
                  <a:cubicBezTo>
                    <a:pt x="65998" y="149884"/>
                    <a:pt x="69202" y="150474"/>
                    <a:pt x="72406" y="151191"/>
                  </a:cubicBezTo>
                  <a:cubicBezTo>
                    <a:pt x="77173" y="152293"/>
                    <a:pt x="81735" y="153857"/>
                    <a:pt x="86246" y="155523"/>
                  </a:cubicBezTo>
                  <a:cubicBezTo>
                    <a:pt x="89655" y="156804"/>
                    <a:pt x="93063" y="158086"/>
                    <a:pt x="96524" y="159290"/>
                  </a:cubicBezTo>
                  <a:cubicBezTo>
                    <a:pt x="100471" y="160674"/>
                    <a:pt x="104546" y="161571"/>
                    <a:pt x="108698" y="161905"/>
                  </a:cubicBezTo>
                  <a:cubicBezTo>
                    <a:pt x="111517" y="162135"/>
                    <a:pt x="114311" y="162084"/>
                    <a:pt x="117104" y="161725"/>
                  </a:cubicBezTo>
                  <a:cubicBezTo>
                    <a:pt x="120026" y="161341"/>
                    <a:pt x="122923" y="160726"/>
                    <a:pt x="125767" y="159880"/>
                  </a:cubicBezTo>
                  <a:cubicBezTo>
                    <a:pt x="126126" y="159752"/>
                    <a:pt x="126485" y="159675"/>
                    <a:pt x="126844" y="159598"/>
                  </a:cubicBezTo>
                  <a:lnTo>
                    <a:pt x="126844" y="163160"/>
                  </a:lnTo>
                  <a:cubicBezTo>
                    <a:pt x="125972" y="163442"/>
                    <a:pt x="125075" y="163750"/>
                    <a:pt x="124178" y="163981"/>
                  </a:cubicBezTo>
                  <a:cubicBezTo>
                    <a:pt x="120872" y="164903"/>
                    <a:pt x="117489" y="165442"/>
                    <a:pt x="114055" y="16559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36" name="Google Shape;584;p21"/>
            <p:cNvSpPr/>
            <p:nvPr/>
          </p:nvSpPr>
          <p:spPr>
            <a:xfrm flipH="1">
              <a:off x="7029000" y="0"/>
              <a:ext cx="2113920" cy="627480"/>
            </a:xfrm>
            <a:custGeom>
              <a:avLst/>
              <a:gdLst>
                <a:gd name="textAreaLeft" fmla="*/ 360 w 2113920"/>
                <a:gd name="textAreaRight" fmla="*/ 2114640 w 2113920"/>
                <a:gd name="textAreaTop" fmla="*/ 0 h 627480"/>
                <a:gd name="textAreaBottom" fmla="*/ 627840 h 627480"/>
              </a:gdLst>
              <a:ahLst/>
              <a:cxnLst/>
              <a:rect l="textAreaLeft" t="textAreaTop" r="textAreaRight" b="textAreaBottom"/>
              <a:pathLst>
                <a:path w="65819" h="21478">
                  <a:moveTo>
                    <a:pt x="65152" y="513"/>
                  </a:moveTo>
                  <a:cubicBezTo>
                    <a:pt x="62179" y="2230"/>
                    <a:pt x="59616" y="4537"/>
                    <a:pt x="57565" y="7305"/>
                  </a:cubicBezTo>
                  <a:cubicBezTo>
                    <a:pt x="56591" y="8637"/>
                    <a:pt x="55617" y="9970"/>
                    <a:pt x="54643" y="11328"/>
                  </a:cubicBezTo>
                  <a:cubicBezTo>
                    <a:pt x="53311" y="13148"/>
                    <a:pt x="51875" y="14865"/>
                    <a:pt x="50312" y="16506"/>
                  </a:cubicBezTo>
                  <a:cubicBezTo>
                    <a:pt x="49210" y="17659"/>
                    <a:pt x="47954" y="18684"/>
                    <a:pt x="46596" y="19530"/>
                  </a:cubicBezTo>
                  <a:cubicBezTo>
                    <a:pt x="45032" y="20504"/>
                    <a:pt x="43264" y="21119"/>
                    <a:pt x="41418" y="21350"/>
                  </a:cubicBezTo>
                  <a:cubicBezTo>
                    <a:pt x="39983" y="21478"/>
                    <a:pt x="38548" y="21401"/>
                    <a:pt x="37112" y="21145"/>
                  </a:cubicBezTo>
                  <a:cubicBezTo>
                    <a:pt x="35088" y="20786"/>
                    <a:pt x="33088" y="20299"/>
                    <a:pt x="31141" y="19658"/>
                  </a:cubicBezTo>
                  <a:cubicBezTo>
                    <a:pt x="27578" y="18556"/>
                    <a:pt x="24118" y="17275"/>
                    <a:pt x="20735" y="15891"/>
                  </a:cubicBezTo>
                  <a:cubicBezTo>
                    <a:pt x="14250" y="13251"/>
                    <a:pt x="7817" y="10585"/>
                    <a:pt x="1358" y="7945"/>
                  </a:cubicBezTo>
                  <a:cubicBezTo>
                    <a:pt x="923" y="7766"/>
                    <a:pt x="538" y="7510"/>
                    <a:pt x="0" y="7510"/>
                  </a:cubicBezTo>
                  <a:lnTo>
                    <a:pt x="0" y="0"/>
                  </a:lnTo>
                  <a:lnTo>
                    <a:pt x="14122" y="0"/>
                  </a:lnTo>
                  <a:cubicBezTo>
                    <a:pt x="14302" y="51"/>
                    <a:pt x="14481" y="103"/>
                    <a:pt x="14660" y="128"/>
                  </a:cubicBezTo>
                  <a:cubicBezTo>
                    <a:pt x="18761" y="487"/>
                    <a:pt x="22888" y="718"/>
                    <a:pt x="27040" y="359"/>
                  </a:cubicBezTo>
                  <a:cubicBezTo>
                    <a:pt x="28116" y="282"/>
                    <a:pt x="29218" y="282"/>
                    <a:pt x="30295" y="0"/>
                  </a:cubicBezTo>
                  <a:lnTo>
                    <a:pt x="65818" y="0"/>
                  </a:lnTo>
                  <a:cubicBezTo>
                    <a:pt x="65613" y="179"/>
                    <a:pt x="65382" y="359"/>
                    <a:pt x="65152" y="513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37" name="Google Shape;585;p21"/>
            <p:cNvSpPr/>
            <p:nvPr/>
          </p:nvSpPr>
          <p:spPr>
            <a:xfrm flipH="1">
              <a:off x="6055920" y="0"/>
              <a:ext cx="3086640" cy="1400040"/>
            </a:xfrm>
            <a:custGeom>
              <a:avLst/>
              <a:gdLst>
                <a:gd name="textAreaLeft" fmla="*/ 360 w 3086640"/>
                <a:gd name="textAreaRight" fmla="*/ 3087360 w 3086640"/>
                <a:gd name="textAreaTop" fmla="*/ 0 h 1400040"/>
                <a:gd name="textAreaBottom" fmla="*/ 1400400 h 1400040"/>
              </a:gdLst>
              <a:ahLst/>
              <a:cxnLst/>
              <a:rect l="textAreaLeft" t="textAreaTop" r="textAreaRight" b="textAreaBottom"/>
              <a:pathLst>
                <a:path w="96113" h="47903">
                  <a:moveTo>
                    <a:pt x="90141" y="6894"/>
                  </a:moveTo>
                  <a:cubicBezTo>
                    <a:pt x="89141" y="8073"/>
                    <a:pt x="88168" y="9252"/>
                    <a:pt x="87194" y="10457"/>
                  </a:cubicBezTo>
                  <a:cubicBezTo>
                    <a:pt x="83862" y="14532"/>
                    <a:pt x="81376" y="19248"/>
                    <a:pt x="79915" y="24323"/>
                  </a:cubicBezTo>
                  <a:cubicBezTo>
                    <a:pt x="79018" y="27552"/>
                    <a:pt x="77967" y="30705"/>
                    <a:pt x="76762" y="33832"/>
                  </a:cubicBezTo>
                  <a:cubicBezTo>
                    <a:pt x="75839" y="36138"/>
                    <a:pt x="74712" y="38368"/>
                    <a:pt x="73379" y="40470"/>
                  </a:cubicBezTo>
                  <a:cubicBezTo>
                    <a:pt x="72482" y="41828"/>
                    <a:pt x="71457" y="43084"/>
                    <a:pt x="70303" y="44186"/>
                  </a:cubicBezTo>
                  <a:cubicBezTo>
                    <a:pt x="68484" y="45878"/>
                    <a:pt x="66228" y="47005"/>
                    <a:pt x="63819" y="47492"/>
                  </a:cubicBezTo>
                  <a:cubicBezTo>
                    <a:pt x="61871" y="47851"/>
                    <a:pt x="59872" y="47902"/>
                    <a:pt x="57924" y="47646"/>
                  </a:cubicBezTo>
                  <a:cubicBezTo>
                    <a:pt x="55182" y="47313"/>
                    <a:pt x="52490" y="46621"/>
                    <a:pt x="49953" y="45570"/>
                  </a:cubicBezTo>
                  <a:cubicBezTo>
                    <a:pt x="47441" y="44571"/>
                    <a:pt x="45032" y="43392"/>
                    <a:pt x="42674" y="42059"/>
                  </a:cubicBezTo>
                  <a:cubicBezTo>
                    <a:pt x="39342" y="40188"/>
                    <a:pt x="36164" y="38189"/>
                    <a:pt x="32986" y="36138"/>
                  </a:cubicBezTo>
                  <a:cubicBezTo>
                    <a:pt x="27117" y="32422"/>
                    <a:pt x="21222" y="28731"/>
                    <a:pt x="15096" y="25297"/>
                  </a:cubicBezTo>
                  <a:cubicBezTo>
                    <a:pt x="10534" y="22734"/>
                    <a:pt x="5869" y="20248"/>
                    <a:pt x="1128" y="17890"/>
                  </a:cubicBezTo>
                  <a:cubicBezTo>
                    <a:pt x="795" y="17659"/>
                    <a:pt x="410" y="17531"/>
                    <a:pt x="0" y="17480"/>
                  </a:cubicBezTo>
                  <a:lnTo>
                    <a:pt x="0" y="13533"/>
                  </a:lnTo>
                  <a:cubicBezTo>
                    <a:pt x="513" y="13738"/>
                    <a:pt x="1025" y="13943"/>
                    <a:pt x="1512" y="14173"/>
                  </a:cubicBezTo>
                  <a:cubicBezTo>
                    <a:pt x="11790" y="19043"/>
                    <a:pt x="21837" y="24195"/>
                    <a:pt x="31679" y="29628"/>
                  </a:cubicBezTo>
                  <a:cubicBezTo>
                    <a:pt x="34908" y="31422"/>
                    <a:pt x="38214" y="33165"/>
                    <a:pt x="41521" y="34857"/>
                  </a:cubicBezTo>
                  <a:cubicBezTo>
                    <a:pt x="43802" y="36061"/>
                    <a:pt x="46160" y="37061"/>
                    <a:pt x="48595" y="37881"/>
                  </a:cubicBezTo>
                  <a:cubicBezTo>
                    <a:pt x="50594" y="38599"/>
                    <a:pt x="52721" y="39034"/>
                    <a:pt x="54848" y="39188"/>
                  </a:cubicBezTo>
                  <a:cubicBezTo>
                    <a:pt x="58001" y="39342"/>
                    <a:pt x="60666" y="38547"/>
                    <a:pt x="62819" y="36574"/>
                  </a:cubicBezTo>
                  <a:cubicBezTo>
                    <a:pt x="63998" y="35498"/>
                    <a:pt x="64998" y="34242"/>
                    <a:pt x="65844" y="32858"/>
                  </a:cubicBezTo>
                  <a:cubicBezTo>
                    <a:pt x="67125" y="30756"/>
                    <a:pt x="68176" y="28526"/>
                    <a:pt x="68996" y="26219"/>
                  </a:cubicBezTo>
                  <a:cubicBezTo>
                    <a:pt x="69945" y="23451"/>
                    <a:pt x="70816" y="20658"/>
                    <a:pt x="71739" y="17890"/>
                  </a:cubicBezTo>
                  <a:cubicBezTo>
                    <a:pt x="72097" y="16788"/>
                    <a:pt x="72456" y="15711"/>
                    <a:pt x="72866" y="14635"/>
                  </a:cubicBezTo>
                  <a:cubicBezTo>
                    <a:pt x="73866" y="12097"/>
                    <a:pt x="75353" y="9765"/>
                    <a:pt x="77223" y="7766"/>
                  </a:cubicBezTo>
                  <a:cubicBezTo>
                    <a:pt x="78633" y="6254"/>
                    <a:pt x="80120" y="4844"/>
                    <a:pt x="81709" y="3511"/>
                  </a:cubicBezTo>
                  <a:cubicBezTo>
                    <a:pt x="82836" y="2537"/>
                    <a:pt x="83964" y="1589"/>
                    <a:pt x="85092" y="589"/>
                  </a:cubicBezTo>
                  <a:cubicBezTo>
                    <a:pt x="85271" y="410"/>
                    <a:pt x="85451" y="205"/>
                    <a:pt x="85630" y="0"/>
                  </a:cubicBezTo>
                  <a:lnTo>
                    <a:pt x="96113" y="0"/>
                  </a:lnTo>
                  <a:cubicBezTo>
                    <a:pt x="95857" y="333"/>
                    <a:pt x="95626" y="641"/>
                    <a:pt x="95370" y="948"/>
                  </a:cubicBezTo>
                  <a:cubicBezTo>
                    <a:pt x="93627" y="2922"/>
                    <a:pt x="91884" y="4895"/>
                    <a:pt x="90141" y="6894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38" name="Google Shape;586;p21"/>
            <p:cNvSpPr/>
            <p:nvPr/>
          </p:nvSpPr>
          <p:spPr>
            <a:xfrm flipH="1">
              <a:off x="5668200" y="1999800"/>
              <a:ext cx="3473640" cy="3142800"/>
            </a:xfrm>
            <a:custGeom>
              <a:avLst/>
              <a:gdLst>
                <a:gd name="textAreaLeft" fmla="*/ -360 w 3473640"/>
                <a:gd name="textAreaRight" fmla="*/ 3473640 w 3473640"/>
                <a:gd name="textAreaTop" fmla="*/ 0 h 3142800"/>
                <a:gd name="textAreaBottom" fmla="*/ 3143160 h 3142800"/>
              </a:gdLst>
              <a:ahLst/>
              <a:cxnLst/>
              <a:rect l="textAreaLeft" t="textAreaTop" r="textAreaRight" b="textAreaBottom"/>
              <a:pathLst>
                <a:path w="108160" h="107519">
                  <a:moveTo>
                    <a:pt x="897" y="6280"/>
                  </a:moveTo>
                  <a:cubicBezTo>
                    <a:pt x="1717" y="5331"/>
                    <a:pt x="2614" y="4486"/>
                    <a:pt x="3588" y="3717"/>
                  </a:cubicBezTo>
                  <a:cubicBezTo>
                    <a:pt x="5869" y="1923"/>
                    <a:pt x="8586" y="769"/>
                    <a:pt x="11457" y="359"/>
                  </a:cubicBezTo>
                  <a:cubicBezTo>
                    <a:pt x="12918" y="129"/>
                    <a:pt x="14378" y="0"/>
                    <a:pt x="15865" y="0"/>
                  </a:cubicBezTo>
                  <a:cubicBezTo>
                    <a:pt x="19197" y="26"/>
                    <a:pt x="22503" y="308"/>
                    <a:pt x="25784" y="846"/>
                  </a:cubicBezTo>
                  <a:cubicBezTo>
                    <a:pt x="30423" y="1513"/>
                    <a:pt x="35011" y="2410"/>
                    <a:pt x="39573" y="3281"/>
                  </a:cubicBezTo>
                  <a:cubicBezTo>
                    <a:pt x="46954" y="4716"/>
                    <a:pt x="54387" y="5998"/>
                    <a:pt x="61948" y="6664"/>
                  </a:cubicBezTo>
                  <a:cubicBezTo>
                    <a:pt x="65306" y="6997"/>
                    <a:pt x="68689" y="7151"/>
                    <a:pt x="72097" y="7100"/>
                  </a:cubicBezTo>
                  <a:cubicBezTo>
                    <a:pt x="75968" y="6997"/>
                    <a:pt x="79863" y="6587"/>
                    <a:pt x="83682" y="5921"/>
                  </a:cubicBezTo>
                  <a:cubicBezTo>
                    <a:pt x="85605" y="5613"/>
                    <a:pt x="87552" y="5280"/>
                    <a:pt x="89500" y="4998"/>
                  </a:cubicBezTo>
                  <a:cubicBezTo>
                    <a:pt x="90910" y="4793"/>
                    <a:pt x="92371" y="4742"/>
                    <a:pt x="93806" y="4896"/>
                  </a:cubicBezTo>
                  <a:cubicBezTo>
                    <a:pt x="95985" y="5101"/>
                    <a:pt x="97779" y="5895"/>
                    <a:pt x="99086" y="7382"/>
                  </a:cubicBezTo>
                  <a:cubicBezTo>
                    <a:pt x="99573" y="7946"/>
                    <a:pt x="100009" y="8561"/>
                    <a:pt x="100419" y="9227"/>
                  </a:cubicBezTo>
                  <a:cubicBezTo>
                    <a:pt x="101034" y="10304"/>
                    <a:pt x="101495" y="11483"/>
                    <a:pt x="101777" y="12687"/>
                  </a:cubicBezTo>
                  <a:cubicBezTo>
                    <a:pt x="102623" y="15942"/>
                    <a:pt x="102572" y="19223"/>
                    <a:pt x="102162" y="22504"/>
                  </a:cubicBezTo>
                  <a:cubicBezTo>
                    <a:pt x="101752" y="25246"/>
                    <a:pt x="101239" y="27988"/>
                    <a:pt x="100547" y="30680"/>
                  </a:cubicBezTo>
                  <a:cubicBezTo>
                    <a:pt x="99394" y="35549"/>
                    <a:pt x="98317" y="40445"/>
                    <a:pt x="97625" y="45417"/>
                  </a:cubicBezTo>
                  <a:cubicBezTo>
                    <a:pt x="97164" y="48518"/>
                    <a:pt x="96882" y="51619"/>
                    <a:pt x="96779" y="54772"/>
                  </a:cubicBezTo>
                  <a:cubicBezTo>
                    <a:pt x="96677" y="58052"/>
                    <a:pt x="96728" y="61333"/>
                    <a:pt x="96959" y="64639"/>
                  </a:cubicBezTo>
                  <a:cubicBezTo>
                    <a:pt x="97241" y="68484"/>
                    <a:pt x="97728" y="72303"/>
                    <a:pt x="98445" y="76121"/>
                  </a:cubicBezTo>
                  <a:cubicBezTo>
                    <a:pt x="99188" y="80222"/>
                    <a:pt x="100188" y="84297"/>
                    <a:pt x="101341" y="88373"/>
                  </a:cubicBezTo>
                  <a:cubicBezTo>
                    <a:pt x="103059" y="94524"/>
                    <a:pt x="105160" y="100572"/>
                    <a:pt x="107646" y="106493"/>
                  </a:cubicBezTo>
                  <a:cubicBezTo>
                    <a:pt x="107800" y="106826"/>
                    <a:pt x="108005" y="107185"/>
                    <a:pt x="108159" y="107518"/>
                  </a:cubicBezTo>
                  <a:lnTo>
                    <a:pt x="102238" y="107518"/>
                  </a:lnTo>
                  <a:cubicBezTo>
                    <a:pt x="102238" y="107364"/>
                    <a:pt x="102213" y="107211"/>
                    <a:pt x="102187" y="107057"/>
                  </a:cubicBezTo>
                  <a:cubicBezTo>
                    <a:pt x="101726" y="105340"/>
                    <a:pt x="101239" y="103648"/>
                    <a:pt x="100778" y="101931"/>
                  </a:cubicBezTo>
                  <a:cubicBezTo>
                    <a:pt x="98753" y="94370"/>
                    <a:pt x="96907" y="86809"/>
                    <a:pt x="95575" y="79146"/>
                  </a:cubicBezTo>
                  <a:cubicBezTo>
                    <a:pt x="94729" y="74353"/>
                    <a:pt x="94165" y="69509"/>
                    <a:pt x="93883" y="64665"/>
                  </a:cubicBezTo>
                  <a:cubicBezTo>
                    <a:pt x="93499" y="57770"/>
                    <a:pt x="93781" y="50850"/>
                    <a:pt x="94780" y="44033"/>
                  </a:cubicBezTo>
                  <a:cubicBezTo>
                    <a:pt x="95370" y="39753"/>
                    <a:pt x="96215" y="35524"/>
                    <a:pt x="97087" y="31295"/>
                  </a:cubicBezTo>
                  <a:cubicBezTo>
                    <a:pt x="97728" y="28475"/>
                    <a:pt x="98189" y="25630"/>
                    <a:pt x="98496" y="22734"/>
                  </a:cubicBezTo>
                  <a:cubicBezTo>
                    <a:pt x="98702" y="20556"/>
                    <a:pt x="98573" y="18351"/>
                    <a:pt x="98112" y="16199"/>
                  </a:cubicBezTo>
                  <a:cubicBezTo>
                    <a:pt x="97830" y="14840"/>
                    <a:pt x="97317" y="13533"/>
                    <a:pt x="96549" y="12380"/>
                  </a:cubicBezTo>
                  <a:cubicBezTo>
                    <a:pt x="95344" y="10586"/>
                    <a:pt x="93524" y="9458"/>
                    <a:pt x="91064" y="9022"/>
                  </a:cubicBezTo>
                  <a:cubicBezTo>
                    <a:pt x="89603" y="8766"/>
                    <a:pt x="88142" y="8689"/>
                    <a:pt x="86655" y="8766"/>
                  </a:cubicBezTo>
                  <a:cubicBezTo>
                    <a:pt x="83810" y="8945"/>
                    <a:pt x="80991" y="9125"/>
                    <a:pt x="78146" y="9304"/>
                  </a:cubicBezTo>
                  <a:cubicBezTo>
                    <a:pt x="75224" y="9484"/>
                    <a:pt x="72303" y="9560"/>
                    <a:pt x="69381" y="9509"/>
                  </a:cubicBezTo>
                  <a:cubicBezTo>
                    <a:pt x="64306" y="9407"/>
                    <a:pt x="59231" y="9073"/>
                    <a:pt x="54182" y="8510"/>
                  </a:cubicBezTo>
                  <a:cubicBezTo>
                    <a:pt x="49620" y="7971"/>
                    <a:pt x="45032" y="7459"/>
                    <a:pt x="40444" y="6895"/>
                  </a:cubicBezTo>
                  <a:cubicBezTo>
                    <a:pt x="35575" y="6305"/>
                    <a:pt x="30679" y="5767"/>
                    <a:pt x="25758" y="5562"/>
                  </a:cubicBezTo>
                  <a:cubicBezTo>
                    <a:pt x="22683" y="5408"/>
                    <a:pt x="19607" y="5588"/>
                    <a:pt x="16583" y="6049"/>
                  </a:cubicBezTo>
                  <a:cubicBezTo>
                    <a:pt x="12149" y="6741"/>
                    <a:pt x="8407" y="8484"/>
                    <a:pt x="5382" y="11252"/>
                  </a:cubicBezTo>
                  <a:cubicBezTo>
                    <a:pt x="3742" y="12790"/>
                    <a:pt x="2307" y="14558"/>
                    <a:pt x="1102" y="16455"/>
                  </a:cubicBezTo>
                  <a:cubicBezTo>
                    <a:pt x="923" y="16737"/>
                    <a:pt x="743" y="17019"/>
                    <a:pt x="589" y="17275"/>
                  </a:cubicBezTo>
                  <a:cubicBezTo>
                    <a:pt x="461" y="17480"/>
                    <a:pt x="231" y="17634"/>
                    <a:pt x="0" y="17685"/>
                  </a:cubicBezTo>
                  <a:lnTo>
                    <a:pt x="0" y="6972"/>
                  </a:lnTo>
                  <a:cubicBezTo>
                    <a:pt x="359" y="6844"/>
                    <a:pt x="692" y="6587"/>
                    <a:pt x="897" y="6280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39" name="Google Shape;587;p21"/>
            <p:cNvSpPr/>
            <p:nvPr/>
          </p:nvSpPr>
          <p:spPr>
            <a:xfrm flipH="1">
              <a:off x="6542640" y="2722680"/>
              <a:ext cx="2599560" cy="2420280"/>
            </a:xfrm>
            <a:custGeom>
              <a:avLst/>
              <a:gdLst>
                <a:gd name="textAreaLeft" fmla="*/ -360 w 2599560"/>
                <a:gd name="textAreaRight" fmla="*/ 2599560 w 2599560"/>
                <a:gd name="textAreaTop" fmla="*/ 0 h 2420280"/>
                <a:gd name="textAreaBottom" fmla="*/ 2420640 h 2420280"/>
              </a:gdLst>
              <a:ahLst/>
              <a:cxnLst/>
              <a:rect l="textAreaLeft" t="textAreaTop" r="textAreaRight" b="textAreaBottom"/>
              <a:pathLst>
                <a:path w="80940" h="82811">
                  <a:moveTo>
                    <a:pt x="1333" y="34498"/>
                  </a:moveTo>
                  <a:cubicBezTo>
                    <a:pt x="3921" y="32294"/>
                    <a:pt x="6331" y="29962"/>
                    <a:pt x="8637" y="27553"/>
                  </a:cubicBezTo>
                  <a:cubicBezTo>
                    <a:pt x="12097" y="24016"/>
                    <a:pt x="15378" y="20376"/>
                    <a:pt x="18659" y="16737"/>
                  </a:cubicBezTo>
                  <a:cubicBezTo>
                    <a:pt x="20248" y="14943"/>
                    <a:pt x="21939" y="13251"/>
                    <a:pt x="23708" y="11662"/>
                  </a:cubicBezTo>
                  <a:cubicBezTo>
                    <a:pt x="27681" y="8125"/>
                    <a:pt x="32320" y="5408"/>
                    <a:pt x="37369" y="3717"/>
                  </a:cubicBezTo>
                  <a:cubicBezTo>
                    <a:pt x="39983" y="2820"/>
                    <a:pt x="42674" y="2102"/>
                    <a:pt x="45365" y="1589"/>
                  </a:cubicBezTo>
                  <a:cubicBezTo>
                    <a:pt x="49312" y="846"/>
                    <a:pt x="53311" y="385"/>
                    <a:pt x="57309" y="205"/>
                  </a:cubicBezTo>
                  <a:cubicBezTo>
                    <a:pt x="60513" y="0"/>
                    <a:pt x="63742" y="103"/>
                    <a:pt x="66946" y="462"/>
                  </a:cubicBezTo>
                  <a:cubicBezTo>
                    <a:pt x="68740" y="667"/>
                    <a:pt x="70508" y="1051"/>
                    <a:pt x="72226" y="1615"/>
                  </a:cubicBezTo>
                  <a:cubicBezTo>
                    <a:pt x="75481" y="2717"/>
                    <a:pt x="77787" y="4588"/>
                    <a:pt x="79018" y="7331"/>
                  </a:cubicBezTo>
                  <a:cubicBezTo>
                    <a:pt x="79274" y="7920"/>
                    <a:pt x="79505" y="8510"/>
                    <a:pt x="79710" y="9125"/>
                  </a:cubicBezTo>
                  <a:cubicBezTo>
                    <a:pt x="80197" y="10791"/>
                    <a:pt x="80504" y="12508"/>
                    <a:pt x="80607" y="14225"/>
                  </a:cubicBezTo>
                  <a:cubicBezTo>
                    <a:pt x="80940" y="17736"/>
                    <a:pt x="80837" y="21222"/>
                    <a:pt x="80760" y="24733"/>
                  </a:cubicBezTo>
                  <a:cubicBezTo>
                    <a:pt x="80581" y="31243"/>
                    <a:pt x="80376" y="37753"/>
                    <a:pt x="80222" y="44289"/>
                  </a:cubicBezTo>
                  <a:cubicBezTo>
                    <a:pt x="80094" y="49364"/>
                    <a:pt x="80043" y="54438"/>
                    <a:pt x="79966" y="59488"/>
                  </a:cubicBezTo>
                  <a:cubicBezTo>
                    <a:pt x="79889" y="63101"/>
                    <a:pt x="79658" y="66690"/>
                    <a:pt x="79274" y="70278"/>
                  </a:cubicBezTo>
                  <a:cubicBezTo>
                    <a:pt x="78889" y="74225"/>
                    <a:pt x="78172" y="78146"/>
                    <a:pt x="77121" y="81965"/>
                  </a:cubicBezTo>
                  <a:cubicBezTo>
                    <a:pt x="77044" y="82247"/>
                    <a:pt x="76993" y="82529"/>
                    <a:pt x="76967" y="82811"/>
                  </a:cubicBezTo>
                  <a:lnTo>
                    <a:pt x="70816" y="82811"/>
                  </a:lnTo>
                  <a:cubicBezTo>
                    <a:pt x="70918" y="82478"/>
                    <a:pt x="71021" y="82119"/>
                    <a:pt x="71149" y="81811"/>
                  </a:cubicBezTo>
                  <a:cubicBezTo>
                    <a:pt x="72379" y="78864"/>
                    <a:pt x="73328" y="75839"/>
                    <a:pt x="74020" y="72738"/>
                  </a:cubicBezTo>
                  <a:cubicBezTo>
                    <a:pt x="74994" y="68381"/>
                    <a:pt x="75660" y="63947"/>
                    <a:pt x="76019" y="59513"/>
                  </a:cubicBezTo>
                  <a:cubicBezTo>
                    <a:pt x="76403" y="55130"/>
                    <a:pt x="76634" y="50748"/>
                    <a:pt x="76762" y="46365"/>
                  </a:cubicBezTo>
                  <a:cubicBezTo>
                    <a:pt x="76865" y="43623"/>
                    <a:pt x="76993" y="40855"/>
                    <a:pt x="77095" y="38112"/>
                  </a:cubicBezTo>
                  <a:cubicBezTo>
                    <a:pt x="77275" y="32909"/>
                    <a:pt x="77403" y="27706"/>
                    <a:pt x="77198" y="22503"/>
                  </a:cubicBezTo>
                  <a:cubicBezTo>
                    <a:pt x="77121" y="20222"/>
                    <a:pt x="76813" y="17941"/>
                    <a:pt x="76301" y="15712"/>
                  </a:cubicBezTo>
                  <a:cubicBezTo>
                    <a:pt x="75942" y="14071"/>
                    <a:pt x="75301" y="12508"/>
                    <a:pt x="74455" y="11073"/>
                  </a:cubicBezTo>
                  <a:cubicBezTo>
                    <a:pt x="73123" y="8971"/>
                    <a:pt x="71149" y="7407"/>
                    <a:pt x="68535" y="6459"/>
                  </a:cubicBezTo>
                  <a:cubicBezTo>
                    <a:pt x="67715" y="6177"/>
                    <a:pt x="66895" y="5947"/>
                    <a:pt x="66074" y="5741"/>
                  </a:cubicBezTo>
                  <a:cubicBezTo>
                    <a:pt x="63511" y="5203"/>
                    <a:pt x="60897" y="4998"/>
                    <a:pt x="58283" y="5101"/>
                  </a:cubicBezTo>
                  <a:cubicBezTo>
                    <a:pt x="52619" y="5255"/>
                    <a:pt x="47031" y="6280"/>
                    <a:pt x="41675" y="8099"/>
                  </a:cubicBezTo>
                  <a:cubicBezTo>
                    <a:pt x="36856" y="9765"/>
                    <a:pt x="32345" y="12200"/>
                    <a:pt x="28296" y="15276"/>
                  </a:cubicBezTo>
                  <a:cubicBezTo>
                    <a:pt x="26040" y="16967"/>
                    <a:pt x="23939" y="18787"/>
                    <a:pt x="21888" y="20607"/>
                  </a:cubicBezTo>
                  <a:cubicBezTo>
                    <a:pt x="18172" y="23913"/>
                    <a:pt x="14455" y="27245"/>
                    <a:pt x="10739" y="30551"/>
                  </a:cubicBezTo>
                  <a:cubicBezTo>
                    <a:pt x="7715" y="33242"/>
                    <a:pt x="4537" y="35754"/>
                    <a:pt x="1230" y="38112"/>
                  </a:cubicBezTo>
                  <a:cubicBezTo>
                    <a:pt x="1000" y="38292"/>
                    <a:pt x="769" y="38445"/>
                    <a:pt x="538" y="38573"/>
                  </a:cubicBezTo>
                  <a:cubicBezTo>
                    <a:pt x="359" y="38625"/>
                    <a:pt x="179" y="38625"/>
                    <a:pt x="0" y="38625"/>
                  </a:cubicBezTo>
                  <a:lnTo>
                    <a:pt x="0" y="35242"/>
                  </a:lnTo>
                  <a:cubicBezTo>
                    <a:pt x="179" y="35242"/>
                    <a:pt x="359" y="35216"/>
                    <a:pt x="513" y="35165"/>
                  </a:cubicBezTo>
                  <a:cubicBezTo>
                    <a:pt x="820" y="34960"/>
                    <a:pt x="1076" y="34729"/>
                    <a:pt x="1333" y="3449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40" name="Google Shape;588;p21"/>
            <p:cNvSpPr/>
            <p:nvPr/>
          </p:nvSpPr>
          <p:spPr>
            <a:xfrm flipH="1">
              <a:off x="0" y="0"/>
              <a:ext cx="3917520" cy="4620960"/>
            </a:xfrm>
            <a:custGeom>
              <a:avLst/>
              <a:gdLst>
                <a:gd name="textAreaLeft" fmla="*/ 360 w 3917520"/>
                <a:gd name="textAreaRight" fmla="*/ 3918240 w 3917520"/>
                <a:gd name="textAreaTop" fmla="*/ 0 h 4620960"/>
                <a:gd name="textAreaBottom" fmla="*/ 4621320 h 4620960"/>
              </a:gdLst>
              <a:ahLst/>
              <a:cxnLst/>
              <a:rect l="textAreaLeft" t="textAreaTop" r="textAreaRight" b="textAreaBottom"/>
              <a:pathLst>
                <a:path w="121974" h="158086">
                  <a:moveTo>
                    <a:pt x="100009" y="157368"/>
                  </a:moveTo>
                  <a:cubicBezTo>
                    <a:pt x="96703" y="156856"/>
                    <a:pt x="93473" y="156061"/>
                    <a:pt x="90321" y="154959"/>
                  </a:cubicBezTo>
                  <a:cubicBezTo>
                    <a:pt x="88065" y="154190"/>
                    <a:pt x="85810" y="153370"/>
                    <a:pt x="83554" y="152498"/>
                  </a:cubicBezTo>
                  <a:cubicBezTo>
                    <a:pt x="78685" y="150679"/>
                    <a:pt x="73789" y="148885"/>
                    <a:pt x="68740" y="147424"/>
                  </a:cubicBezTo>
                  <a:cubicBezTo>
                    <a:pt x="65818" y="146578"/>
                    <a:pt x="62871" y="145758"/>
                    <a:pt x="59923" y="144938"/>
                  </a:cubicBezTo>
                  <a:cubicBezTo>
                    <a:pt x="58155" y="144425"/>
                    <a:pt x="56412" y="143810"/>
                    <a:pt x="54721" y="143041"/>
                  </a:cubicBezTo>
                  <a:cubicBezTo>
                    <a:pt x="50876" y="141298"/>
                    <a:pt x="48185" y="138709"/>
                    <a:pt x="46647" y="135326"/>
                  </a:cubicBezTo>
                  <a:cubicBezTo>
                    <a:pt x="46083" y="133994"/>
                    <a:pt x="45596" y="132635"/>
                    <a:pt x="45263" y="131251"/>
                  </a:cubicBezTo>
                  <a:cubicBezTo>
                    <a:pt x="44443" y="128124"/>
                    <a:pt x="43776" y="124997"/>
                    <a:pt x="43213" y="121819"/>
                  </a:cubicBezTo>
                  <a:cubicBezTo>
                    <a:pt x="42879" y="119871"/>
                    <a:pt x="42546" y="117924"/>
                    <a:pt x="42290" y="115950"/>
                  </a:cubicBezTo>
                  <a:cubicBezTo>
                    <a:pt x="41982" y="113515"/>
                    <a:pt x="41777" y="111080"/>
                    <a:pt x="41521" y="108646"/>
                  </a:cubicBezTo>
                  <a:cubicBezTo>
                    <a:pt x="41239" y="105698"/>
                    <a:pt x="40957" y="102725"/>
                    <a:pt x="40726" y="99752"/>
                  </a:cubicBezTo>
                  <a:cubicBezTo>
                    <a:pt x="40445" y="96010"/>
                    <a:pt x="40240" y="92242"/>
                    <a:pt x="40163" y="88500"/>
                  </a:cubicBezTo>
                  <a:cubicBezTo>
                    <a:pt x="39983" y="81247"/>
                    <a:pt x="40445" y="73994"/>
                    <a:pt x="41598" y="66843"/>
                  </a:cubicBezTo>
                  <a:cubicBezTo>
                    <a:pt x="41957" y="64357"/>
                    <a:pt x="42700" y="61922"/>
                    <a:pt x="43751" y="59641"/>
                  </a:cubicBezTo>
                  <a:cubicBezTo>
                    <a:pt x="44520" y="58052"/>
                    <a:pt x="45391" y="56488"/>
                    <a:pt x="46263" y="54925"/>
                  </a:cubicBezTo>
                  <a:cubicBezTo>
                    <a:pt x="47749" y="52362"/>
                    <a:pt x="49313" y="49799"/>
                    <a:pt x="50799" y="47236"/>
                  </a:cubicBezTo>
                  <a:cubicBezTo>
                    <a:pt x="52183" y="44852"/>
                    <a:pt x="53413" y="42392"/>
                    <a:pt x="54439" y="39855"/>
                  </a:cubicBezTo>
                  <a:cubicBezTo>
                    <a:pt x="55002" y="38573"/>
                    <a:pt x="55387" y="37215"/>
                    <a:pt x="55592" y="35831"/>
                  </a:cubicBezTo>
                  <a:cubicBezTo>
                    <a:pt x="55720" y="35113"/>
                    <a:pt x="55694" y="34395"/>
                    <a:pt x="55541" y="33678"/>
                  </a:cubicBezTo>
                  <a:cubicBezTo>
                    <a:pt x="55207" y="32473"/>
                    <a:pt x="54310" y="31756"/>
                    <a:pt x="52824" y="31627"/>
                  </a:cubicBezTo>
                  <a:cubicBezTo>
                    <a:pt x="52132" y="31551"/>
                    <a:pt x="51440" y="31576"/>
                    <a:pt x="50773" y="31679"/>
                  </a:cubicBezTo>
                  <a:cubicBezTo>
                    <a:pt x="49851" y="31807"/>
                    <a:pt x="48928" y="32012"/>
                    <a:pt x="48031" y="32268"/>
                  </a:cubicBezTo>
                  <a:cubicBezTo>
                    <a:pt x="46032" y="32832"/>
                    <a:pt x="44084" y="33524"/>
                    <a:pt x="42187" y="34344"/>
                  </a:cubicBezTo>
                  <a:cubicBezTo>
                    <a:pt x="39804" y="35318"/>
                    <a:pt x="37446" y="36343"/>
                    <a:pt x="35062" y="37317"/>
                  </a:cubicBezTo>
                  <a:cubicBezTo>
                    <a:pt x="32961" y="38163"/>
                    <a:pt x="30833" y="39009"/>
                    <a:pt x="28655" y="39752"/>
                  </a:cubicBezTo>
                  <a:cubicBezTo>
                    <a:pt x="26399" y="40572"/>
                    <a:pt x="24067" y="41136"/>
                    <a:pt x="21683" y="41418"/>
                  </a:cubicBezTo>
                  <a:cubicBezTo>
                    <a:pt x="16506" y="41956"/>
                    <a:pt x="12021" y="40752"/>
                    <a:pt x="8202" y="37804"/>
                  </a:cubicBezTo>
                  <a:cubicBezTo>
                    <a:pt x="6920" y="36779"/>
                    <a:pt x="5818" y="35574"/>
                    <a:pt x="4896" y="34242"/>
                  </a:cubicBezTo>
                  <a:cubicBezTo>
                    <a:pt x="3742" y="32576"/>
                    <a:pt x="2845" y="30782"/>
                    <a:pt x="2179" y="28885"/>
                  </a:cubicBezTo>
                  <a:cubicBezTo>
                    <a:pt x="846" y="25117"/>
                    <a:pt x="333" y="21273"/>
                    <a:pt x="154" y="17377"/>
                  </a:cubicBezTo>
                  <a:cubicBezTo>
                    <a:pt x="0" y="13148"/>
                    <a:pt x="257" y="8919"/>
                    <a:pt x="487" y="4690"/>
                  </a:cubicBezTo>
                  <a:cubicBezTo>
                    <a:pt x="564" y="3127"/>
                    <a:pt x="564" y="1563"/>
                    <a:pt x="590" y="0"/>
                  </a:cubicBezTo>
                  <a:lnTo>
                    <a:pt x="1717" y="0"/>
                  </a:lnTo>
                  <a:cubicBezTo>
                    <a:pt x="1692" y="1153"/>
                    <a:pt x="1717" y="2332"/>
                    <a:pt x="1641" y="3486"/>
                  </a:cubicBezTo>
                  <a:cubicBezTo>
                    <a:pt x="1512" y="6254"/>
                    <a:pt x="1333" y="9047"/>
                    <a:pt x="1179" y="11841"/>
                  </a:cubicBezTo>
                  <a:cubicBezTo>
                    <a:pt x="1000" y="14917"/>
                    <a:pt x="1102" y="18044"/>
                    <a:pt x="1461" y="21119"/>
                  </a:cubicBezTo>
                  <a:cubicBezTo>
                    <a:pt x="1717" y="23349"/>
                    <a:pt x="2179" y="25553"/>
                    <a:pt x="2871" y="27680"/>
                  </a:cubicBezTo>
                  <a:cubicBezTo>
                    <a:pt x="3640" y="30166"/>
                    <a:pt x="4870" y="32473"/>
                    <a:pt x="6510" y="34524"/>
                  </a:cubicBezTo>
                  <a:cubicBezTo>
                    <a:pt x="7792" y="36113"/>
                    <a:pt x="9407" y="37445"/>
                    <a:pt x="11252" y="38394"/>
                  </a:cubicBezTo>
                  <a:cubicBezTo>
                    <a:pt x="14148" y="39906"/>
                    <a:pt x="17429" y="40572"/>
                    <a:pt x="20684" y="40265"/>
                  </a:cubicBezTo>
                  <a:cubicBezTo>
                    <a:pt x="22709" y="40085"/>
                    <a:pt x="24682" y="39650"/>
                    <a:pt x="26604" y="39009"/>
                  </a:cubicBezTo>
                  <a:cubicBezTo>
                    <a:pt x="29014" y="38214"/>
                    <a:pt x="31372" y="37266"/>
                    <a:pt x="33627" y="36138"/>
                  </a:cubicBezTo>
                  <a:cubicBezTo>
                    <a:pt x="36626" y="34652"/>
                    <a:pt x="39599" y="33140"/>
                    <a:pt x="42597" y="31679"/>
                  </a:cubicBezTo>
                  <a:cubicBezTo>
                    <a:pt x="44955" y="30525"/>
                    <a:pt x="47313" y="29372"/>
                    <a:pt x="49723" y="28296"/>
                  </a:cubicBezTo>
                  <a:cubicBezTo>
                    <a:pt x="51184" y="27655"/>
                    <a:pt x="52721" y="27142"/>
                    <a:pt x="54259" y="26604"/>
                  </a:cubicBezTo>
                  <a:cubicBezTo>
                    <a:pt x="55361" y="26219"/>
                    <a:pt x="56515" y="25989"/>
                    <a:pt x="57668" y="25861"/>
                  </a:cubicBezTo>
                  <a:cubicBezTo>
                    <a:pt x="58386" y="25784"/>
                    <a:pt x="59103" y="25809"/>
                    <a:pt x="59821" y="25938"/>
                  </a:cubicBezTo>
                  <a:cubicBezTo>
                    <a:pt x="60923" y="26143"/>
                    <a:pt x="61641" y="26706"/>
                    <a:pt x="61923" y="27603"/>
                  </a:cubicBezTo>
                  <a:cubicBezTo>
                    <a:pt x="62076" y="28014"/>
                    <a:pt x="62153" y="28449"/>
                    <a:pt x="62153" y="28885"/>
                  </a:cubicBezTo>
                  <a:cubicBezTo>
                    <a:pt x="62128" y="29474"/>
                    <a:pt x="62076" y="30064"/>
                    <a:pt x="61948" y="30653"/>
                  </a:cubicBezTo>
                  <a:cubicBezTo>
                    <a:pt x="61564" y="32473"/>
                    <a:pt x="60795" y="34216"/>
                    <a:pt x="59949" y="35933"/>
                  </a:cubicBezTo>
                  <a:cubicBezTo>
                    <a:pt x="58437" y="39086"/>
                    <a:pt x="56694" y="42136"/>
                    <a:pt x="54951" y="45186"/>
                  </a:cubicBezTo>
                  <a:cubicBezTo>
                    <a:pt x="52824" y="48928"/>
                    <a:pt x="50671" y="52670"/>
                    <a:pt x="48595" y="56437"/>
                  </a:cubicBezTo>
                  <a:cubicBezTo>
                    <a:pt x="46852" y="59513"/>
                    <a:pt x="45494" y="62768"/>
                    <a:pt x="44520" y="66177"/>
                  </a:cubicBezTo>
                  <a:cubicBezTo>
                    <a:pt x="43161" y="71123"/>
                    <a:pt x="42316" y="76198"/>
                    <a:pt x="41982" y="81324"/>
                  </a:cubicBezTo>
                  <a:cubicBezTo>
                    <a:pt x="41700" y="86219"/>
                    <a:pt x="41752" y="91166"/>
                    <a:pt x="42111" y="96061"/>
                  </a:cubicBezTo>
                  <a:cubicBezTo>
                    <a:pt x="42316" y="99086"/>
                    <a:pt x="42597" y="102110"/>
                    <a:pt x="42931" y="105134"/>
                  </a:cubicBezTo>
                  <a:cubicBezTo>
                    <a:pt x="43238" y="108338"/>
                    <a:pt x="43623" y="111516"/>
                    <a:pt x="44084" y="114669"/>
                  </a:cubicBezTo>
                  <a:cubicBezTo>
                    <a:pt x="44699" y="119103"/>
                    <a:pt x="45647" y="123511"/>
                    <a:pt x="46878" y="127817"/>
                  </a:cubicBezTo>
                  <a:cubicBezTo>
                    <a:pt x="47390" y="129713"/>
                    <a:pt x="48057" y="131584"/>
                    <a:pt x="48877" y="133378"/>
                  </a:cubicBezTo>
                  <a:cubicBezTo>
                    <a:pt x="50492" y="136787"/>
                    <a:pt x="53157" y="139427"/>
                    <a:pt x="56976" y="141247"/>
                  </a:cubicBezTo>
                  <a:cubicBezTo>
                    <a:pt x="57950" y="141683"/>
                    <a:pt x="58898" y="142118"/>
                    <a:pt x="59923" y="142503"/>
                  </a:cubicBezTo>
                  <a:cubicBezTo>
                    <a:pt x="61333" y="143015"/>
                    <a:pt x="62768" y="143528"/>
                    <a:pt x="64204" y="143989"/>
                  </a:cubicBezTo>
                  <a:cubicBezTo>
                    <a:pt x="68817" y="145450"/>
                    <a:pt x="73431" y="146860"/>
                    <a:pt x="77941" y="148551"/>
                  </a:cubicBezTo>
                  <a:cubicBezTo>
                    <a:pt x="81171" y="149730"/>
                    <a:pt x="84451" y="150935"/>
                    <a:pt x="87706" y="152140"/>
                  </a:cubicBezTo>
                  <a:cubicBezTo>
                    <a:pt x="89859" y="152934"/>
                    <a:pt x="92038" y="153652"/>
                    <a:pt x="94268" y="154216"/>
                  </a:cubicBezTo>
                  <a:cubicBezTo>
                    <a:pt x="98727" y="155446"/>
                    <a:pt x="103341" y="155984"/>
                    <a:pt x="107954" y="155830"/>
                  </a:cubicBezTo>
                  <a:cubicBezTo>
                    <a:pt x="111261" y="155677"/>
                    <a:pt x="114567" y="155190"/>
                    <a:pt x="117796" y="154395"/>
                  </a:cubicBezTo>
                  <a:cubicBezTo>
                    <a:pt x="119206" y="154087"/>
                    <a:pt x="120616" y="153703"/>
                    <a:pt x="121974" y="153190"/>
                  </a:cubicBezTo>
                  <a:lnTo>
                    <a:pt x="121974" y="155266"/>
                  </a:lnTo>
                  <a:cubicBezTo>
                    <a:pt x="119308" y="156112"/>
                    <a:pt x="116566" y="156779"/>
                    <a:pt x="113824" y="157240"/>
                  </a:cubicBezTo>
                  <a:cubicBezTo>
                    <a:pt x="109236" y="158034"/>
                    <a:pt x="104571" y="158086"/>
                    <a:pt x="100009" y="15736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41" name="Google Shape;589;p21"/>
            <p:cNvSpPr/>
            <p:nvPr/>
          </p:nvSpPr>
          <p:spPr>
            <a:xfrm flipH="1">
              <a:off x="4044960" y="970920"/>
              <a:ext cx="5097240" cy="4172040"/>
            </a:xfrm>
            <a:custGeom>
              <a:avLst/>
              <a:gdLst>
                <a:gd name="textAreaLeft" fmla="*/ -360 w 5097240"/>
                <a:gd name="textAreaRight" fmla="*/ 5097240 w 5097240"/>
                <a:gd name="textAreaTop" fmla="*/ 0 h 4172040"/>
                <a:gd name="textAreaBottom" fmla="*/ 4172400 h 4172040"/>
              </a:gdLst>
              <a:ahLst/>
              <a:cxnLst/>
              <a:rect l="textAreaLeft" t="textAreaTop" r="textAreaRight" b="textAreaBottom"/>
              <a:pathLst>
                <a:path w="158702" h="142734">
                  <a:moveTo>
                    <a:pt x="1256" y="436"/>
                  </a:moveTo>
                  <a:cubicBezTo>
                    <a:pt x="5331" y="2358"/>
                    <a:pt x="9329" y="4460"/>
                    <a:pt x="13123" y="6741"/>
                  </a:cubicBezTo>
                  <a:cubicBezTo>
                    <a:pt x="17403" y="9304"/>
                    <a:pt x="21606" y="11893"/>
                    <a:pt x="25810" y="14533"/>
                  </a:cubicBezTo>
                  <a:cubicBezTo>
                    <a:pt x="29295" y="16686"/>
                    <a:pt x="32781" y="18864"/>
                    <a:pt x="36446" y="20838"/>
                  </a:cubicBezTo>
                  <a:cubicBezTo>
                    <a:pt x="41239" y="23426"/>
                    <a:pt x="46288" y="25579"/>
                    <a:pt x="51491" y="27220"/>
                  </a:cubicBezTo>
                  <a:cubicBezTo>
                    <a:pt x="56079" y="28680"/>
                    <a:pt x="60795" y="29783"/>
                    <a:pt x="65716" y="30013"/>
                  </a:cubicBezTo>
                  <a:cubicBezTo>
                    <a:pt x="68766" y="30193"/>
                    <a:pt x="71841" y="29859"/>
                    <a:pt x="74789" y="29065"/>
                  </a:cubicBezTo>
                  <a:cubicBezTo>
                    <a:pt x="77890" y="28168"/>
                    <a:pt x="80786" y="26656"/>
                    <a:pt x="83272" y="24605"/>
                  </a:cubicBezTo>
                  <a:cubicBezTo>
                    <a:pt x="84913" y="23272"/>
                    <a:pt x="86476" y="21786"/>
                    <a:pt x="87886" y="20197"/>
                  </a:cubicBezTo>
                  <a:cubicBezTo>
                    <a:pt x="89500" y="18352"/>
                    <a:pt x="91089" y="16455"/>
                    <a:pt x="92678" y="14610"/>
                  </a:cubicBezTo>
                  <a:cubicBezTo>
                    <a:pt x="93960" y="13123"/>
                    <a:pt x="95241" y="11636"/>
                    <a:pt x="96574" y="10201"/>
                  </a:cubicBezTo>
                  <a:cubicBezTo>
                    <a:pt x="97728" y="8971"/>
                    <a:pt x="99035" y="7920"/>
                    <a:pt x="100496" y="7074"/>
                  </a:cubicBezTo>
                  <a:cubicBezTo>
                    <a:pt x="101546" y="6434"/>
                    <a:pt x="102725" y="5947"/>
                    <a:pt x="103930" y="5639"/>
                  </a:cubicBezTo>
                  <a:cubicBezTo>
                    <a:pt x="106006" y="5075"/>
                    <a:pt x="108236" y="5357"/>
                    <a:pt x="110107" y="6408"/>
                  </a:cubicBezTo>
                  <a:cubicBezTo>
                    <a:pt x="110696" y="6741"/>
                    <a:pt x="111260" y="7126"/>
                    <a:pt x="111773" y="7561"/>
                  </a:cubicBezTo>
                  <a:cubicBezTo>
                    <a:pt x="112644" y="8253"/>
                    <a:pt x="113439" y="9073"/>
                    <a:pt x="114105" y="9971"/>
                  </a:cubicBezTo>
                  <a:cubicBezTo>
                    <a:pt x="115028" y="11175"/>
                    <a:pt x="115874" y="12431"/>
                    <a:pt x="116566" y="13764"/>
                  </a:cubicBezTo>
                  <a:cubicBezTo>
                    <a:pt x="118360" y="17147"/>
                    <a:pt x="119821" y="20684"/>
                    <a:pt x="120923" y="24349"/>
                  </a:cubicBezTo>
                  <a:cubicBezTo>
                    <a:pt x="122819" y="30295"/>
                    <a:pt x="124203" y="36421"/>
                    <a:pt x="125075" y="42597"/>
                  </a:cubicBezTo>
                  <a:cubicBezTo>
                    <a:pt x="125562" y="45929"/>
                    <a:pt x="125844" y="49287"/>
                    <a:pt x="125946" y="52619"/>
                  </a:cubicBezTo>
                  <a:cubicBezTo>
                    <a:pt x="126126" y="57617"/>
                    <a:pt x="125972" y="62589"/>
                    <a:pt x="125818" y="67561"/>
                  </a:cubicBezTo>
                  <a:cubicBezTo>
                    <a:pt x="125639" y="72533"/>
                    <a:pt x="125972" y="77480"/>
                    <a:pt x="126843" y="82375"/>
                  </a:cubicBezTo>
                  <a:cubicBezTo>
                    <a:pt x="127459" y="85835"/>
                    <a:pt x="128766" y="89116"/>
                    <a:pt x="130714" y="92063"/>
                  </a:cubicBezTo>
                  <a:cubicBezTo>
                    <a:pt x="131457" y="93140"/>
                    <a:pt x="132174" y="94242"/>
                    <a:pt x="132918" y="95344"/>
                  </a:cubicBezTo>
                  <a:cubicBezTo>
                    <a:pt x="134353" y="97420"/>
                    <a:pt x="135378" y="99727"/>
                    <a:pt x="135968" y="102187"/>
                  </a:cubicBezTo>
                  <a:cubicBezTo>
                    <a:pt x="136506" y="104494"/>
                    <a:pt x="137019" y="106801"/>
                    <a:pt x="137506" y="109107"/>
                  </a:cubicBezTo>
                  <a:cubicBezTo>
                    <a:pt x="139171" y="116745"/>
                    <a:pt x="142503" y="123870"/>
                    <a:pt x="147450" y="130457"/>
                  </a:cubicBezTo>
                  <a:cubicBezTo>
                    <a:pt x="150808" y="134891"/>
                    <a:pt x="154575" y="138992"/>
                    <a:pt x="158702" y="142734"/>
                  </a:cubicBezTo>
                  <a:lnTo>
                    <a:pt x="155318" y="142734"/>
                  </a:lnTo>
                  <a:lnTo>
                    <a:pt x="153114" y="140453"/>
                  </a:lnTo>
                  <a:cubicBezTo>
                    <a:pt x="145656" y="132789"/>
                    <a:pt x="139915" y="124332"/>
                    <a:pt x="136275" y="114951"/>
                  </a:cubicBezTo>
                  <a:cubicBezTo>
                    <a:pt x="135378" y="112619"/>
                    <a:pt x="134507" y="110286"/>
                    <a:pt x="133661" y="107954"/>
                  </a:cubicBezTo>
                  <a:cubicBezTo>
                    <a:pt x="132661" y="105212"/>
                    <a:pt x="131354" y="102597"/>
                    <a:pt x="129740" y="100162"/>
                  </a:cubicBezTo>
                  <a:cubicBezTo>
                    <a:pt x="128817" y="98804"/>
                    <a:pt x="127945" y="97394"/>
                    <a:pt x="127100" y="95985"/>
                  </a:cubicBezTo>
                  <a:cubicBezTo>
                    <a:pt x="125331" y="93114"/>
                    <a:pt x="124152" y="89936"/>
                    <a:pt x="123640" y="86604"/>
                  </a:cubicBezTo>
                  <a:cubicBezTo>
                    <a:pt x="123230" y="83913"/>
                    <a:pt x="123024" y="81171"/>
                    <a:pt x="122999" y="78454"/>
                  </a:cubicBezTo>
                  <a:cubicBezTo>
                    <a:pt x="122896" y="73789"/>
                    <a:pt x="123178" y="69125"/>
                    <a:pt x="123511" y="64460"/>
                  </a:cubicBezTo>
                  <a:cubicBezTo>
                    <a:pt x="123793" y="60205"/>
                    <a:pt x="123973" y="55951"/>
                    <a:pt x="123845" y="51696"/>
                  </a:cubicBezTo>
                  <a:cubicBezTo>
                    <a:pt x="123768" y="48723"/>
                    <a:pt x="123537" y="45750"/>
                    <a:pt x="123127" y="42777"/>
                  </a:cubicBezTo>
                  <a:cubicBezTo>
                    <a:pt x="122691" y="39650"/>
                    <a:pt x="122102" y="36523"/>
                    <a:pt x="121359" y="33422"/>
                  </a:cubicBezTo>
                  <a:cubicBezTo>
                    <a:pt x="120461" y="29449"/>
                    <a:pt x="119231" y="25579"/>
                    <a:pt x="117719" y="21786"/>
                  </a:cubicBezTo>
                  <a:cubicBezTo>
                    <a:pt x="116694" y="19249"/>
                    <a:pt x="115438" y="16839"/>
                    <a:pt x="113951" y="14558"/>
                  </a:cubicBezTo>
                  <a:cubicBezTo>
                    <a:pt x="113208" y="13431"/>
                    <a:pt x="112337" y="12405"/>
                    <a:pt x="111388" y="11457"/>
                  </a:cubicBezTo>
                  <a:cubicBezTo>
                    <a:pt x="110620" y="10714"/>
                    <a:pt x="109748" y="10099"/>
                    <a:pt x="108825" y="9612"/>
                  </a:cubicBezTo>
                  <a:cubicBezTo>
                    <a:pt x="107236" y="8792"/>
                    <a:pt x="105442" y="8535"/>
                    <a:pt x="103699" y="8868"/>
                  </a:cubicBezTo>
                  <a:cubicBezTo>
                    <a:pt x="102777" y="9048"/>
                    <a:pt x="101880" y="9330"/>
                    <a:pt x="101059" y="9714"/>
                  </a:cubicBezTo>
                  <a:cubicBezTo>
                    <a:pt x="99881" y="10252"/>
                    <a:pt x="98804" y="10944"/>
                    <a:pt x="97830" y="11790"/>
                  </a:cubicBezTo>
                  <a:cubicBezTo>
                    <a:pt x="96651" y="12841"/>
                    <a:pt x="95472" y="13918"/>
                    <a:pt x="94396" y="15045"/>
                  </a:cubicBezTo>
                  <a:cubicBezTo>
                    <a:pt x="92935" y="16532"/>
                    <a:pt x="91602" y="18095"/>
                    <a:pt x="90167" y="19582"/>
                  </a:cubicBezTo>
                  <a:cubicBezTo>
                    <a:pt x="88731" y="21094"/>
                    <a:pt x="87296" y="22504"/>
                    <a:pt x="85810" y="23939"/>
                  </a:cubicBezTo>
                  <a:cubicBezTo>
                    <a:pt x="84502" y="25143"/>
                    <a:pt x="83093" y="26246"/>
                    <a:pt x="81555" y="27194"/>
                  </a:cubicBezTo>
                  <a:cubicBezTo>
                    <a:pt x="77890" y="29501"/>
                    <a:pt x="73738" y="30705"/>
                    <a:pt x="69150" y="30910"/>
                  </a:cubicBezTo>
                  <a:cubicBezTo>
                    <a:pt x="65408" y="31038"/>
                    <a:pt x="61666" y="30680"/>
                    <a:pt x="58001" y="29834"/>
                  </a:cubicBezTo>
                  <a:cubicBezTo>
                    <a:pt x="51747" y="28450"/>
                    <a:pt x="45673" y="26374"/>
                    <a:pt x="39855" y="23657"/>
                  </a:cubicBezTo>
                  <a:cubicBezTo>
                    <a:pt x="35754" y="21709"/>
                    <a:pt x="31756" y="19531"/>
                    <a:pt x="27886" y="17147"/>
                  </a:cubicBezTo>
                  <a:cubicBezTo>
                    <a:pt x="23452" y="14507"/>
                    <a:pt x="19069" y="11842"/>
                    <a:pt x="14609" y="9227"/>
                  </a:cubicBezTo>
                  <a:cubicBezTo>
                    <a:pt x="10560" y="6844"/>
                    <a:pt x="6356" y="4665"/>
                    <a:pt x="2076" y="2768"/>
                  </a:cubicBezTo>
                  <a:cubicBezTo>
                    <a:pt x="1615" y="2538"/>
                    <a:pt x="1128" y="2358"/>
                    <a:pt x="641" y="2153"/>
                  </a:cubicBezTo>
                  <a:cubicBezTo>
                    <a:pt x="436" y="2128"/>
                    <a:pt x="205" y="2102"/>
                    <a:pt x="0" y="2128"/>
                  </a:cubicBezTo>
                  <a:lnTo>
                    <a:pt x="0" y="52"/>
                  </a:lnTo>
                  <a:cubicBezTo>
                    <a:pt x="513" y="0"/>
                    <a:pt x="871" y="257"/>
                    <a:pt x="1256" y="436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42" name="Google Shape;590;p21"/>
            <p:cNvSpPr/>
            <p:nvPr/>
          </p:nvSpPr>
          <p:spPr>
            <a:xfrm flipH="1">
              <a:off x="7970040" y="4377600"/>
              <a:ext cx="1171800" cy="764640"/>
            </a:xfrm>
            <a:custGeom>
              <a:avLst/>
              <a:gdLst>
                <a:gd name="textAreaLeft" fmla="*/ -360 w 1171800"/>
                <a:gd name="textAreaRight" fmla="*/ 1171800 w 1171800"/>
                <a:gd name="textAreaTop" fmla="*/ 0 h 764640"/>
                <a:gd name="textAreaBottom" fmla="*/ 765000 h 764640"/>
              </a:gdLst>
              <a:ahLst/>
              <a:cxnLst/>
              <a:rect l="textAreaLeft" t="textAreaTop" r="textAreaRight" b="textAreaBottom"/>
              <a:pathLst>
                <a:path w="36498" h="26169">
                  <a:moveTo>
                    <a:pt x="641" y="9355"/>
                  </a:moveTo>
                  <a:cubicBezTo>
                    <a:pt x="974" y="9150"/>
                    <a:pt x="1307" y="8945"/>
                    <a:pt x="1640" y="8740"/>
                  </a:cubicBezTo>
                  <a:cubicBezTo>
                    <a:pt x="4690" y="6766"/>
                    <a:pt x="7894" y="5023"/>
                    <a:pt x="11200" y="3511"/>
                  </a:cubicBezTo>
                  <a:cubicBezTo>
                    <a:pt x="13456" y="2435"/>
                    <a:pt x="15814" y="1563"/>
                    <a:pt x="18249" y="897"/>
                  </a:cubicBezTo>
                  <a:cubicBezTo>
                    <a:pt x="20478" y="282"/>
                    <a:pt x="22760" y="0"/>
                    <a:pt x="25066" y="51"/>
                  </a:cubicBezTo>
                  <a:cubicBezTo>
                    <a:pt x="26040" y="77"/>
                    <a:pt x="27014" y="179"/>
                    <a:pt x="27988" y="384"/>
                  </a:cubicBezTo>
                  <a:cubicBezTo>
                    <a:pt x="30577" y="948"/>
                    <a:pt x="32525" y="2179"/>
                    <a:pt x="33934" y="4050"/>
                  </a:cubicBezTo>
                  <a:cubicBezTo>
                    <a:pt x="34934" y="5485"/>
                    <a:pt x="35626" y="7100"/>
                    <a:pt x="35985" y="8817"/>
                  </a:cubicBezTo>
                  <a:cubicBezTo>
                    <a:pt x="36318" y="10406"/>
                    <a:pt x="36497" y="12020"/>
                    <a:pt x="36497" y="13661"/>
                  </a:cubicBezTo>
                  <a:cubicBezTo>
                    <a:pt x="36497" y="15967"/>
                    <a:pt x="36369" y="18300"/>
                    <a:pt x="36062" y="20581"/>
                  </a:cubicBezTo>
                  <a:cubicBezTo>
                    <a:pt x="35857" y="22247"/>
                    <a:pt x="35651" y="23887"/>
                    <a:pt x="35472" y="25527"/>
                  </a:cubicBezTo>
                  <a:cubicBezTo>
                    <a:pt x="35472" y="25758"/>
                    <a:pt x="35498" y="25963"/>
                    <a:pt x="35523" y="26168"/>
                  </a:cubicBezTo>
                  <a:lnTo>
                    <a:pt x="26425" y="26168"/>
                  </a:lnTo>
                  <a:cubicBezTo>
                    <a:pt x="26066" y="24400"/>
                    <a:pt x="25733" y="22606"/>
                    <a:pt x="25066" y="20863"/>
                  </a:cubicBezTo>
                  <a:cubicBezTo>
                    <a:pt x="24733" y="19991"/>
                    <a:pt x="24349" y="19146"/>
                    <a:pt x="23913" y="18325"/>
                  </a:cubicBezTo>
                  <a:cubicBezTo>
                    <a:pt x="23477" y="17582"/>
                    <a:pt x="22990" y="16916"/>
                    <a:pt x="22426" y="16301"/>
                  </a:cubicBezTo>
                  <a:cubicBezTo>
                    <a:pt x="20504" y="14250"/>
                    <a:pt x="17915" y="13456"/>
                    <a:pt x="14840" y="13661"/>
                  </a:cubicBezTo>
                  <a:cubicBezTo>
                    <a:pt x="12584" y="13840"/>
                    <a:pt x="10380" y="14353"/>
                    <a:pt x="8304" y="15199"/>
                  </a:cubicBezTo>
                  <a:cubicBezTo>
                    <a:pt x="6638" y="15839"/>
                    <a:pt x="4998" y="16583"/>
                    <a:pt x="3434" y="17403"/>
                  </a:cubicBezTo>
                  <a:cubicBezTo>
                    <a:pt x="2666" y="17813"/>
                    <a:pt x="1922" y="18223"/>
                    <a:pt x="1128" y="18607"/>
                  </a:cubicBezTo>
                  <a:cubicBezTo>
                    <a:pt x="769" y="18787"/>
                    <a:pt x="384" y="18889"/>
                    <a:pt x="0" y="19043"/>
                  </a:cubicBezTo>
                  <a:lnTo>
                    <a:pt x="0" y="9457"/>
                  </a:lnTo>
                  <a:cubicBezTo>
                    <a:pt x="205" y="9509"/>
                    <a:pt x="461" y="9483"/>
                    <a:pt x="641" y="935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43" name="Google Shape;591;p21"/>
            <p:cNvSpPr/>
            <p:nvPr/>
          </p:nvSpPr>
          <p:spPr>
            <a:xfrm flipH="1">
              <a:off x="0" y="621000"/>
              <a:ext cx="996480" cy="1850400"/>
            </a:xfrm>
            <a:custGeom>
              <a:avLst/>
              <a:gdLst>
                <a:gd name="textAreaLeft" fmla="*/ 360 w 996480"/>
                <a:gd name="textAreaRight" fmla="*/ 997200 w 996480"/>
                <a:gd name="textAreaTop" fmla="*/ 0 h 1850400"/>
                <a:gd name="textAreaBottom" fmla="*/ 1850760 h 1850400"/>
              </a:gdLst>
              <a:ahLst/>
              <a:cxnLst/>
              <a:rect l="textAreaLeft" t="textAreaTop" r="textAreaRight" b="textAreaBottom"/>
              <a:pathLst>
                <a:path w="31039" h="63307">
                  <a:moveTo>
                    <a:pt x="20172" y="62948"/>
                  </a:moveTo>
                  <a:cubicBezTo>
                    <a:pt x="16660" y="62537"/>
                    <a:pt x="13303" y="61615"/>
                    <a:pt x="10381" y="59872"/>
                  </a:cubicBezTo>
                  <a:cubicBezTo>
                    <a:pt x="6050" y="57283"/>
                    <a:pt x="3128" y="53874"/>
                    <a:pt x="1641" y="49620"/>
                  </a:cubicBezTo>
                  <a:cubicBezTo>
                    <a:pt x="513" y="46288"/>
                    <a:pt x="1" y="42802"/>
                    <a:pt x="129" y="39317"/>
                  </a:cubicBezTo>
                  <a:cubicBezTo>
                    <a:pt x="283" y="34985"/>
                    <a:pt x="1564" y="30884"/>
                    <a:pt x="3615" y="26937"/>
                  </a:cubicBezTo>
                  <a:cubicBezTo>
                    <a:pt x="5998" y="22350"/>
                    <a:pt x="9202" y="18198"/>
                    <a:pt x="12995" y="14327"/>
                  </a:cubicBezTo>
                  <a:cubicBezTo>
                    <a:pt x="17327" y="9970"/>
                    <a:pt x="22043" y="6023"/>
                    <a:pt x="27066" y="2486"/>
                  </a:cubicBezTo>
                  <a:cubicBezTo>
                    <a:pt x="28194" y="1692"/>
                    <a:pt x="29373" y="974"/>
                    <a:pt x="30552" y="205"/>
                  </a:cubicBezTo>
                  <a:cubicBezTo>
                    <a:pt x="30706" y="128"/>
                    <a:pt x="30860" y="52"/>
                    <a:pt x="31039" y="0"/>
                  </a:cubicBezTo>
                  <a:lnTo>
                    <a:pt x="31039" y="2640"/>
                  </a:lnTo>
                  <a:cubicBezTo>
                    <a:pt x="30936" y="2691"/>
                    <a:pt x="30834" y="2743"/>
                    <a:pt x="30757" y="2794"/>
                  </a:cubicBezTo>
                  <a:cubicBezTo>
                    <a:pt x="27425" y="5024"/>
                    <a:pt x="24221" y="7484"/>
                    <a:pt x="21171" y="10124"/>
                  </a:cubicBezTo>
                  <a:cubicBezTo>
                    <a:pt x="17660" y="13097"/>
                    <a:pt x="14508" y="16455"/>
                    <a:pt x="11765" y="20120"/>
                  </a:cubicBezTo>
                  <a:cubicBezTo>
                    <a:pt x="9407" y="23349"/>
                    <a:pt x="7485" y="26758"/>
                    <a:pt x="6357" y="30423"/>
                  </a:cubicBezTo>
                  <a:cubicBezTo>
                    <a:pt x="4461" y="36446"/>
                    <a:pt x="5332" y="42213"/>
                    <a:pt x="8818" y="47723"/>
                  </a:cubicBezTo>
                  <a:cubicBezTo>
                    <a:pt x="10022" y="49646"/>
                    <a:pt x="11586" y="51337"/>
                    <a:pt x="13405" y="52696"/>
                  </a:cubicBezTo>
                  <a:cubicBezTo>
                    <a:pt x="15917" y="54515"/>
                    <a:pt x="18813" y="55669"/>
                    <a:pt x="22043" y="56361"/>
                  </a:cubicBezTo>
                  <a:cubicBezTo>
                    <a:pt x="24298" y="56822"/>
                    <a:pt x="26579" y="57104"/>
                    <a:pt x="28886" y="57206"/>
                  </a:cubicBezTo>
                  <a:lnTo>
                    <a:pt x="31039" y="57335"/>
                  </a:lnTo>
                  <a:lnTo>
                    <a:pt x="31039" y="62768"/>
                  </a:lnTo>
                  <a:cubicBezTo>
                    <a:pt x="30860" y="62819"/>
                    <a:pt x="30680" y="62871"/>
                    <a:pt x="30501" y="62896"/>
                  </a:cubicBezTo>
                  <a:cubicBezTo>
                    <a:pt x="27066" y="63306"/>
                    <a:pt x="23606" y="63306"/>
                    <a:pt x="20172" y="6294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44" name="Google Shape;592;p21"/>
            <p:cNvSpPr/>
            <p:nvPr/>
          </p:nvSpPr>
          <p:spPr>
            <a:xfrm flipH="1">
              <a:off x="6048720" y="2318040"/>
              <a:ext cx="3094200" cy="2824920"/>
            </a:xfrm>
            <a:custGeom>
              <a:avLst/>
              <a:gdLst>
                <a:gd name="textAreaLeft" fmla="*/ -360 w 3094200"/>
                <a:gd name="textAreaRight" fmla="*/ 3094200 w 3094200"/>
                <a:gd name="textAreaTop" fmla="*/ 0 h 2824920"/>
                <a:gd name="textAreaBottom" fmla="*/ 2825280 h 2824920"/>
              </a:gdLst>
              <a:ahLst/>
              <a:cxnLst/>
              <a:rect l="textAreaLeft" t="textAreaTop" r="textAreaRight" b="textAreaBottom"/>
              <a:pathLst>
                <a:path w="96344" h="96651">
                  <a:moveTo>
                    <a:pt x="436" y="22093"/>
                  </a:moveTo>
                  <a:cubicBezTo>
                    <a:pt x="564" y="21837"/>
                    <a:pt x="667" y="21581"/>
                    <a:pt x="769" y="21299"/>
                  </a:cubicBezTo>
                  <a:cubicBezTo>
                    <a:pt x="1692" y="18582"/>
                    <a:pt x="2897" y="15968"/>
                    <a:pt x="4357" y="13507"/>
                  </a:cubicBezTo>
                  <a:cubicBezTo>
                    <a:pt x="5767" y="11149"/>
                    <a:pt x="7459" y="9022"/>
                    <a:pt x="9432" y="7177"/>
                  </a:cubicBezTo>
                  <a:cubicBezTo>
                    <a:pt x="12277" y="4485"/>
                    <a:pt x="15763" y="2614"/>
                    <a:pt x="19889" y="1564"/>
                  </a:cubicBezTo>
                  <a:cubicBezTo>
                    <a:pt x="21555" y="1128"/>
                    <a:pt x="23273" y="795"/>
                    <a:pt x="24990" y="564"/>
                  </a:cubicBezTo>
                  <a:cubicBezTo>
                    <a:pt x="27886" y="205"/>
                    <a:pt x="30782" y="26"/>
                    <a:pt x="33704" y="26"/>
                  </a:cubicBezTo>
                  <a:cubicBezTo>
                    <a:pt x="39035" y="0"/>
                    <a:pt x="44315" y="359"/>
                    <a:pt x="49620" y="667"/>
                  </a:cubicBezTo>
                  <a:cubicBezTo>
                    <a:pt x="53337" y="897"/>
                    <a:pt x="57027" y="1128"/>
                    <a:pt x="60744" y="1307"/>
                  </a:cubicBezTo>
                  <a:cubicBezTo>
                    <a:pt x="65024" y="1512"/>
                    <a:pt x="69304" y="1589"/>
                    <a:pt x="73610" y="1615"/>
                  </a:cubicBezTo>
                  <a:cubicBezTo>
                    <a:pt x="76481" y="1615"/>
                    <a:pt x="79377" y="1666"/>
                    <a:pt x="82247" y="1743"/>
                  </a:cubicBezTo>
                  <a:cubicBezTo>
                    <a:pt x="83913" y="1769"/>
                    <a:pt x="85579" y="1948"/>
                    <a:pt x="87194" y="2307"/>
                  </a:cubicBezTo>
                  <a:cubicBezTo>
                    <a:pt x="89962" y="2948"/>
                    <a:pt x="91910" y="4357"/>
                    <a:pt x="93012" y="6587"/>
                  </a:cubicBezTo>
                  <a:cubicBezTo>
                    <a:pt x="93576" y="7792"/>
                    <a:pt x="93960" y="9073"/>
                    <a:pt x="94088" y="10406"/>
                  </a:cubicBezTo>
                  <a:cubicBezTo>
                    <a:pt x="94319" y="12482"/>
                    <a:pt x="94294" y="14609"/>
                    <a:pt x="93986" y="16685"/>
                  </a:cubicBezTo>
                  <a:cubicBezTo>
                    <a:pt x="93602" y="19761"/>
                    <a:pt x="93115" y="22836"/>
                    <a:pt x="92628" y="25912"/>
                  </a:cubicBezTo>
                  <a:cubicBezTo>
                    <a:pt x="92038" y="29577"/>
                    <a:pt x="91525" y="33242"/>
                    <a:pt x="91167" y="36933"/>
                  </a:cubicBezTo>
                  <a:cubicBezTo>
                    <a:pt x="90757" y="40983"/>
                    <a:pt x="90577" y="45058"/>
                    <a:pt x="90577" y="49133"/>
                  </a:cubicBezTo>
                  <a:cubicBezTo>
                    <a:pt x="90577" y="51465"/>
                    <a:pt x="90654" y="53823"/>
                    <a:pt x="90782" y="56181"/>
                  </a:cubicBezTo>
                  <a:cubicBezTo>
                    <a:pt x="90910" y="58513"/>
                    <a:pt x="91090" y="60923"/>
                    <a:pt x="91346" y="63306"/>
                  </a:cubicBezTo>
                  <a:cubicBezTo>
                    <a:pt x="91551" y="65510"/>
                    <a:pt x="91807" y="67715"/>
                    <a:pt x="92141" y="69919"/>
                  </a:cubicBezTo>
                  <a:cubicBezTo>
                    <a:pt x="92525" y="72661"/>
                    <a:pt x="92935" y="75404"/>
                    <a:pt x="93371" y="78120"/>
                  </a:cubicBezTo>
                  <a:cubicBezTo>
                    <a:pt x="93858" y="81170"/>
                    <a:pt x="94396" y="84220"/>
                    <a:pt x="94883" y="87245"/>
                  </a:cubicBezTo>
                  <a:cubicBezTo>
                    <a:pt x="95396" y="90372"/>
                    <a:pt x="95857" y="93524"/>
                    <a:pt x="96344" y="96651"/>
                  </a:cubicBezTo>
                  <a:lnTo>
                    <a:pt x="93627" y="96651"/>
                  </a:lnTo>
                  <a:cubicBezTo>
                    <a:pt x="93627" y="96446"/>
                    <a:pt x="93627" y="96215"/>
                    <a:pt x="93602" y="96010"/>
                  </a:cubicBezTo>
                  <a:cubicBezTo>
                    <a:pt x="93191" y="91269"/>
                    <a:pt x="92551" y="86527"/>
                    <a:pt x="91936" y="81811"/>
                  </a:cubicBezTo>
                  <a:cubicBezTo>
                    <a:pt x="91525" y="78659"/>
                    <a:pt x="91064" y="75532"/>
                    <a:pt x="90705" y="72379"/>
                  </a:cubicBezTo>
                  <a:cubicBezTo>
                    <a:pt x="90321" y="69124"/>
                    <a:pt x="90013" y="65895"/>
                    <a:pt x="89680" y="62640"/>
                  </a:cubicBezTo>
                  <a:cubicBezTo>
                    <a:pt x="89321" y="58924"/>
                    <a:pt x="89193" y="55207"/>
                    <a:pt x="89116" y="51465"/>
                  </a:cubicBezTo>
                  <a:cubicBezTo>
                    <a:pt x="89065" y="47749"/>
                    <a:pt x="89219" y="43956"/>
                    <a:pt x="89475" y="40214"/>
                  </a:cubicBezTo>
                  <a:cubicBezTo>
                    <a:pt x="89706" y="36805"/>
                    <a:pt x="90065" y="33396"/>
                    <a:pt x="90500" y="30013"/>
                  </a:cubicBezTo>
                  <a:cubicBezTo>
                    <a:pt x="90936" y="26399"/>
                    <a:pt x="91449" y="22785"/>
                    <a:pt x="91910" y="19171"/>
                  </a:cubicBezTo>
                  <a:cubicBezTo>
                    <a:pt x="92217" y="16890"/>
                    <a:pt x="92269" y="14558"/>
                    <a:pt x="92038" y="12226"/>
                  </a:cubicBezTo>
                  <a:cubicBezTo>
                    <a:pt x="91910" y="11047"/>
                    <a:pt x="91602" y="9868"/>
                    <a:pt x="91141" y="8766"/>
                  </a:cubicBezTo>
                  <a:cubicBezTo>
                    <a:pt x="90167" y="6613"/>
                    <a:pt x="88399" y="5101"/>
                    <a:pt x="85759" y="4357"/>
                  </a:cubicBezTo>
                  <a:cubicBezTo>
                    <a:pt x="84964" y="4101"/>
                    <a:pt x="84144" y="3922"/>
                    <a:pt x="83324" y="3768"/>
                  </a:cubicBezTo>
                  <a:cubicBezTo>
                    <a:pt x="80889" y="3435"/>
                    <a:pt x="78428" y="3230"/>
                    <a:pt x="75968" y="3204"/>
                  </a:cubicBezTo>
                  <a:cubicBezTo>
                    <a:pt x="71406" y="3101"/>
                    <a:pt x="66844" y="2999"/>
                    <a:pt x="62307" y="2871"/>
                  </a:cubicBezTo>
                  <a:cubicBezTo>
                    <a:pt x="57335" y="2717"/>
                    <a:pt x="52363" y="2538"/>
                    <a:pt x="47416" y="2358"/>
                  </a:cubicBezTo>
                  <a:cubicBezTo>
                    <a:pt x="42598" y="2204"/>
                    <a:pt x="37779" y="2153"/>
                    <a:pt x="32961" y="2486"/>
                  </a:cubicBezTo>
                  <a:cubicBezTo>
                    <a:pt x="29654" y="2666"/>
                    <a:pt x="26348" y="3153"/>
                    <a:pt x="23144" y="3973"/>
                  </a:cubicBezTo>
                  <a:cubicBezTo>
                    <a:pt x="18915" y="5049"/>
                    <a:pt x="15225" y="6843"/>
                    <a:pt x="12175" y="9483"/>
                  </a:cubicBezTo>
                  <a:cubicBezTo>
                    <a:pt x="10201" y="11226"/>
                    <a:pt x="8484" y="13225"/>
                    <a:pt x="7049" y="15455"/>
                  </a:cubicBezTo>
                  <a:cubicBezTo>
                    <a:pt x="5716" y="17531"/>
                    <a:pt x="4563" y="19761"/>
                    <a:pt x="3640" y="22093"/>
                  </a:cubicBezTo>
                  <a:cubicBezTo>
                    <a:pt x="2717" y="24451"/>
                    <a:pt x="1820" y="26809"/>
                    <a:pt x="897" y="29167"/>
                  </a:cubicBezTo>
                  <a:cubicBezTo>
                    <a:pt x="769" y="29526"/>
                    <a:pt x="615" y="29885"/>
                    <a:pt x="436" y="30218"/>
                  </a:cubicBezTo>
                  <a:cubicBezTo>
                    <a:pt x="359" y="30320"/>
                    <a:pt x="154" y="30397"/>
                    <a:pt x="0" y="30474"/>
                  </a:cubicBezTo>
                  <a:lnTo>
                    <a:pt x="0" y="22375"/>
                  </a:lnTo>
                  <a:cubicBezTo>
                    <a:pt x="180" y="22298"/>
                    <a:pt x="359" y="22221"/>
                    <a:pt x="436" y="22093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45" name="Google Shape;593;p21"/>
            <p:cNvSpPr/>
            <p:nvPr/>
          </p:nvSpPr>
          <p:spPr>
            <a:xfrm flipH="1">
              <a:off x="6346440" y="2531520"/>
              <a:ext cx="2795400" cy="2610720"/>
            </a:xfrm>
            <a:custGeom>
              <a:avLst/>
              <a:gdLst>
                <a:gd name="textAreaLeft" fmla="*/ -360 w 2795400"/>
                <a:gd name="textAreaRight" fmla="*/ 2795400 w 2795400"/>
                <a:gd name="textAreaTop" fmla="*/ 0 h 2610720"/>
                <a:gd name="textAreaBottom" fmla="*/ 2611080 h 2610720"/>
              </a:gdLst>
              <a:ahLst/>
              <a:cxnLst/>
              <a:rect l="textAreaLeft" t="textAreaTop" r="textAreaRight" b="textAreaBottom"/>
              <a:pathLst>
                <a:path w="87040" h="89322">
                  <a:moveTo>
                    <a:pt x="948" y="33499"/>
                  </a:moveTo>
                  <a:cubicBezTo>
                    <a:pt x="3511" y="30244"/>
                    <a:pt x="5869" y="26784"/>
                    <a:pt x="7997" y="23196"/>
                  </a:cubicBezTo>
                  <a:cubicBezTo>
                    <a:pt x="9047" y="21351"/>
                    <a:pt x="10098" y="19531"/>
                    <a:pt x="11200" y="17711"/>
                  </a:cubicBezTo>
                  <a:cubicBezTo>
                    <a:pt x="12456" y="15558"/>
                    <a:pt x="13943" y="13533"/>
                    <a:pt x="15583" y="11662"/>
                  </a:cubicBezTo>
                  <a:cubicBezTo>
                    <a:pt x="19069" y="7818"/>
                    <a:pt x="23528" y="4999"/>
                    <a:pt x="28962" y="3204"/>
                  </a:cubicBezTo>
                  <a:cubicBezTo>
                    <a:pt x="31858" y="2282"/>
                    <a:pt x="34806" y="1615"/>
                    <a:pt x="37830" y="1180"/>
                  </a:cubicBezTo>
                  <a:cubicBezTo>
                    <a:pt x="42520" y="513"/>
                    <a:pt x="47236" y="154"/>
                    <a:pt x="51978" y="103"/>
                  </a:cubicBezTo>
                  <a:cubicBezTo>
                    <a:pt x="56335" y="1"/>
                    <a:pt x="60692" y="26"/>
                    <a:pt x="65075" y="52"/>
                  </a:cubicBezTo>
                  <a:cubicBezTo>
                    <a:pt x="68125" y="78"/>
                    <a:pt x="71200" y="257"/>
                    <a:pt x="74250" y="616"/>
                  </a:cubicBezTo>
                  <a:cubicBezTo>
                    <a:pt x="76173" y="795"/>
                    <a:pt x="78044" y="1180"/>
                    <a:pt x="79863" y="1769"/>
                  </a:cubicBezTo>
                  <a:cubicBezTo>
                    <a:pt x="82862" y="2769"/>
                    <a:pt x="84887" y="4537"/>
                    <a:pt x="85861" y="7075"/>
                  </a:cubicBezTo>
                  <a:cubicBezTo>
                    <a:pt x="86373" y="8407"/>
                    <a:pt x="86681" y="9817"/>
                    <a:pt x="86758" y="11252"/>
                  </a:cubicBezTo>
                  <a:cubicBezTo>
                    <a:pt x="87040" y="14943"/>
                    <a:pt x="86707" y="18634"/>
                    <a:pt x="86450" y="22324"/>
                  </a:cubicBezTo>
                  <a:cubicBezTo>
                    <a:pt x="86194" y="25656"/>
                    <a:pt x="85886" y="29014"/>
                    <a:pt x="85681" y="32346"/>
                  </a:cubicBezTo>
                  <a:cubicBezTo>
                    <a:pt x="85323" y="37882"/>
                    <a:pt x="85169" y="43444"/>
                    <a:pt x="85297" y="48980"/>
                  </a:cubicBezTo>
                  <a:cubicBezTo>
                    <a:pt x="85374" y="53875"/>
                    <a:pt x="85630" y="58745"/>
                    <a:pt x="85886" y="63640"/>
                  </a:cubicBezTo>
                  <a:cubicBezTo>
                    <a:pt x="86092" y="67484"/>
                    <a:pt x="86348" y="71329"/>
                    <a:pt x="86527" y="75173"/>
                  </a:cubicBezTo>
                  <a:cubicBezTo>
                    <a:pt x="86784" y="79710"/>
                    <a:pt x="86732" y="84246"/>
                    <a:pt x="86425" y="88783"/>
                  </a:cubicBezTo>
                  <a:cubicBezTo>
                    <a:pt x="86450" y="88962"/>
                    <a:pt x="86476" y="89142"/>
                    <a:pt x="86527" y="89321"/>
                  </a:cubicBezTo>
                  <a:lnTo>
                    <a:pt x="83580" y="89321"/>
                  </a:lnTo>
                  <a:cubicBezTo>
                    <a:pt x="83605" y="88886"/>
                    <a:pt x="83605" y="88450"/>
                    <a:pt x="83657" y="88014"/>
                  </a:cubicBezTo>
                  <a:cubicBezTo>
                    <a:pt x="83836" y="85810"/>
                    <a:pt x="84118" y="83580"/>
                    <a:pt x="84221" y="81376"/>
                  </a:cubicBezTo>
                  <a:cubicBezTo>
                    <a:pt x="84502" y="75814"/>
                    <a:pt x="84323" y="70278"/>
                    <a:pt x="84144" y="64742"/>
                  </a:cubicBezTo>
                  <a:cubicBezTo>
                    <a:pt x="84041" y="61385"/>
                    <a:pt x="83913" y="58053"/>
                    <a:pt x="83836" y="54695"/>
                  </a:cubicBezTo>
                  <a:cubicBezTo>
                    <a:pt x="83657" y="47083"/>
                    <a:pt x="83708" y="39471"/>
                    <a:pt x="84195" y="31859"/>
                  </a:cubicBezTo>
                  <a:cubicBezTo>
                    <a:pt x="84451" y="28296"/>
                    <a:pt x="84605" y="24734"/>
                    <a:pt x="84810" y="21171"/>
                  </a:cubicBezTo>
                  <a:cubicBezTo>
                    <a:pt x="84989" y="18557"/>
                    <a:pt x="84938" y="15968"/>
                    <a:pt x="84707" y="13380"/>
                  </a:cubicBezTo>
                  <a:cubicBezTo>
                    <a:pt x="84554" y="11842"/>
                    <a:pt x="84195" y="10355"/>
                    <a:pt x="83631" y="8946"/>
                  </a:cubicBezTo>
                  <a:cubicBezTo>
                    <a:pt x="82580" y="6562"/>
                    <a:pt x="80658" y="4845"/>
                    <a:pt x="77839" y="3820"/>
                  </a:cubicBezTo>
                  <a:cubicBezTo>
                    <a:pt x="76660" y="3410"/>
                    <a:pt x="75481" y="3076"/>
                    <a:pt x="74276" y="2846"/>
                  </a:cubicBezTo>
                  <a:cubicBezTo>
                    <a:pt x="71124" y="2282"/>
                    <a:pt x="67971" y="2000"/>
                    <a:pt x="64793" y="1974"/>
                  </a:cubicBezTo>
                  <a:cubicBezTo>
                    <a:pt x="57770" y="1769"/>
                    <a:pt x="50748" y="2051"/>
                    <a:pt x="43776" y="2871"/>
                  </a:cubicBezTo>
                  <a:cubicBezTo>
                    <a:pt x="40444" y="3230"/>
                    <a:pt x="37164" y="3871"/>
                    <a:pt x="33934" y="4768"/>
                  </a:cubicBezTo>
                  <a:cubicBezTo>
                    <a:pt x="28731" y="6229"/>
                    <a:pt x="24144" y="8484"/>
                    <a:pt x="20350" y="11765"/>
                  </a:cubicBezTo>
                  <a:cubicBezTo>
                    <a:pt x="18223" y="13636"/>
                    <a:pt x="16301" y="15763"/>
                    <a:pt x="14660" y="18095"/>
                  </a:cubicBezTo>
                  <a:cubicBezTo>
                    <a:pt x="13379" y="19864"/>
                    <a:pt x="12174" y="21684"/>
                    <a:pt x="10944" y="23478"/>
                  </a:cubicBezTo>
                  <a:cubicBezTo>
                    <a:pt x="7971" y="27912"/>
                    <a:pt x="4716" y="32141"/>
                    <a:pt x="1205" y="36165"/>
                  </a:cubicBezTo>
                  <a:cubicBezTo>
                    <a:pt x="974" y="36421"/>
                    <a:pt x="743" y="36677"/>
                    <a:pt x="513" y="36908"/>
                  </a:cubicBezTo>
                  <a:cubicBezTo>
                    <a:pt x="333" y="36985"/>
                    <a:pt x="179" y="37036"/>
                    <a:pt x="0" y="37062"/>
                  </a:cubicBezTo>
                  <a:lnTo>
                    <a:pt x="0" y="34242"/>
                  </a:lnTo>
                  <a:cubicBezTo>
                    <a:pt x="564" y="34217"/>
                    <a:pt x="692" y="33807"/>
                    <a:pt x="948" y="3349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46" name="Google Shape;594;p21"/>
            <p:cNvSpPr/>
            <p:nvPr/>
          </p:nvSpPr>
          <p:spPr>
            <a:xfrm flipH="1">
              <a:off x="7662240" y="4084200"/>
              <a:ext cx="1479960" cy="1058400"/>
            </a:xfrm>
            <a:custGeom>
              <a:avLst/>
              <a:gdLst>
                <a:gd name="textAreaLeft" fmla="*/ -360 w 1479960"/>
                <a:gd name="textAreaRight" fmla="*/ 1479960 w 1479960"/>
                <a:gd name="textAreaTop" fmla="*/ 0 h 1058400"/>
                <a:gd name="textAreaBottom" fmla="*/ 1058760 h 1058400"/>
              </a:gdLst>
              <a:ahLst/>
              <a:cxnLst/>
              <a:rect l="textAreaLeft" t="textAreaTop" r="textAreaRight" b="textAreaBottom"/>
              <a:pathLst>
                <a:path w="46083" h="36216">
                  <a:moveTo>
                    <a:pt x="11149" y="6818"/>
                  </a:moveTo>
                  <a:cubicBezTo>
                    <a:pt x="13994" y="5357"/>
                    <a:pt x="16916" y="4101"/>
                    <a:pt x="19940" y="3050"/>
                  </a:cubicBezTo>
                  <a:cubicBezTo>
                    <a:pt x="23785" y="1717"/>
                    <a:pt x="27757" y="641"/>
                    <a:pt x="31935" y="231"/>
                  </a:cubicBezTo>
                  <a:cubicBezTo>
                    <a:pt x="33806" y="0"/>
                    <a:pt x="35703" y="26"/>
                    <a:pt x="37599" y="308"/>
                  </a:cubicBezTo>
                  <a:cubicBezTo>
                    <a:pt x="40265" y="769"/>
                    <a:pt x="42315" y="1948"/>
                    <a:pt x="43725" y="3896"/>
                  </a:cubicBezTo>
                  <a:cubicBezTo>
                    <a:pt x="44314" y="4742"/>
                    <a:pt x="44776" y="5664"/>
                    <a:pt x="45109" y="6664"/>
                  </a:cubicBezTo>
                  <a:cubicBezTo>
                    <a:pt x="45622" y="8330"/>
                    <a:pt x="45929" y="10098"/>
                    <a:pt x="45980" y="11867"/>
                  </a:cubicBezTo>
                  <a:cubicBezTo>
                    <a:pt x="46083" y="14635"/>
                    <a:pt x="45929" y="17454"/>
                    <a:pt x="45468" y="20196"/>
                  </a:cubicBezTo>
                  <a:cubicBezTo>
                    <a:pt x="44904" y="23887"/>
                    <a:pt x="44109" y="27501"/>
                    <a:pt x="43110" y="31089"/>
                  </a:cubicBezTo>
                  <a:cubicBezTo>
                    <a:pt x="42725" y="32473"/>
                    <a:pt x="42341" y="33832"/>
                    <a:pt x="41982" y="35216"/>
                  </a:cubicBezTo>
                  <a:cubicBezTo>
                    <a:pt x="41905" y="35523"/>
                    <a:pt x="41649" y="35856"/>
                    <a:pt x="41905" y="36215"/>
                  </a:cubicBezTo>
                  <a:lnTo>
                    <a:pt x="38701" y="36215"/>
                  </a:lnTo>
                  <a:cubicBezTo>
                    <a:pt x="38804" y="35600"/>
                    <a:pt x="38881" y="34959"/>
                    <a:pt x="39009" y="34370"/>
                  </a:cubicBezTo>
                  <a:cubicBezTo>
                    <a:pt x="39752" y="31140"/>
                    <a:pt x="40444" y="27885"/>
                    <a:pt x="40880" y="24630"/>
                  </a:cubicBezTo>
                  <a:cubicBezTo>
                    <a:pt x="41264" y="21683"/>
                    <a:pt x="41495" y="18710"/>
                    <a:pt x="41188" y="15737"/>
                  </a:cubicBezTo>
                  <a:cubicBezTo>
                    <a:pt x="41085" y="14276"/>
                    <a:pt x="40777" y="12866"/>
                    <a:pt x="40291" y="11508"/>
                  </a:cubicBezTo>
                  <a:cubicBezTo>
                    <a:pt x="40009" y="10790"/>
                    <a:pt x="39650" y="10098"/>
                    <a:pt x="39240" y="9432"/>
                  </a:cubicBezTo>
                  <a:cubicBezTo>
                    <a:pt x="37779" y="7074"/>
                    <a:pt x="35395" y="5690"/>
                    <a:pt x="32268" y="5203"/>
                  </a:cubicBezTo>
                  <a:cubicBezTo>
                    <a:pt x="30423" y="4947"/>
                    <a:pt x="28552" y="4921"/>
                    <a:pt x="26707" y="5126"/>
                  </a:cubicBezTo>
                  <a:cubicBezTo>
                    <a:pt x="22554" y="5562"/>
                    <a:pt x="18505" y="6664"/>
                    <a:pt x="14660" y="8330"/>
                  </a:cubicBezTo>
                  <a:cubicBezTo>
                    <a:pt x="10944" y="9919"/>
                    <a:pt x="7356" y="11790"/>
                    <a:pt x="3896" y="13917"/>
                  </a:cubicBezTo>
                  <a:cubicBezTo>
                    <a:pt x="2896" y="14532"/>
                    <a:pt x="1922" y="15173"/>
                    <a:pt x="923" y="15788"/>
                  </a:cubicBezTo>
                  <a:cubicBezTo>
                    <a:pt x="666" y="16019"/>
                    <a:pt x="333" y="16121"/>
                    <a:pt x="0" y="16121"/>
                  </a:cubicBezTo>
                  <a:lnTo>
                    <a:pt x="0" y="13123"/>
                  </a:lnTo>
                  <a:cubicBezTo>
                    <a:pt x="513" y="13123"/>
                    <a:pt x="820" y="12815"/>
                    <a:pt x="1179" y="12584"/>
                  </a:cubicBezTo>
                  <a:cubicBezTo>
                    <a:pt x="4383" y="10508"/>
                    <a:pt x="7689" y="8586"/>
                    <a:pt x="11149" y="681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47" name="Google Shape;595;p21"/>
            <p:cNvSpPr/>
            <p:nvPr/>
          </p:nvSpPr>
          <p:spPr>
            <a:xfrm flipH="1">
              <a:off x="6502320" y="0"/>
              <a:ext cx="2639880" cy="1050840"/>
            </a:xfrm>
            <a:custGeom>
              <a:avLst/>
              <a:gdLst>
                <a:gd name="textAreaLeft" fmla="*/ -360 w 2639880"/>
                <a:gd name="textAreaRight" fmla="*/ 2639880 w 2639880"/>
                <a:gd name="textAreaTop" fmla="*/ 0 h 1050840"/>
                <a:gd name="textAreaBottom" fmla="*/ 1051200 h 1050840"/>
              </a:gdLst>
              <a:ahLst/>
              <a:cxnLst/>
              <a:rect l="textAreaLeft" t="textAreaTop" r="textAreaRight" b="textAreaBottom"/>
              <a:pathLst>
                <a:path w="82196" h="35959">
                  <a:moveTo>
                    <a:pt x="74737" y="6049"/>
                  </a:moveTo>
                  <a:cubicBezTo>
                    <a:pt x="72918" y="7766"/>
                    <a:pt x="71431" y="9791"/>
                    <a:pt x="70355" y="12046"/>
                  </a:cubicBezTo>
                  <a:cubicBezTo>
                    <a:pt x="69663" y="13558"/>
                    <a:pt x="69047" y="15096"/>
                    <a:pt x="68535" y="16685"/>
                  </a:cubicBezTo>
                  <a:cubicBezTo>
                    <a:pt x="67612" y="19402"/>
                    <a:pt x="66715" y="22144"/>
                    <a:pt x="65587" y="24784"/>
                  </a:cubicBezTo>
                  <a:cubicBezTo>
                    <a:pt x="64742" y="26809"/>
                    <a:pt x="63716" y="28782"/>
                    <a:pt x="62486" y="30628"/>
                  </a:cubicBezTo>
                  <a:cubicBezTo>
                    <a:pt x="61692" y="31832"/>
                    <a:pt x="60718" y="32935"/>
                    <a:pt x="59616" y="33857"/>
                  </a:cubicBezTo>
                  <a:cubicBezTo>
                    <a:pt x="57924" y="35216"/>
                    <a:pt x="55848" y="35959"/>
                    <a:pt x="53695" y="35933"/>
                  </a:cubicBezTo>
                  <a:cubicBezTo>
                    <a:pt x="51773" y="35933"/>
                    <a:pt x="49851" y="35626"/>
                    <a:pt x="48005" y="35087"/>
                  </a:cubicBezTo>
                  <a:cubicBezTo>
                    <a:pt x="45750" y="34395"/>
                    <a:pt x="43546" y="33575"/>
                    <a:pt x="41393" y="32576"/>
                  </a:cubicBezTo>
                  <a:cubicBezTo>
                    <a:pt x="37933" y="31012"/>
                    <a:pt x="34575" y="29295"/>
                    <a:pt x="31243" y="27552"/>
                  </a:cubicBezTo>
                  <a:cubicBezTo>
                    <a:pt x="24682" y="24169"/>
                    <a:pt x="18095" y="20786"/>
                    <a:pt x="11405" y="17582"/>
                  </a:cubicBezTo>
                  <a:cubicBezTo>
                    <a:pt x="8022" y="15993"/>
                    <a:pt x="4639" y="14378"/>
                    <a:pt x="1256" y="12789"/>
                  </a:cubicBezTo>
                  <a:cubicBezTo>
                    <a:pt x="871" y="12610"/>
                    <a:pt x="513" y="12354"/>
                    <a:pt x="0" y="12405"/>
                  </a:cubicBezTo>
                  <a:lnTo>
                    <a:pt x="0" y="11277"/>
                  </a:lnTo>
                  <a:cubicBezTo>
                    <a:pt x="179" y="11252"/>
                    <a:pt x="359" y="11252"/>
                    <a:pt x="538" y="11277"/>
                  </a:cubicBezTo>
                  <a:cubicBezTo>
                    <a:pt x="897" y="11405"/>
                    <a:pt x="1205" y="11559"/>
                    <a:pt x="1538" y="11713"/>
                  </a:cubicBezTo>
                  <a:cubicBezTo>
                    <a:pt x="11072" y="16044"/>
                    <a:pt x="20504" y="20504"/>
                    <a:pt x="29885" y="25092"/>
                  </a:cubicBezTo>
                  <a:cubicBezTo>
                    <a:pt x="33370" y="26809"/>
                    <a:pt x="36882" y="28475"/>
                    <a:pt x="40521" y="29961"/>
                  </a:cubicBezTo>
                  <a:cubicBezTo>
                    <a:pt x="42315" y="30705"/>
                    <a:pt x="44186" y="31345"/>
                    <a:pt x="46083" y="31884"/>
                  </a:cubicBezTo>
                  <a:cubicBezTo>
                    <a:pt x="47749" y="32345"/>
                    <a:pt x="49466" y="32576"/>
                    <a:pt x="51209" y="32550"/>
                  </a:cubicBezTo>
                  <a:cubicBezTo>
                    <a:pt x="53131" y="32550"/>
                    <a:pt x="55002" y="31909"/>
                    <a:pt x="56514" y="30730"/>
                  </a:cubicBezTo>
                  <a:cubicBezTo>
                    <a:pt x="57437" y="29987"/>
                    <a:pt x="58232" y="29167"/>
                    <a:pt x="58949" y="28244"/>
                  </a:cubicBezTo>
                  <a:cubicBezTo>
                    <a:pt x="59821" y="27117"/>
                    <a:pt x="60590" y="25938"/>
                    <a:pt x="61256" y="24682"/>
                  </a:cubicBezTo>
                  <a:cubicBezTo>
                    <a:pt x="62384" y="22580"/>
                    <a:pt x="63358" y="20401"/>
                    <a:pt x="64229" y="18197"/>
                  </a:cubicBezTo>
                  <a:cubicBezTo>
                    <a:pt x="65049" y="16147"/>
                    <a:pt x="65844" y="14096"/>
                    <a:pt x="66715" y="12046"/>
                  </a:cubicBezTo>
                  <a:cubicBezTo>
                    <a:pt x="67792" y="9560"/>
                    <a:pt x="69355" y="7279"/>
                    <a:pt x="71329" y="5408"/>
                  </a:cubicBezTo>
                  <a:cubicBezTo>
                    <a:pt x="72764" y="4075"/>
                    <a:pt x="74302" y="2871"/>
                    <a:pt x="75942" y="1794"/>
                  </a:cubicBezTo>
                  <a:cubicBezTo>
                    <a:pt x="76813" y="1205"/>
                    <a:pt x="77685" y="589"/>
                    <a:pt x="78556" y="0"/>
                  </a:cubicBezTo>
                  <a:lnTo>
                    <a:pt x="82196" y="0"/>
                  </a:lnTo>
                  <a:cubicBezTo>
                    <a:pt x="81273" y="692"/>
                    <a:pt x="80376" y="1410"/>
                    <a:pt x="79453" y="2102"/>
                  </a:cubicBezTo>
                  <a:cubicBezTo>
                    <a:pt x="77813" y="3332"/>
                    <a:pt x="76224" y="4639"/>
                    <a:pt x="74737" y="604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48" name="Google Shape;596;p21"/>
            <p:cNvSpPr/>
            <p:nvPr/>
          </p:nvSpPr>
          <p:spPr>
            <a:xfrm flipH="1">
              <a:off x="2026080" y="0"/>
              <a:ext cx="1460880" cy="649080"/>
            </a:xfrm>
            <a:custGeom>
              <a:avLst/>
              <a:gdLst>
                <a:gd name="textAreaLeft" fmla="*/ 360 w 1460880"/>
                <a:gd name="textAreaRight" fmla="*/ 1461600 w 1460880"/>
                <a:gd name="textAreaTop" fmla="*/ 0 h 649080"/>
                <a:gd name="textAreaBottom" fmla="*/ 649440 h 649080"/>
              </a:gdLst>
              <a:ahLst/>
              <a:cxnLst/>
              <a:rect l="textAreaLeft" t="textAreaTop" r="textAreaRight" b="textAreaBottom"/>
              <a:pathLst>
                <a:path w="45495" h="22222">
                  <a:moveTo>
                    <a:pt x="39240" y="3024"/>
                  </a:moveTo>
                  <a:cubicBezTo>
                    <a:pt x="32192" y="6356"/>
                    <a:pt x="25528" y="10406"/>
                    <a:pt x="19377" y="15173"/>
                  </a:cubicBezTo>
                  <a:cubicBezTo>
                    <a:pt x="18173" y="16096"/>
                    <a:pt x="16968" y="17018"/>
                    <a:pt x="15738" y="17890"/>
                  </a:cubicBezTo>
                  <a:cubicBezTo>
                    <a:pt x="14482" y="18761"/>
                    <a:pt x="13277" y="19556"/>
                    <a:pt x="11996" y="20325"/>
                  </a:cubicBezTo>
                  <a:cubicBezTo>
                    <a:pt x="11150" y="20837"/>
                    <a:pt x="10253" y="21247"/>
                    <a:pt x="9305" y="21555"/>
                  </a:cubicBezTo>
                  <a:cubicBezTo>
                    <a:pt x="7228" y="22221"/>
                    <a:pt x="5357" y="21914"/>
                    <a:pt x="3743" y="20658"/>
                  </a:cubicBezTo>
                  <a:cubicBezTo>
                    <a:pt x="2923" y="19991"/>
                    <a:pt x="2231" y="19197"/>
                    <a:pt x="1744" y="18274"/>
                  </a:cubicBezTo>
                  <a:cubicBezTo>
                    <a:pt x="1077" y="16993"/>
                    <a:pt x="616" y="15634"/>
                    <a:pt x="411" y="14199"/>
                  </a:cubicBezTo>
                  <a:cubicBezTo>
                    <a:pt x="26" y="11508"/>
                    <a:pt x="1" y="8765"/>
                    <a:pt x="334" y="6049"/>
                  </a:cubicBezTo>
                  <a:cubicBezTo>
                    <a:pt x="539" y="4050"/>
                    <a:pt x="821" y="2025"/>
                    <a:pt x="1103" y="0"/>
                  </a:cubicBezTo>
                  <a:lnTo>
                    <a:pt x="3589" y="0"/>
                  </a:lnTo>
                  <a:cubicBezTo>
                    <a:pt x="3486" y="897"/>
                    <a:pt x="3384" y="1820"/>
                    <a:pt x="3307" y="2717"/>
                  </a:cubicBezTo>
                  <a:cubicBezTo>
                    <a:pt x="3025" y="5075"/>
                    <a:pt x="2846" y="7458"/>
                    <a:pt x="3128" y="9842"/>
                  </a:cubicBezTo>
                  <a:cubicBezTo>
                    <a:pt x="3256" y="11021"/>
                    <a:pt x="3563" y="12200"/>
                    <a:pt x="4025" y="13302"/>
                  </a:cubicBezTo>
                  <a:cubicBezTo>
                    <a:pt x="4332" y="14045"/>
                    <a:pt x="4742" y="14712"/>
                    <a:pt x="5281" y="15301"/>
                  </a:cubicBezTo>
                  <a:cubicBezTo>
                    <a:pt x="5768" y="15839"/>
                    <a:pt x="6383" y="16275"/>
                    <a:pt x="7075" y="16557"/>
                  </a:cubicBezTo>
                  <a:cubicBezTo>
                    <a:pt x="8074" y="16941"/>
                    <a:pt x="9176" y="16967"/>
                    <a:pt x="10176" y="16634"/>
                  </a:cubicBezTo>
                  <a:cubicBezTo>
                    <a:pt x="10996" y="16378"/>
                    <a:pt x="11765" y="16070"/>
                    <a:pt x="12508" y="15686"/>
                  </a:cubicBezTo>
                  <a:cubicBezTo>
                    <a:pt x="13636" y="15070"/>
                    <a:pt x="14764" y="14404"/>
                    <a:pt x="15815" y="13686"/>
                  </a:cubicBezTo>
                  <a:cubicBezTo>
                    <a:pt x="17737" y="12405"/>
                    <a:pt x="19582" y="11072"/>
                    <a:pt x="21453" y="9739"/>
                  </a:cubicBezTo>
                  <a:cubicBezTo>
                    <a:pt x="26630" y="6049"/>
                    <a:pt x="32167" y="2896"/>
                    <a:pt x="37985" y="359"/>
                  </a:cubicBezTo>
                  <a:cubicBezTo>
                    <a:pt x="38241" y="256"/>
                    <a:pt x="38446" y="128"/>
                    <a:pt x="38651" y="0"/>
                  </a:cubicBezTo>
                  <a:lnTo>
                    <a:pt x="45494" y="0"/>
                  </a:lnTo>
                  <a:cubicBezTo>
                    <a:pt x="45264" y="154"/>
                    <a:pt x="45007" y="308"/>
                    <a:pt x="44777" y="436"/>
                  </a:cubicBezTo>
                  <a:cubicBezTo>
                    <a:pt x="42931" y="1307"/>
                    <a:pt x="41060" y="2153"/>
                    <a:pt x="39240" y="3024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49" name="Google Shape;597;p21"/>
            <p:cNvSpPr/>
            <p:nvPr/>
          </p:nvSpPr>
          <p:spPr>
            <a:xfrm flipH="1">
              <a:off x="7418160" y="3830040"/>
              <a:ext cx="1724400" cy="1312200"/>
            </a:xfrm>
            <a:custGeom>
              <a:avLst/>
              <a:gdLst>
                <a:gd name="textAreaLeft" fmla="*/ 360 w 1724400"/>
                <a:gd name="textAreaRight" fmla="*/ 1725120 w 1724400"/>
                <a:gd name="textAreaTop" fmla="*/ 0 h 1312200"/>
                <a:gd name="textAreaBottom" fmla="*/ 1312560 h 1312200"/>
              </a:gdLst>
              <a:ahLst/>
              <a:cxnLst/>
              <a:rect l="textAreaLeft" t="textAreaTop" r="textAreaRight" b="textAreaBottom"/>
              <a:pathLst>
                <a:path w="53696" h="44905">
                  <a:moveTo>
                    <a:pt x="5024" y="14199"/>
                  </a:moveTo>
                  <a:cubicBezTo>
                    <a:pt x="12456" y="9766"/>
                    <a:pt x="20350" y="6100"/>
                    <a:pt x="28552" y="3281"/>
                  </a:cubicBezTo>
                  <a:cubicBezTo>
                    <a:pt x="31602" y="2179"/>
                    <a:pt x="34729" y="1308"/>
                    <a:pt x="37907" y="667"/>
                  </a:cubicBezTo>
                  <a:cubicBezTo>
                    <a:pt x="40085" y="180"/>
                    <a:pt x="42315" y="0"/>
                    <a:pt x="44545" y="129"/>
                  </a:cubicBezTo>
                  <a:cubicBezTo>
                    <a:pt x="47621" y="359"/>
                    <a:pt x="49902" y="1590"/>
                    <a:pt x="51363" y="3845"/>
                  </a:cubicBezTo>
                  <a:cubicBezTo>
                    <a:pt x="52003" y="4819"/>
                    <a:pt x="52516" y="5921"/>
                    <a:pt x="52824" y="7074"/>
                  </a:cubicBezTo>
                  <a:cubicBezTo>
                    <a:pt x="53413" y="9150"/>
                    <a:pt x="53695" y="11329"/>
                    <a:pt x="53669" y="13482"/>
                  </a:cubicBezTo>
                  <a:cubicBezTo>
                    <a:pt x="53695" y="16250"/>
                    <a:pt x="53464" y="18992"/>
                    <a:pt x="53003" y="21735"/>
                  </a:cubicBezTo>
                  <a:cubicBezTo>
                    <a:pt x="52414" y="25297"/>
                    <a:pt x="51619" y="28834"/>
                    <a:pt x="50645" y="32346"/>
                  </a:cubicBezTo>
                  <a:cubicBezTo>
                    <a:pt x="49620" y="36216"/>
                    <a:pt x="48390" y="40060"/>
                    <a:pt x="47134" y="43879"/>
                  </a:cubicBezTo>
                  <a:cubicBezTo>
                    <a:pt x="47031" y="44212"/>
                    <a:pt x="46980" y="44545"/>
                    <a:pt x="46929" y="44904"/>
                  </a:cubicBezTo>
                  <a:lnTo>
                    <a:pt x="45314" y="44904"/>
                  </a:lnTo>
                  <a:cubicBezTo>
                    <a:pt x="45314" y="44648"/>
                    <a:pt x="45340" y="44392"/>
                    <a:pt x="45391" y="44161"/>
                  </a:cubicBezTo>
                  <a:cubicBezTo>
                    <a:pt x="45545" y="43648"/>
                    <a:pt x="45724" y="43136"/>
                    <a:pt x="45904" y="42623"/>
                  </a:cubicBezTo>
                  <a:cubicBezTo>
                    <a:pt x="48082" y="35780"/>
                    <a:pt x="50004" y="28885"/>
                    <a:pt x="50901" y="21837"/>
                  </a:cubicBezTo>
                  <a:cubicBezTo>
                    <a:pt x="51260" y="19223"/>
                    <a:pt x="51337" y="16583"/>
                    <a:pt x="51183" y="13969"/>
                  </a:cubicBezTo>
                  <a:cubicBezTo>
                    <a:pt x="51106" y="12636"/>
                    <a:pt x="50876" y="11329"/>
                    <a:pt x="50543" y="10047"/>
                  </a:cubicBezTo>
                  <a:cubicBezTo>
                    <a:pt x="50184" y="8715"/>
                    <a:pt x="49594" y="7433"/>
                    <a:pt x="48774" y="6305"/>
                  </a:cubicBezTo>
                  <a:cubicBezTo>
                    <a:pt x="47493" y="4588"/>
                    <a:pt x="45673" y="3512"/>
                    <a:pt x="43264" y="3102"/>
                  </a:cubicBezTo>
                  <a:cubicBezTo>
                    <a:pt x="41470" y="2845"/>
                    <a:pt x="39624" y="2820"/>
                    <a:pt x="37830" y="3076"/>
                  </a:cubicBezTo>
                  <a:cubicBezTo>
                    <a:pt x="35805" y="3307"/>
                    <a:pt x="33806" y="3691"/>
                    <a:pt x="31858" y="4204"/>
                  </a:cubicBezTo>
                  <a:cubicBezTo>
                    <a:pt x="25989" y="5742"/>
                    <a:pt x="20299" y="7818"/>
                    <a:pt x="14814" y="10406"/>
                  </a:cubicBezTo>
                  <a:cubicBezTo>
                    <a:pt x="10175" y="12636"/>
                    <a:pt x="5664" y="15122"/>
                    <a:pt x="1333" y="17890"/>
                  </a:cubicBezTo>
                  <a:cubicBezTo>
                    <a:pt x="923" y="18147"/>
                    <a:pt x="436" y="18352"/>
                    <a:pt x="0" y="18608"/>
                  </a:cubicBezTo>
                  <a:lnTo>
                    <a:pt x="0" y="17096"/>
                  </a:lnTo>
                  <a:cubicBezTo>
                    <a:pt x="384" y="17019"/>
                    <a:pt x="769" y="16839"/>
                    <a:pt x="1076" y="16609"/>
                  </a:cubicBezTo>
                  <a:cubicBezTo>
                    <a:pt x="2384" y="15814"/>
                    <a:pt x="3691" y="14994"/>
                    <a:pt x="5024" y="1419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50" name="Google Shape;598;p21"/>
            <p:cNvSpPr/>
            <p:nvPr/>
          </p:nvSpPr>
          <p:spPr>
            <a:xfrm flipH="1">
              <a:off x="0" y="983880"/>
              <a:ext cx="301680" cy="823680"/>
            </a:xfrm>
            <a:custGeom>
              <a:avLst/>
              <a:gdLst>
                <a:gd name="textAreaLeft" fmla="*/ 360 w 301680"/>
                <a:gd name="textAreaRight" fmla="*/ 302400 w 301680"/>
                <a:gd name="textAreaTop" fmla="*/ 0 h 823680"/>
                <a:gd name="textAreaBottom" fmla="*/ 824040 h 823680"/>
              </a:gdLst>
              <a:ahLst/>
              <a:cxnLst/>
              <a:rect l="textAreaLeft" t="textAreaTop" r="textAreaRight" b="textAreaBottom"/>
              <a:pathLst>
                <a:path w="9407" h="28194">
                  <a:moveTo>
                    <a:pt x="4050" y="24579"/>
                  </a:moveTo>
                  <a:cubicBezTo>
                    <a:pt x="1462" y="22273"/>
                    <a:pt x="129" y="19556"/>
                    <a:pt x="26" y="16429"/>
                  </a:cubicBezTo>
                  <a:cubicBezTo>
                    <a:pt x="1" y="14481"/>
                    <a:pt x="359" y="12533"/>
                    <a:pt x="1103" y="10714"/>
                  </a:cubicBezTo>
                  <a:cubicBezTo>
                    <a:pt x="2743" y="6536"/>
                    <a:pt x="5639" y="3025"/>
                    <a:pt x="9407" y="0"/>
                  </a:cubicBezTo>
                  <a:lnTo>
                    <a:pt x="9407" y="7125"/>
                  </a:lnTo>
                  <a:cubicBezTo>
                    <a:pt x="9356" y="7177"/>
                    <a:pt x="9279" y="7202"/>
                    <a:pt x="9228" y="7253"/>
                  </a:cubicBezTo>
                  <a:cubicBezTo>
                    <a:pt x="7741" y="9842"/>
                    <a:pt x="7126" y="12559"/>
                    <a:pt x="7792" y="15429"/>
                  </a:cubicBezTo>
                  <a:cubicBezTo>
                    <a:pt x="8074" y="16660"/>
                    <a:pt x="8612" y="17813"/>
                    <a:pt x="9407" y="18787"/>
                  </a:cubicBezTo>
                  <a:lnTo>
                    <a:pt x="9407" y="28193"/>
                  </a:lnTo>
                  <a:lnTo>
                    <a:pt x="8100" y="27424"/>
                  </a:lnTo>
                  <a:cubicBezTo>
                    <a:pt x="6639" y="26630"/>
                    <a:pt x="5280" y="25681"/>
                    <a:pt x="4050" y="2457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51" name="Google Shape;599;p21"/>
            <p:cNvSpPr/>
            <p:nvPr/>
          </p:nvSpPr>
          <p:spPr>
            <a:xfrm flipH="1">
              <a:off x="6772320" y="0"/>
              <a:ext cx="2369880" cy="829800"/>
            </a:xfrm>
            <a:custGeom>
              <a:avLst/>
              <a:gdLst>
                <a:gd name="textAreaLeft" fmla="*/ -360 w 2369880"/>
                <a:gd name="textAreaRight" fmla="*/ 2369880 w 2369880"/>
                <a:gd name="textAreaTop" fmla="*/ 0 h 829800"/>
                <a:gd name="textAreaBottom" fmla="*/ 830160 h 829800"/>
              </a:gdLst>
              <a:ahLst/>
              <a:cxnLst/>
              <a:rect l="textAreaLeft" t="textAreaTop" r="textAreaRight" b="textAreaBottom"/>
              <a:pathLst>
                <a:path w="73790" h="28399">
                  <a:moveTo>
                    <a:pt x="63076" y="10355"/>
                  </a:moveTo>
                  <a:cubicBezTo>
                    <a:pt x="62537" y="11405"/>
                    <a:pt x="61999" y="12482"/>
                    <a:pt x="61461" y="13558"/>
                  </a:cubicBezTo>
                  <a:cubicBezTo>
                    <a:pt x="60308" y="16044"/>
                    <a:pt x="59000" y="18479"/>
                    <a:pt x="57591" y="20863"/>
                  </a:cubicBezTo>
                  <a:cubicBezTo>
                    <a:pt x="56745" y="22247"/>
                    <a:pt x="55771" y="23554"/>
                    <a:pt x="54669" y="24784"/>
                  </a:cubicBezTo>
                  <a:cubicBezTo>
                    <a:pt x="53900" y="25630"/>
                    <a:pt x="53029" y="26373"/>
                    <a:pt x="52080" y="26988"/>
                  </a:cubicBezTo>
                  <a:cubicBezTo>
                    <a:pt x="51004" y="27680"/>
                    <a:pt x="49799" y="28090"/>
                    <a:pt x="48543" y="28244"/>
                  </a:cubicBezTo>
                  <a:cubicBezTo>
                    <a:pt x="47211" y="28398"/>
                    <a:pt x="45878" y="28347"/>
                    <a:pt x="44596" y="28090"/>
                  </a:cubicBezTo>
                  <a:cubicBezTo>
                    <a:pt x="42674" y="27757"/>
                    <a:pt x="40803" y="27245"/>
                    <a:pt x="38983" y="26604"/>
                  </a:cubicBezTo>
                  <a:cubicBezTo>
                    <a:pt x="35780" y="25502"/>
                    <a:pt x="32730" y="24195"/>
                    <a:pt x="29705" y="22836"/>
                  </a:cubicBezTo>
                  <a:cubicBezTo>
                    <a:pt x="24169" y="20401"/>
                    <a:pt x="18684" y="17941"/>
                    <a:pt x="13174" y="15481"/>
                  </a:cubicBezTo>
                  <a:cubicBezTo>
                    <a:pt x="9201" y="13686"/>
                    <a:pt x="5229" y="11944"/>
                    <a:pt x="1256" y="10175"/>
                  </a:cubicBezTo>
                  <a:cubicBezTo>
                    <a:pt x="871" y="9996"/>
                    <a:pt x="487" y="9739"/>
                    <a:pt x="0" y="9765"/>
                  </a:cubicBezTo>
                  <a:lnTo>
                    <a:pt x="0" y="9022"/>
                  </a:lnTo>
                  <a:cubicBezTo>
                    <a:pt x="461" y="9176"/>
                    <a:pt x="923" y="9329"/>
                    <a:pt x="1358" y="9509"/>
                  </a:cubicBezTo>
                  <a:cubicBezTo>
                    <a:pt x="9252" y="12943"/>
                    <a:pt x="17172" y="16378"/>
                    <a:pt x="25066" y="19838"/>
                  </a:cubicBezTo>
                  <a:cubicBezTo>
                    <a:pt x="28475" y="21299"/>
                    <a:pt x="31884" y="22708"/>
                    <a:pt x="35395" y="23990"/>
                  </a:cubicBezTo>
                  <a:cubicBezTo>
                    <a:pt x="37215" y="24656"/>
                    <a:pt x="39060" y="25194"/>
                    <a:pt x="40931" y="25656"/>
                  </a:cubicBezTo>
                  <a:cubicBezTo>
                    <a:pt x="42443" y="26014"/>
                    <a:pt x="43981" y="26194"/>
                    <a:pt x="45545" y="26168"/>
                  </a:cubicBezTo>
                  <a:cubicBezTo>
                    <a:pt x="47082" y="26168"/>
                    <a:pt x="48569" y="25758"/>
                    <a:pt x="49902" y="24989"/>
                  </a:cubicBezTo>
                  <a:cubicBezTo>
                    <a:pt x="50927" y="24374"/>
                    <a:pt x="51850" y="23656"/>
                    <a:pt x="52695" y="22811"/>
                  </a:cubicBezTo>
                  <a:cubicBezTo>
                    <a:pt x="53746" y="21734"/>
                    <a:pt x="54695" y="20555"/>
                    <a:pt x="55540" y="19299"/>
                  </a:cubicBezTo>
                  <a:cubicBezTo>
                    <a:pt x="56950" y="17198"/>
                    <a:pt x="58257" y="15045"/>
                    <a:pt x="59436" y="12815"/>
                  </a:cubicBezTo>
                  <a:cubicBezTo>
                    <a:pt x="60103" y="11585"/>
                    <a:pt x="60769" y="10355"/>
                    <a:pt x="61461" y="9150"/>
                  </a:cubicBezTo>
                  <a:cubicBezTo>
                    <a:pt x="62409" y="7510"/>
                    <a:pt x="63588" y="5997"/>
                    <a:pt x="64947" y="4665"/>
                  </a:cubicBezTo>
                  <a:cubicBezTo>
                    <a:pt x="66587" y="3076"/>
                    <a:pt x="68432" y="1717"/>
                    <a:pt x="70432" y="589"/>
                  </a:cubicBezTo>
                  <a:cubicBezTo>
                    <a:pt x="70739" y="410"/>
                    <a:pt x="70995" y="205"/>
                    <a:pt x="71277" y="0"/>
                  </a:cubicBezTo>
                  <a:lnTo>
                    <a:pt x="73789" y="0"/>
                  </a:lnTo>
                  <a:cubicBezTo>
                    <a:pt x="73123" y="410"/>
                    <a:pt x="72482" y="846"/>
                    <a:pt x="71790" y="1256"/>
                  </a:cubicBezTo>
                  <a:cubicBezTo>
                    <a:pt x="67869" y="3614"/>
                    <a:pt x="64947" y="6638"/>
                    <a:pt x="63076" y="1035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52" name="Google Shape;600;p21"/>
            <p:cNvSpPr/>
            <p:nvPr/>
          </p:nvSpPr>
          <p:spPr>
            <a:xfrm flipH="1">
              <a:off x="2507760" y="0"/>
              <a:ext cx="762840" cy="307440"/>
            </a:xfrm>
            <a:custGeom>
              <a:avLst/>
              <a:gdLst>
                <a:gd name="textAreaLeft" fmla="*/ -360 w 762840"/>
                <a:gd name="textAreaRight" fmla="*/ 762840 w 762840"/>
                <a:gd name="textAreaTop" fmla="*/ 0 h 307440"/>
                <a:gd name="textAreaBottom" fmla="*/ 307800 h 307440"/>
              </a:gdLst>
              <a:ahLst/>
              <a:cxnLst/>
              <a:rect l="textAreaLeft" t="textAreaTop" r="textAreaRight" b="textAreaBottom"/>
              <a:pathLst>
                <a:path w="23760" h="10534">
                  <a:moveTo>
                    <a:pt x="13944" y="5895"/>
                  </a:moveTo>
                  <a:cubicBezTo>
                    <a:pt x="12534" y="6792"/>
                    <a:pt x="11099" y="7663"/>
                    <a:pt x="9663" y="8509"/>
                  </a:cubicBezTo>
                  <a:cubicBezTo>
                    <a:pt x="8895" y="8945"/>
                    <a:pt x="8126" y="9329"/>
                    <a:pt x="7331" y="9688"/>
                  </a:cubicBezTo>
                  <a:cubicBezTo>
                    <a:pt x="6742" y="9919"/>
                    <a:pt x="6152" y="10124"/>
                    <a:pt x="5537" y="10252"/>
                  </a:cubicBezTo>
                  <a:cubicBezTo>
                    <a:pt x="4153" y="10534"/>
                    <a:pt x="2974" y="10226"/>
                    <a:pt x="2077" y="9329"/>
                  </a:cubicBezTo>
                  <a:cubicBezTo>
                    <a:pt x="1692" y="8919"/>
                    <a:pt x="1359" y="8458"/>
                    <a:pt x="1077" y="7971"/>
                  </a:cubicBezTo>
                  <a:cubicBezTo>
                    <a:pt x="667" y="7176"/>
                    <a:pt x="411" y="6305"/>
                    <a:pt x="283" y="5434"/>
                  </a:cubicBezTo>
                  <a:cubicBezTo>
                    <a:pt x="78" y="3947"/>
                    <a:pt x="1" y="2435"/>
                    <a:pt x="129" y="948"/>
                  </a:cubicBezTo>
                  <a:cubicBezTo>
                    <a:pt x="129" y="615"/>
                    <a:pt x="78" y="333"/>
                    <a:pt x="78" y="26"/>
                  </a:cubicBezTo>
                  <a:lnTo>
                    <a:pt x="2128" y="26"/>
                  </a:lnTo>
                  <a:cubicBezTo>
                    <a:pt x="2077" y="1025"/>
                    <a:pt x="2179" y="1999"/>
                    <a:pt x="2384" y="2973"/>
                  </a:cubicBezTo>
                  <a:cubicBezTo>
                    <a:pt x="2538" y="3870"/>
                    <a:pt x="2871" y="4716"/>
                    <a:pt x="3384" y="5459"/>
                  </a:cubicBezTo>
                  <a:cubicBezTo>
                    <a:pt x="4358" y="6792"/>
                    <a:pt x="5742" y="7279"/>
                    <a:pt x="7536" y="6818"/>
                  </a:cubicBezTo>
                  <a:cubicBezTo>
                    <a:pt x="8356" y="6613"/>
                    <a:pt x="9151" y="6305"/>
                    <a:pt x="9894" y="5946"/>
                  </a:cubicBezTo>
                  <a:cubicBezTo>
                    <a:pt x="11047" y="5408"/>
                    <a:pt x="12150" y="4793"/>
                    <a:pt x="13252" y="4178"/>
                  </a:cubicBezTo>
                  <a:cubicBezTo>
                    <a:pt x="15533" y="2896"/>
                    <a:pt x="17763" y="1563"/>
                    <a:pt x="20018" y="256"/>
                  </a:cubicBezTo>
                  <a:cubicBezTo>
                    <a:pt x="20146" y="179"/>
                    <a:pt x="20249" y="103"/>
                    <a:pt x="20351" y="0"/>
                  </a:cubicBezTo>
                  <a:lnTo>
                    <a:pt x="23760" y="0"/>
                  </a:lnTo>
                  <a:cubicBezTo>
                    <a:pt x="23581" y="154"/>
                    <a:pt x="23376" y="308"/>
                    <a:pt x="23171" y="436"/>
                  </a:cubicBezTo>
                  <a:cubicBezTo>
                    <a:pt x="19967" y="2127"/>
                    <a:pt x="16968" y="3998"/>
                    <a:pt x="13944" y="589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353" name="Google Shape;601;p21"/>
          <p:cNvSpPr/>
          <p:nvPr/>
        </p:nvSpPr>
        <p:spPr>
          <a:xfrm>
            <a:off x="222480" y="245880"/>
            <a:ext cx="8698320" cy="4651560"/>
          </a:xfrm>
          <a:prstGeom prst="roundRect">
            <a:avLst>
              <a:gd name="adj" fmla="val 10431"/>
            </a:avLst>
          </a:prstGeom>
          <a:solidFill>
            <a:schemeClr val="accent6"/>
          </a:solidFill>
          <a:ln w="0">
            <a:noFill/>
          </a:ln>
          <a:effectLst>
            <a:outerShdw blurRad="585720" algn="bl" rotWithShape="0">
              <a:schemeClr val="dk2">
                <a:alpha val="81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35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  <a:endParaRPr lang="fr-FR" sz="35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/>
    <p:bodyStyle/>
    <p:otherStyle/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7477FB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5" name="Google Shape;604;p22"/>
          <p:cNvGrpSpPr/>
          <p:nvPr/>
        </p:nvGrpSpPr>
        <p:grpSpPr>
          <a:xfrm>
            <a:off x="-4680" y="-360"/>
            <a:ext cx="9143640" cy="5143680"/>
            <a:chOff x="-4680" y="-360"/>
            <a:chExt cx="9143640" cy="5143680"/>
          </a:xfrm>
        </p:grpSpPr>
        <p:sp>
          <p:nvSpPr>
            <p:cNvPr id="356" name="Google Shape;605;p22"/>
            <p:cNvSpPr/>
            <p:nvPr/>
          </p:nvSpPr>
          <p:spPr>
            <a:xfrm flipV="1">
              <a:off x="5319000" y="714600"/>
              <a:ext cx="3819600" cy="4427640"/>
            </a:xfrm>
            <a:custGeom>
              <a:avLst/>
              <a:gdLst>
                <a:gd name="textAreaLeft" fmla="*/ 0 w 3819600"/>
                <a:gd name="textAreaRight" fmla="*/ 3819960 w 3819600"/>
                <a:gd name="textAreaTop" fmla="*/ -360 h 4427640"/>
                <a:gd name="textAreaBottom" fmla="*/ 4427640 h 4427640"/>
              </a:gdLst>
              <a:ahLst/>
              <a:cxnLst/>
              <a:rect l="textAreaLeft" t="textAreaTop" r="textAreaRight" b="textAreaBottom"/>
              <a:pathLst>
                <a:path w="118924" h="151474">
                  <a:moveTo>
                    <a:pt x="103008" y="151473"/>
                  </a:moveTo>
                  <a:cubicBezTo>
                    <a:pt x="98522" y="151448"/>
                    <a:pt x="94063" y="150781"/>
                    <a:pt x="89731" y="149525"/>
                  </a:cubicBezTo>
                  <a:cubicBezTo>
                    <a:pt x="87425" y="148833"/>
                    <a:pt x="85118" y="148090"/>
                    <a:pt x="82862" y="147270"/>
                  </a:cubicBezTo>
                  <a:cubicBezTo>
                    <a:pt x="77531" y="145348"/>
                    <a:pt x="72200" y="143374"/>
                    <a:pt x="66869" y="141375"/>
                  </a:cubicBezTo>
                  <a:cubicBezTo>
                    <a:pt x="65024" y="140657"/>
                    <a:pt x="63178" y="139888"/>
                    <a:pt x="61384" y="139094"/>
                  </a:cubicBezTo>
                  <a:cubicBezTo>
                    <a:pt x="56130" y="136787"/>
                    <a:pt x="52414" y="133302"/>
                    <a:pt x="50158" y="128739"/>
                  </a:cubicBezTo>
                  <a:cubicBezTo>
                    <a:pt x="48979" y="126407"/>
                    <a:pt x="48031" y="123947"/>
                    <a:pt x="47288" y="121435"/>
                  </a:cubicBezTo>
                  <a:cubicBezTo>
                    <a:pt x="46493" y="118616"/>
                    <a:pt x="45724" y="115822"/>
                    <a:pt x="45084" y="112977"/>
                  </a:cubicBezTo>
                  <a:cubicBezTo>
                    <a:pt x="44545" y="110465"/>
                    <a:pt x="44161" y="107902"/>
                    <a:pt x="43776" y="105365"/>
                  </a:cubicBezTo>
                  <a:cubicBezTo>
                    <a:pt x="43469" y="103084"/>
                    <a:pt x="43187" y="100803"/>
                    <a:pt x="42982" y="98522"/>
                  </a:cubicBezTo>
                  <a:cubicBezTo>
                    <a:pt x="42444" y="93114"/>
                    <a:pt x="42187" y="87706"/>
                    <a:pt x="42674" y="82298"/>
                  </a:cubicBezTo>
                  <a:cubicBezTo>
                    <a:pt x="43161" y="77351"/>
                    <a:pt x="44340" y="72507"/>
                    <a:pt x="46160" y="67868"/>
                  </a:cubicBezTo>
                  <a:cubicBezTo>
                    <a:pt x="47518" y="64357"/>
                    <a:pt x="49236" y="60948"/>
                    <a:pt x="50902" y="57514"/>
                  </a:cubicBezTo>
                  <a:cubicBezTo>
                    <a:pt x="55028" y="49081"/>
                    <a:pt x="59975" y="40982"/>
                    <a:pt x="65460" y="33088"/>
                  </a:cubicBezTo>
                  <a:cubicBezTo>
                    <a:pt x="67664" y="29961"/>
                    <a:pt x="69765" y="26758"/>
                    <a:pt x="71867" y="23554"/>
                  </a:cubicBezTo>
                  <a:cubicBezTo>
                    <a:pt x="72585" y="22503"/>
                    <a:pt x="73200" y="21375"/>
                    <a:pt x="73789" y="20273"/>
                  </a:cubicBezTo>
                  <a:cubicBezTo>
                    <a:pt x="74456" y="19094"/>
                    <a:pt x="74917" y="17813"/>
                    <a:pt x="75148" y="16480"/>
                  </a:cubicBezTo>
                  <a:cubicBezTo>
                    <a:pt x="75225" y="15967"/>
                    <a:pt x="75225" y="15429"/>
                    <a:pt x="75148" y="14891"/>
                  </a:cubicBezTo>
                  <a:cubicBezTo>
                    <a:pt x="75020" y="13866"/>
                    <a:pt x="74251" y="13276"/>
                    <a:pt x="73097" y="12994"/>
                  </a:cubicBezTo>
                  <a:cubicBezTo>
                    <a:pt x="72303" y="12815"/>
                    <a:pt x="71508" y="12764"/>
                    <a:pt x="70714" y="12841"/>
                  </a:cubicBezTo>
                  <a:cubicBezTo>
                    <a:pt x="69560" y="12943"/>
                    <a:pt x="68407" y="13123"/>
                    <a:pt x="67254" y="13404"/>
                  </a:cubicBezTo>
                  <a:cubicBezTo>
                    <a:pt x="65460" y="13866"/>
                    <a:pt x="63691" y="14430"/>
                    <a:pt x="61974" y="15122"/>
                  </a:cubicBezTo>
                  <a:cubicBezTo>
                    <a:pt x="58693" y="16378"/>
                    <a:pt x="55489" y="17838"/>
                    <a:pt x="52414" y="19479"/>
                  </a:cubicBezTo>
                  <a:cubicBezTo>
                    <a:pt x="48339" y="21606"/>
                    <a:pt x="44468" y="23964"/>
                    <a:pt x="40624" y="26373"/>
                  </a:cubicBezTo>
                  <a:cubicBezTo>
                    <a:pt x="37830" y="28142"/>
                    <a:pt x="35011" y="29910"/>
                    <a:pt x="32192" y="31653"/>
                  </a:cubicBezTo>
                  <a:cubicBezTo>
                    <a:pt x="30193" y="32883"/>
                    <a:pt x="28142" y="34037"/>
                    <a:pt x="26040" y="35062"/>
                  </a:cubicBezTo>
                  <a:cubicBezTo>
                    <a:pt x="24169" y="36010"/>
                    <a:pt x="22196" y="36753"/>
                    <a:pt x="20171" y="37292"/>
                  </a:cubicBezTo>
                  <a:cubicBezTo>
                    <a:pt x="14686" y="38650"/>
                    <a:pt x="10073" y="37445"/>
                    <a:pt x="6228" y="34037"/>
                  </a:cubicBezTo>
                  <a:cubicBezTo>
                    <a:pt x="5229" y="33114"/>
                    <a:pt x="4383" y="32089"/>
                    <a:pt x="3717" y="30935"/>
                  </a:cubicBezTo>
                  <a:cubicBezTo>
                    <a:pt x="2563" y="29039"/>
                    <a:pt x="1717" y="27014"/>
                    <a:pt x="1205" y="24912"/>
                  </a:cubicBezTo>
                  <a:cubicBezTo>
                    <a:pt x="564" y="22452"/>
                    <a:pt x="205" y="19966"/>
                    <a:pt x="103" y="17454"/>
                  </a:cubicBezTo>
                  <a:cubicBezTo>
                    <a:pt x="0" y="15173"/>
                    <a:pt x="26" y="12866"/>
                    <a:pt x="205" y="10585"/>
                  </a:cubicBezTo>
                  <a:cubicBezTo>
                    <a:pt x="436" y="7612"/>
                    <a:pt x="667" y="4665"/>
                    <a:pt x="897" y="1692"/>
                  </a:cubicBezTo>
                  <a:cubicBezTo>
                    <a:pt x="949" y="1128"/>
                    <a:pt x="949" y="564"/>
                    <a:pt x="949" y="0"/>
                  </a:cubicBezTo>
                  <a:lnTo>
                    <a:pt x="8689" y="0"/>
                  </a:lnTo>
                  <a:cubicBezTo>
                    <a:pt x="8766" y="179"/>
                    <a:pt x="8791" y="359"/>
                    <a:pt x="8791" y="538"/>
                  </a:cubicBezTo>
                  <a:cubicBezTo>
                    <a:pt x="8586" y="2153"/>
                    <a:pt x="8356" y="3768"/>
                    <a:pt x="8151" y="5382"/>
                  </a:cubicBezTo>
                  <a:cubicBezTo>
                    <a:pt x="7715" y="8637"/>
                    <a:pt x="7587" y="11944"/>
                    <a:pt x="7817" y="15224"/>
                  </a:cubicBezTo>
                  <a:cubicBezTo>
                    <a:pt x="7946" y="16993"/>
                    <a:pt x="8330" y="18736"/>
                    <a:pt x="8945" y="20401"/>
                  </a:cubicBezTo>
                  <a:cubicBezTo>
                    <a:pt x="9355" y="21606"/>
                    <a:pt x="9996" y="22708"/>
                    <a:pt x="10816" y="23682"/>
                  </a:cubicBezTo>
                  <a:cubicBezTo>
                    <a:pt x="11559" y="24579"/>
                    <a:pt x="12482" y="25297"/>
                    <a:pt x="13507" y="25809"/>
                  </a:cubicBezTo>
                  <a:cubicBezTo>
                    <a:pt x="15071" y="26604"/>
                    <a:pt x="16865" y="26809"/>
                    <a:pt x="18531" y="26348"/>
                  </a:cubicBezTo>
                  <a:cubicBezTo>
                    <a:pt x="19530" y="26091"/>
                    <a:pt x="20504" y="25707"/>
                    <a:pt x="21427" y="25220"/>
                  </a:cubicBezTo>
                  <a:cubicBezTo>
                    <a:pt x="22785" y="24528"/>
                    <a:pt x="24093" y="23733"/>
                    <a:pt x="25323" y="22811"/>
                  </a:cubicBezTo>
                  <a:cubicBezTo>
                    <a:pt x="26630" y="21862"/>
                    <a:pt x="27963" y="20914"/>
                    <a:pt x="29193" y="19914"/>
                  </a:cubicBezTo>
                  <a:cubicBezTo>
                    <a:pt x="36190" y="14302"/>
                    <a:pt x="43930" y="9483"/>
                    <a:pt x="52183" y="5229"/>
                  </a:cubicBezTo>
                  <a:cubicBezTo>
                    <a:pt x="55464" y="3537"/>
                    <a:pt x="58796" y="1820"/>
                    <a:pt x="62204" y="256"/>
                  </a:cubicBezTo>
                  <a:cubicBezTo>
                    <a:pt x="62384" y="179"/>
                    <a:pt x="62538" y="77"/>
                    <a:pt x="62691" y="0"/>
                  </a:cubicBezTo>
                  <a:lnTo>
                    <a:pt x="118924" y="0"/>
                  </a:lnTo>
                  <a:lnTo>
                    <a:pt x="118924" y="8278"/>
                  </a:lnTo>
                  <a:cubicBezTo>
                    <a:pt x="118616" y="8407"/>
                    <a:pt x="118334" y="8535"/>
                    <a:pt x="118027" y="8663"/>
                  </a:cubicBezTo>
                  <a:cubicBezTo>
                    <a:pt x="112029" y="10995"/>
                    <a:pt x="106416" y="14225"/>
                    <a:pt x="101393" y="18274"/>
                  </a:cubicBezTo>
                  <a:cubicBezTo>
                    <a:pt x="94729" y="23554"/>
                    <a:pt x="88527" y="29372"/>
                    <a:pt x="82811" y="35651"/>
                  </a:cubicBezTo>
                  <a:cubicBezTo>
                    <a:pt x="76532" y="42571"/>
                    <a:pt x="71893" y="50158"/>
                    <a:pt x="68843" y="58411"/>
                  </a:cubicBezTo>
                  <a:cubicBezTo>
                    <a:pt x="67510" y="62025"/>
                    <a:pt x="66126" y="65587"/>
                    <a:pt x="65101" y="69252"/>
                  </a:cubicBezTo>
                  <a:cubicBezTo>
                    <a:pt x="63691" y="74096"/>
                    <a:pt x="62897" y="78992"/>
                    <a:pt x="63102" y="83964"/>
                  </a:cubicBezTo>
                  <a:cubicBezTo>
                    <a:pt x="63281" y="88654"/>
                    <a:pt x="64383" y="93216"/>
                    <a:pt x="66075" y="97702"/>
                  </a:cubicBezTo>
                  <a:cubicBezTo>
                    <a:pt x="68202" y="103238"/>
                    <a:pt x="71278" y="108389"/>
                    <a:pt x="75199" y="112849"/>
                  </a:cubicBezTo>
                  <a:cubicBezTo>
                    <a:pt x="78505" y="116668"/>
                    <a:pt x="82427" y="119923"/>
                    <a:pt x="86758" y="122486"/>
                  </a:cubicBezTo>
                  <a:cubicBezTo>
                    <a:pt x="94447" y="127073"/>
                    <a:pt x="103059" y="129201"/>
                    <a:pt x="112568" y="128739"/>
                  </a:cubicBezTo>
                  <a:cubicBezTo>
                    <a:pt x="114362" y="128663"/>
                    <a:pt x="116182" y="128432"/>
                    <a:pt x="117950" y="128073"/>
                  </a:cubicBezTo>
                  <a:cubicBezTo>
                    <a:pt x="118283" y="128022"/>
                    <a:pt x="118591" y="127894"/>
                    <a:pt x="118924" y="127817"/>
                  </a:cubicBezTo>
                  <a:lnTo>
                    <a:pt x="118924" y="149064"/>
                  </a:lnTo>
                  <a:cubicBezTo>
                    <a:pt x="118514" y="149141"/>
                    <a:pt x="118129" y="149218"/>
                    <a:pt x="117719" y="149346"/>
                  </a:cubicBezTo>
                  <a:cubicBezTo>
                    <a:pt x="112952" y="150730"/>
                    <a:pt x="108005" y="151448"/>
                    <a:pt x="103008" y="151473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162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57" name="Google Shape;606;p22"/>
            <p:cNvSpPr/>
            <p:nvPr/>
          </p:nvSpPr>
          <p:spPr>
            <a:xfrm flipV="1">
              <a:off x="-3600" y="360"/>
              <a:ext cx="6626880" cy="5142240"/>
            </a:xfrm>
            <a:custGeom>
              <a:avLst/>
              <a:gdLst>
                <a:gd name="textAreaLeft" fmla="*/ 0 w 6626880"/>
                <a:gd name="textAreaRight" fmla="*/ 6627240 w 6626880"/>
                <a:gd name="textAreaTop" fmla="*/ 360 h 5142240"/>
                <a:gd name="textAreaBottom" fmla="*/ 5142960 h 5142240"/>
              </a:gdLst>
              <a:ahLst/>
              <a:cxnLst/>
              <a:rect l="textAreaLeft" t="textAreaTop" r="textAreaRight" b="textAreaBottom"/>
              <a:pathLst>
                <a:path w="206323" h="175925">
                  <a:moveTo>
                    <a:pt x="141196" y="19504"/>
                  </a:moveTo>
                  <a:cubicBezTo>
                    <a:pt x="142093" y="23041"/>
                    <a:pt x="142965" y="26604"/>
                    <a:pt x="143836" y="30166"/>
                  </a:cubicBezTo>
                  <a:cubicBezTo>
                    <a:pt x="145400" y="36318"/>
                    <a:pt x="147424" y="42315"/>
                    <a:pt x="149936" y="48133"/>
                  </a:cubicBezTo>
                  <a:cubicBezTo>
                    <a:pt x="151089" y="50824"/>
                    <a:pt x="152217" y="53515"/>
                    <a:pt x="153089" y="56283"/>
                  </a:cubicBezTo>
                  <a:cubicBezTo>
                    <a:pt x="153858" y="58770"/>
                    <a:pt x="154447" y="61333"/>
                    <a:pt x="154831" y="63921"/>
                  </a:cubicBezTo>
                  <a:cubicBezTo>
                    <a:pt x="155421" y="67612"/>
                    <a:pt x="155703" y="71277"/>
                    <a:pt x="156036" y="74968"/>
                  </a:cubicBezTo>
                  <a:cubicBezTo>
                    <a:pt x="156241" y="77813"/>
                    <a:pt x="156600" y="80658"/>
                    <a:pt x="157138" y="83477"/>
                  </a:cubicBezTo>
                  <a:cubicBezTo>
                    <a:pt x="157574" y="85912"/>
                    <a:pt x="158343" y="88270"/>
                    <a:pt x="159394" y="90525"/>
                  </a:cubicBezTo>
                  <a:cubicBezTo>
                    <a:pt x="160675" y="93191"/>
                    <a:pt x="162520" y="95549"/>
                    <a:pt x="164802" y="97420"/>
                  </a:cubicBezTo>
                  <a:cubicBezTo>
                    <a:pt x="165776" y="98214"/>
                    <a:pt x="166724" y="99034"/>
                    <a:pt x="167723" y="99803"/>
                  </a:cubicBezTo>
                  <a:cubicBezTo>
                    <a:pt x="171645" y="102751"/>
                    <a:pt x="174618" y="106826"/>
                    <a:pt x="176207" y="111490"/>
                  </a:cubicBezTo>
                  <a:cubicBezTo>
                    <a:pt x="177027" y="113797"/>
                    <a:pt x="177565" y="116155"/>
                    <a:pt x="177873" y="118590"/>
                  </a:cubicBezTo>
                  <a:cubicBezTo>
                    <a:pt x="178155" y="120820"/>
                    <a:pt x="178257" y="123075"/>
                    <a:pt x="178129" y="125331"/>
                  </a:cubicBezTo>
                  <a:cubicBezTo>
                    <a:pt x="178027" y="127330"/>
                    <a:pt x="177565" y="129278"/>
                    <a:pt x="176796" y="131123"/>
                  </a:cubicBezTo>
                  <a:cubicBezTo>
                    <a:pt x="175694" y="133686"/>
                    <a:pt x="174567" y="136249"/>
                    <a:pt x="173439" y="138812"/>
                  </a:cubicBezTo>
                  <a:cubicBezTo>
                    <a:pt x="172824" y="140222"/>
                    <a:pt x="172209" y="141631"/>
                    <a:pt x="171645" y="143067"/>
                  </a:cubicBezTo>
                  <a:cubicBezTo>
                    <a:pt x="170491" y="146040"/>
                    <a:pt x="170696" y="148987"/>
                    <a:pt x="172055" y="151909"/>
                  </a:cubicBezTo>
                  <a:cubicBezTo>
                    <a:pt x="172798" y="153447"/>
                    <a:pt x="173721" y="154882"/>
                    <a:pt x="174797" y="156215"/>
                  </a:cubicBezTo>
                  <a:cubicBezTo>
                    <a:pt x="176925" y="158829"/>
                    <a:pt x="179488" y="161136"/>
                    <a:pt x="182281" y="163263"/>
                  </a:cubicBezTo>
                  <a:cubicBezTo>
                    <a:pt x="188971" y="168415"/>
                    <a:pt x="196609" y="172387"/>
                    <a:pt x="205015" y="175386"/>
                  </a:cubicBezTo>
                  <a:cubicBezTo>
                    <a:pt x="205451" y="175540"/>
                    <a:pt x="205887" y="175745"/>
                    <a:pt x="206322" y="175924"/>
                  </a:cubicBezTo>
                  <a:lnTo>
                    <a:pt x="178539" y="175924"/>
                  </a:lnTo>
                  <a:cubicBezTo>
                    <a:pt x="178257" y="175668"/>
                    <a:pt x="178001" y="175412"/>
                    <a:pt x="177694" y="175181"/>
                  </a:cubicBezTo>
                  <a:cubicBezTo>
                    <a:pt x="174054" y="172439"/>
                    <a:pt x="170594" y="169491"/>
                    <a:pt x="167313" y="166364"/>
                  </a:cubicBezTo>
                  <a:cubicBezTo>
                    <a:pt x="164597" y="163801"/>
                    <a:pt x="162136" y="161008"/>
                    <a:pt x="159932" y="158009"/>
                  </a:cubicBezTo>
                  <a:cubicBezTo>
                    <a:pt x="157753" y="154985"/>
                    <a:pt x="156010" y="151806"/>
                    <a:pt x="154960" y="148372"/>
                  </a:cubicBezTo>
                  <a:cubicBezTo>
                    <a:pt x="154550" y="146988"/>
                    <a:pt x="154268" y="145553"/>
                    <a:pt x="154139" y="144117"/>
                  </a:cubicBezTo>
                  <a:cubicBezTo>
                    <a:pt x="153909" y="141401"/>
                    <a:pt x="154344" y="138658"/>
                    <a:pt x="155421" y="136146"/>
                  </a:cubicBezTo>
                  <a:cubicBezTo>
                    <a:pt x="156036" y="134686"/>
                    <a:pt x="156754" y="133225"/>
                    <a:pt x="157394" y="131764"/>
                  </a:cubicBezTo>
                  <a:cubicBezTo>
                    <a:pt x="157856" y="130739"/>
                    <a:pt x="158266" y="129688"/>
                    <a:pt x="158625" y="128637"/>
                  </a:cubicBezTo>
                  <a:cubicBezTo>
                    <a:pt x="159650" y="125356"/>
                    <a:pt x="159163" y="122178"/>
                    <a:pt x="157471" y="119103"/>
                  </a:cubicBezTo>
                  <a:cubicBezTo>
                    <a:pt x="156779" y="117898"/>
                    <a:pt x="155959" y="116745"/>
                    <a:pt x="154985" y="115745"/>
                  </a:cubicBezTo>
                  <a:cubicBezTo>
                    <a:pt x="154344" y="115079"/>
                    <a:pt x="153678" y="114438"/>
                    <a:pt x="152986" y="113823"/>
                  </a:cubicBezTo>
                  <a:cubicBezTo>
                    <a:pt x="152422" y="113285"/>
                    <a:pt x="151833" y="112746"/>
                    <a:pt x="151218" y="112234"/>
                  </a:cubicBezTo>
                  <a:cubicBezTo>
                    <a:pt x="147040" y="108748"/>
                    <a:pt x="144016" y="104083"/>
                    <a:pt x="142580" y="98829"/>
                  </a:cubicBezTo>
                  <a:cubicBezTo>
                    <a:pt x="141837" y="96164"/>
                    <a:pt x="141299" y="93473"/>
                    <a:pt x="140966" y="90756"/>
                  </a:cubicBezTo>
                  <a:cubicBezTo>
                    <a:pt x="140402" y="86476"/>
                    <a:pt x="139915" y="82170"/>
                    <a:pt x="139325" y="77864"/>
                  </a:cubicBezTo>
                  <a:cubicBezTo>
                    <a:pt x="138813" y="74173"/>
                    <a:pt x="138172" y="70482"/>
                    <a:pt x="137403" y="66817"/>
                  </a:cubicBezTo>
                  <a:cubicBezTo>
                    <a:pt x="136685" y="63409"/>
                    <a:pt x="136045" y="60025"/>
                    <a:pt x="135250" y="56642"/>
                  </a:cubicBezTo>
                  <a:cubicBezTo>
                    <a:pt x="133533" y="49107"/>
                    <a:pt x="131636" y="41572"/>
                    <a:pt x="129124" y="34216"/>
                  </a:cubicBezTo>
                  <a:cubicBezTo>
                    <a:pt x="128279" y="31576"/>
                    <a:pt x="127202" y="29039"/>
                    <a:pt x="125946" y="26578"/>
                  </a:cubicBezTo>
                  <a:cubicBezTo>
                    <a:pt x="125152" y="25015"/>
                    <a:pt x="124203" y="23554"/>
                    <a:pt x="123127" y="22170"/>
                  </a:cubicBezTo>
                  <a:cubicBezTo>
                    <a:pt x="122025" y="20786"/>
                    <a:pt x="120718" y="19530"/>
                    <a:pt x="119231" y="18530"/>
                  </a:cubicBezTo>
                  <a:cubicBezTo>
                    <a:pt x="118360" y="17941"/>
                    <a:pt x="117437" y="17454"/>
                    <a:pt x="116463" y="17070"/>
                  </a:cubicBezTo>
                  <a:cubicBezTo>
                    <a:pt x="113951" y="16096"/>
                    <a:pt x="111183" y="15942"/>
                    <a:pt x="108595" y="16659"/>
                  </a:cubicBezTo>
                  <a:cubicBezTo>
                    <a:pt x="107031" y="17095"/>
                    <a:pt x="105519" y="17710"/>
                    <a:pt x="104135" y="18530"/>
                  </a:cubicBezTo>
                  <a:cubicBezTo>
                    <a:pt x="101880" y="19838"/>
                    <a:pt x="99829" y="21478"/>
                    <a:pt x="98035" y="23400"/>
                  </a:cubicBezTo>
                  <a:cubicBezTo>
                    <a:pt x="95370" y="26194"/>
                    <a:pt x="93114" y="29321"/>
                    <a:pt x="91320" y="32729"/>
                  </a:cubicBezTo>
                  <a:cubicBezTo>
                    <a:pt x="90218" y="34806"/>
                    <a:pt x="89167" y="36907"/>
                    <a:pt x="88116" y="38958"/>
                  </a:cubicBezTo>
                  <a:cubicBezTo>
                    <a:pt x="86758" y="41674"/>
                    <a:pt x="85246" y="44314"/>
                    <a:pt x="83580" y="46852"/>
                  </a:cubicBezTo>
                  <a:cubicBezTo>
                    <a:pt x="82298" y="48748"/>
                    <a:pt x="80837" y="50491"/>
                    <a:pt x="79197" y="52080"/>
                  </a:cubicBezTo>
                  <a:cubicBezTo>
                    <a:pt x="78300" y="52926"/>
                    <a:pt x="77352" y="53695"/>
                    <a:pt x="76326" y="54387"/>
                  </a:cubicBezTo>
                  <a:cubicBezTo>
                    <a:pt x="73302" y="56335"/>
                    <a:pt x="69791" y="57437"/>
                    <a:pt x="66177" y="57539"/>
                  </a:cubicBezTo>
                  <a:cubicBezTo>
                    <a:pt x="62332" y="57693"/>
                    <a:pt x="58616" y="57104"/>
                    <a:pt x="55002" y="56104"/>
                  </a:cubicBezTo>
                  <a:cubicBezTo>
                    <a:pt x="50414" y="54797"/>
                    <a:pt x="45980" y="52952"/>
                    <a:pt x="41828" y="50619"/>
                  </a:cubicBezTo>
                  <a:cubicBezTo>
                    <a:pt x="37830" y="48441"/>
                    <a:pt x="34139" y="45955"/>
                    <a:pt x="30423" y="43443"/>
                  </a:cubicBezTo>
                  <a:cubicBezTo>
                    <a:pt x="26194" y="40572"/>
                    <a:pt x="21991" y="37625"/>
                    <a:pt x="17710" y="34806"/>
                  </a:cubicBezTo>
                  <a:cubicBezTo>
                    <a:pt x="12405" y="31269"/>
                    <a:pt x="6843" y="28065"/>
                    <a:pt x="1128" y="25040"/>
                  </a:cubicBezTo>
                  <a:cubicBezTo>
                    <a:pt x="769" y="24861"/>
                    <a:pt x="461" y="24605"/>
                    <a:pt x="0" y="24630"/>
                  </a:cubicBezTo>
                  <a:lnTo>
                    <a:pt x="0" y="19351"/>
                  </a:lnTo>
                  <a:cubicBezTo>
                    <a:pt x="179" y="19351"/>
                    <a:pt x="359" y="19376"/>
                    <a:pt x="538" y="19428"/>
                  </a:cubicBezTo>
                  <a:cubicBezTo>
                    <a:pt x="846" y="19556"/>
                    <a:pt x="1128" y="19709"/>
                    <a:pt x="1435" y="19863"/>
                  </a:cubicBezTo>
                  <a:cubicBezTo>
                    <a:pt x="11354" y="24964"/>
                    <a:pt x="20991" y="30653"/>
                    <a:pt x="30269" y="36907"/>
                  </a:cubicBezTo>
                  <a:cubicBezTo>
                    <a:pt x="33447" y="39060"/>
                    <a:pt x="36677" y="41136"/>
                    <a:pt x="39906" y="43187"/>
                  </a:cubicBezTo>
                  <a:cubicBezTo>
                    <a:pt x="42315" y="44724"/>
                    <a:pt x="44827" y="46083"/>
                    <a:pt x="47416" y="47287"/>
                  </a:cubicBezTo>
                  <a:cubicBezTo>
                    <a:pt x="50389" y="48723"/>
                    <a:pt x="53516" y="49773"/>
                    <a:pt x="56745" y="50440"/>
                  </a:cubicBezTo>
                  <a:cubicBezTo>
                    <a:pt x="58795" y="50876"/>
                    <a:pt x="60871" y="51029"/>
                    <a:pt x="62948" y="50952"/>
                  </a:cubicBezTo>
                  <a:cubicBezTo>
                    <a:pt x="66510" y="50799"/>
                    <a:pt x="69586" y="49748"/>
                    <a:pt x="72149" y="47697"/>
                  </a:cubicBezTo>
                  <a:cubicBezTo>
                    <a:pt x="73353" y="46723"/>
                    <a:pt x="74455" y="45570"/>
                    <a:pt x="75404" y="44314"/>
                  </a:cubicBezTo>
                  <a:cubicBezTo>
                    <a:pt x="76813" y="42443"/>
                    <a:pt x="78018" y="40418"/>
                    <a:pt x="79018" y="38266"/>
                  </a:cubicBezTo>
                  <a:cubicBezTo>
                    <a:pt x="80427" y="35190"/>
                    <a:pt x="81658" y="32037"/>
                    <a:pt x="82657" y="28808"/>
                  </a:cubicBezTo>
                  <a:cubicBezTo>
                    <a:pt x="83477" y="26091"/>
                    <a:pt x="84502" y="23477"/>
                    <a:pt x="85733" y="20940"/>
                  </a:cubicBezTo>
                  <a:cubicBezTo>
                    <a:pt x="87527" y="17454"/>
                    <a:pt x="89680" y="14148"/>
                    <a:pt x="92166" y="11123"/>
                  </a:cubicBezTo>
                  <a:cubicBezTo>
                    <a:pt x="94883" y="7817"/>
                    <a:pt x="97753" y="4562"/>
                    <a:pt x="100778" y="1435"/>
                  </a:cubicBezTo>
                  <a:cubicBezTo>
                    <a:pt x="101239" y="948"/>
                    <a:pt x="101752" y="461"/>
                    <a:pt x="102238" y="0"/>
                  </a:cubicBezTo>
                  <a:lnTo>
                    <a:pt x="125921" y="0"/>
                  </a:lnTo>
                  <a:cubicBezTo>
                    <a:pt x="126100" y="308"/>
                    <a:pt x="126485" y="384"/>
                    <a:pt x="126792" y="564"/>
                  </a:cubicBezTo>
                  <a:cubicBezTo>
                    <a:pt x="128663" y="1512"/>
                    <a:pt x="130457" y="2640"/>
                    <a:pt x="132123" y="3921"/>
                  </a:cubicBezTo>
                  <a:cubicBezTo>
                    <a:pt x="134968" y="6126"/>
                    <a:pt x="137224" y="8996"/>
                    <a:pt x="138684" y="12277"/>
                  </a:cubicBezTo>
                  <a:cubicBezTo>
                    <a:pt x="139735" y="14609"/>
                    <a:pt x="140555" y="17018"/>
                    <a:pt x="141196" y="19504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162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58" name="Google Shape;607;p22"/>
            <p:cNvSpPr/>
            <p:nvPr/>
          </p:nvSpPr>
          <p:spPr>
            <a:xfrm flipV="1">
              <a:off x="-3600" y="360"/>
              <a:ext cx="4783320" cy="3974400"/>
            </a:xfrm>
            <a:custGeom>
              <a:avLst/>
              <a:gdLst>
                <a:gd name="textAreaLeft" fmla="*/ 0 w 4783320"/>
                <a:gd name="textAreaRight" fmla="*/ 4783680 w 4783320"/>
                <a:gd name="textAreaTop" fmla="*/ 360 h 3974400"/>
                <a:gd name="textAreaBottom" fmla="*/ 3975120 h 3974400"/>
              </a:gdLst>
              <a:ahLst/>
              <a:cxnLst/>
              <a:rect l="textAreaLeft" t="textAreaTop" r="textAreaRight" b="textAreaBottom"/>
              <a:pathLst>
                <a:path w="148937" h="135968">
                  <a:moveTo>
                    <a:pt x="1307" y="308"/>
                  </a:moveTo>
                  <a:cubicBezTo>
                    <a:pt x="3306" y="897"/>
                    <a:pt x="5229" y="1615"/>
                    <a:pt x="7125" y="2435"/>
                  </a:cubicBezTo>
                  <a:cubicBezTo>
                    <a:pt x="10329" y="3819"/>
                    <a:pt x="13430" y="5331"/>
                    <a:pt x="16429" y="6972"/>
                  </a:cubicBezTo>
                  <a:cubicBezTo>
                    <a:pt x="21068" y="9483"/>
                    <a:pt x="25656" y="12021"/>
                    <a:pt x="30295" y="14507"/>
                  </a:cubicBezTo>
                  <a:cubicBezTo>
                    <a:pt x="35805" y="17505"/>
                    <a:pt x="41546" y="19992"/>
                    <a:pt x="47493" y="21991"/>
                  </a:cubicBezTo>
                  <a:cubicBezTo>
                    <a:pt x="51414" y="23323"/>
                    <a:pt x="55412" y="24374"/>
                    <a:pt x="59487" y="25169"/>
                  </a:cubicBezTo>
                  <a:cubicBezTo>
                    <a:pt x="62512" y="25758"/>
                    <a:pt x="65562" y="26040"/>
                    <a:pt x="68637" y="26040"/>
                  </a:cubicBezTo>
                  <a:cubicBezTo>
                    <a:pt x="74174" y="25989"/>
                    <a:pt x="79146" y="24631"/>
                    <a:pt x="83554" y="21863"/>
                  </a:cubicBezTo>
                  <a:cubicBezTo>
                    <a:pt x="85476" y="20632"/>
                    <a:pt x="87296" y="19248"/>
                    <a:pt x="88988" y="17736"/>
                  </a:cubicBezTo>
                  <a:cubicBezTo>
                    <a:pt x="90269" y="16608"/>
                    <a:pt x="91499" y="15455"/>
                    <a:pt x="92781" y="14353"/>
                  </a:cubicBezTo>
                  <a:cubicBezTo>
                    <a:pt x="94062" y="13225"/>
                    <a:pt x="95395" y="12149"/>
                    <a:pt x="96754" y="11124"/>
                  </a:cubicBezTo>
                  <a:cubicBezTo>
                    <a:pt x="97574" y="10534"/>
                    <a:pt x="98420" y="10021"/>
                    <a:pt x="99317" y="9535"/>
                  </a:cubicBezTo>
                  <a:cubicBezTo>
                    <a:pt x="100086" y="9124"/>
                    <a:pt x="100931" y="8817"/>
                    <a:pt x="101803" y="8637"/>
                  </a:cubicBezTo>
                  <a:cubicBezTo>
                    <a:pt x="103571" y="8202"/>
                    <a:pt x="105417" y="8432"/>
                    <a:pt x="107031" y="9278"/>
                  </a:cubicBezTo>
                  <a:cubicBezTo>
                    <a:pt x="107928" y="9765"/>
                    <a:pt x="108749" y="10380"/>
                    <a:pt x="109492" y="11098"/>
                  </a:cubicBezTo>
                  <a:cubicBezTo>
                    <a:pt x="110466" y="12072"/>
                    <a:pt x="111337" y="13123"/>
                    <a:pt x="112080" y="14302"/>
                  </a:cubicBezTo>
                  <a:cubicBezTo>
                    <a:pt x="113413" y="16326"/>
                    <a:pt x="114515" y="18505"/>
                    <a:pt x="115387" y="20786"/>
                  </a:cubicBezTo>
                  <a:cubicBezTo>
                    <a:pt x="116848" y="24528"/>
                    <a:pt x="117950" y="28424"/>
                    <a:pt x="118667" y="32371"/>
                  </a:cubicBezTo>
                  <a:cubicBezTo>
                    <a:pt x="119667" y="37471"/>
                    <a:pt x="120026" y="42648"/>
                    <a:pt x="119769" y="47826"/>
                  </a:cubicBezTo>
                  <a:cubicBezTo>
                    <a:pt x="119641" y="50056"/>
                    <a:pt x="119436" y="52311"/>
                    <a:pt x="119180" y="54566"/>
                  </a:cubicBezTo>
                  <a:cubicBezTo>
                    <a:pt x="118693" y="58795"/>
                    <a:pt x="118078" y="63024"/>
                    <a:pt x="117591" y="67253"/>
                  </a:cubicBezTo>
                  <a:cubicBezTo>
                    <a:pt x="117027" y="71610"/>
                    <a:pt x="116719" y="75993"/>
                    <a:pt x="116617" y="80401"/>
                  </a:cubicBezTo>
                  <a:cubicBezTo>
                    <a:pt x="116566" y="83374"/>
                    <a:pt x="116771" y="86348"/>
                    <a:pt x="117258" y="89295"/>
                  </a:cubicBezTo>
                  <a:cubicBezTo>
                    <a:pt x="118129" y="94498"/>
                    <a:pt x="120000" y="99444"/>
                    <a:pt x="123358" y="103930"/>
                  </a:cubicBezTo>
                  <a:cubicBezTo>
                    <a:pt x="125049" y="106262"/>
                    <a:pt x="126818" y="108543"/>
                    <a:pt x="128663" y="110824"/>
                  </a:cubicBezTo>
                  <a:cubicBezTo>
                    <a:pt x="131559" y="114412"/>
                    <a:pt x="134276" y="118129"/>
                    <a:pt x="137019" y="121794"/>
                  </a:cubicBezTo>
                  <a:cubicBezTo>
                    <a:pt x="140581" y="126561"/>
                    <a:pt x="144426" y="131123"/>
                    <a:pt x="148526" y="135429"/>
                  </a:cubicBezTo>
                  <a:cubicBezTo>
                    <a:pt x="148680" y="135583"/>
                    <a:pt x="148808" y="135788"/>
                    <a:pt x="148937" y="135967"/>
                  </a:cubicBezTo>
                  <a:lnTo>
                    <a:pt x="115028" y="135967"/>
                  </a:lnTo>
                  <a:cubicBezTo>
                    <a:pt x="114772" y="135608"/>
                    <a:pt x="114515" y="135275"/>
                    <a:pt x="114310" y="134916"/>
                  </a:cubicBezTo>
                  <a:cubicBezTo>
                    <a:pt x="111055" y="129227"/>
                    <a:pt x="108313" y="123255"/>
                    <a:pt x="106134" y="117104"/>
                  </a:cubicBezTo>
                  <a:cubicBezTo>
                    <a:pt x="104340" y="112157"/>
                    <a:pt x="102905" y="107082"/>
                    <a:pt x="101880" y="101931"/>
                  </a:cubicBezTo>
                  <a:cubicBezTo>
                    <a:pt x="101136" y="98086"/>
                    <a:pt x="100624" y="94242"/>
                    <a:pt x="100393" y="90346"/>
                  </a:cubicBezTo>
                  <a:cubicBezTo>
                    <a:pt x="100162" y="86860"/>
                    <a:pt x="100214" y="83374"/>
                    <a:pt x="100470" y="79914"/>
                  </a:cubicBezTo>
                  <a:cubicBezTo>
                    <a:pt x="100726" y="76813"/>
                    <a:pt x="101111" y="73738"/>
                    <a:pt x="101675" y="70688"/>
                  </a:cubicBezTo>
                  <a:cubicBezTo>
                    <a:pt x="102520" y="65997"/>
                    <a:pt x="103751" y="61384"/>
                    <a:pt x="104853" y="56745"/>
                  </a:cubicBezTo>
                  <a:cubicBezTo>
                    <a:pt x="105673" y="53541"/>
                    <a:pt x="106211" y="50286"/>
                    <a:pt x="106467" y="46980"/>
                  </a:cubicBezTo>
                  <a:cubicBezTo>
                    <a:pt x="106724" y="43135"/>
                    <a:pt x="106339" y="39342"/>
                    <a:pt x="105007" y="35651"/>
                  </a:cubicBezTo>
                  <a:cubicBezTo>
                    <a:pt x="104596" y="34524"/>
                    <a:pt x="104058" y="33447"/>
                    <a:pt x="103366" y="32448"/>
                  </a:cubicBezTo>
                  <a:cubicBezTo>
                    <a:pt x="102854" y="31653"/>
                    <a:pt x="102238" y="30936"/>
                    <a:pt x="101521" y="30320"/>
                  </a:cubicBezTo>
                  <a:cubicBezTo>
                    <a:pt x="99957" y="28962"/>
                    <a:pt x="98061" y="28321"/>
                    <a:pt x="95805" y="28398"/>
                  </a:cubicBezTo>
                  <a:cubicBezTo>
                    <a:pt x="94780" y="28398"/>
                    <a:pt x="93781" y="28526"/>
                    <a:pt x="92781" y="28783"/>
                  </a:cubicBezTo>
                  <a:cubicBezTo>
                    <a:pt x="91397" y="29141"/>
                    <a:pt x="90039" y="29500"/>
                    <a:pt x="88680" y="29885"/>
                  </a:cubicBezTo>
                  <a:cubicBezTo>
                    <a:pt x="86271" y="30577"/>
                    <a:pt x="83913" y="31346"/>
                    <a:pt x="81452" y="31884"/>
                  </a:cubicBezTo>
                  <a:cubicBezTo>
                    <a:pt x="76788" y="32909"/>
                    <a:pt x="72021" y="33319"/>
                    <a:pt x="67253" y="33063"/>
                  </a:cubicBezTo>
                  <a:cubicBezTo>
                    <a:pt x="61282" y="32730"/>
                    <a:pt x="55464" y="31807"/>
                    <a:pt x="49671" y="30654"/>
                  </a:cubicBezTo>
                  <a:cubicBezTo>
                    <a:pt x="43956" y="29500"/>
                    <a:pt x="38343" y="28014"/>
                    <a:pt x="32755" y="26502"/>
                  </a:cubicBezTo>
                  <a:cubicBezTo>
                    <a:pt x="28578" y="25399"/>
                    <a:pt x="24400" y="24246"/>
                    <a:pt x="20145" y="23298"/>
                  </a:cubicBezTo>
                  <a:cubicBezTo>
                    <a:pt x="17864" y="22785"/>
                    <a:pt x="15557" y="22401"/>
                    <a:pt x="13225" y="22170"/>
                  </a:cubicBezTo>
                  <a:cubicBezTo>
                    <a:pt x="11226" y="21965"/>
                    <a:pt x="9227" y="21965"/>
                    <a:pt x="7228" y="22196"/>
                  </a:cubicBezTo>
                  <a:cubicBezTo>
                    <a:pt x="4972" y="22426"/>
                    <a:pt x="2845" y="23272"/>
                    <a:pt x="1051" y="24605"/>
                  </a:cubicBezTo>
                  <a:cubicBezTo>
                    <a:pt x="846" y="24759"/>
                    <a:pt x="641" y="24912"/>
                    <a:pt x="436" y="25041"/>
                  </a:cubicBezTo>
                  <a:cubicBezTo>
                    <a:pt x="282" y="25066"/>
                    <a:pt x="154" y="25092"/>
                    <a:pt x="0" y="25092"/>
                  </a:cubicBezTo>
                  <a:lnTo>
                    <a:pt x="0" y="103"/>
                  </a:lnTo>
                  <a:cubicBezTo>
                    <a:pt x="487" y="0"/>
                    <a:pt x="897" y="180"/>
                    <a:pt x="1307" y="30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162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59" name="Google Shape;608;p22"/>
            <p:cNvSpPr/>
            <p:nvPr/>
          </p:nvSpPr>
          <p:spPr>
            <a:xfrm flipV="1">
              <a:off x="4421160" y="0"/>
              <a:ext cx="4717800" cy="5142960"/>
            </a:xfrm>
            <a:custGeom>
              <a:avLst/>
              <a:gdLst>
                <a:gd name="textAreaLeft" fmla="*/ 0 w 4717800"/>
                <a:gd name="textAreaRight" fmla="*/ 4718160 w 4717800"/>
                <a:gd name="textAreaTop" fmla="*/ 360 h 5142960"/>
                <a:gd name="textAreaBottom" fmla="*/ 5143680 h 5142960"/>
              </a:gdLst>
              <a:ahLst/>
              <a:cxnLst/>
              <a:rect l="textAreaLeft" t="textAreaTop" r="textAreaRight" b="textAreaBottom"/>
              <a:pathLst>
                <a:path w="146887" h="175950">
                  <a:moveTo>
                    <a:pt x="114772" y="175924"/>
                  </a:moveTo>
                  <a:cubicBezTo>
                    <a:pt x="114644" y="175822"/>
                    <a:pt x="114516" y="175719"/>
                    <a:pt x="114362" y="175642"/>
                  </a:cubicBezTo>
                  <a:cubicBezTo>
                    <a:pt x="110364" y="174310"/>
                    <a:pt x="106289" y="173079"/>
                    <a:pt x="102060" y="172310"/>
                  </a:cubicBezTo>
                  <a:cubicBezTo>
                    <a:pt x="98472" y="171695"/>
                    <a:pt x="94832" y="171439"/>
                    <a:pt x="91193" y="171516"/>
                  </a:cubicBezTo>
                  <a:cubicBezTo>
                    <a:pt x="88989" y="171567"/>
                    <a:pt x="86810" y="171593"/>
                    <a:pt x="84606" y="171644"/>
                  </a:cubicBezTo>
                  <a:cubicBezTo>
                    <a:pt x="78531" y="171772"/>
                    <a:pt x="72457" y="170849"/>
                    <a:pt x="66690" y="168978"/>
                  </a:cubicBezTo>
                  <a:cubicBezTo>
                    <a:pt x="59591" y="166697"/>
                    <a:pt x="53311" y="163391"/>
                    <a:pt x="47929" y="158932"/>
                  </a:cubicBezTo>
                  <a:cubicBezTo>
                    <a:pt x="46263" y="157573"/>
                    <a:pt x="44751" y="156035"/>
                    <a:pt x="43444" y="154318"/>
                  </a:cubicBezTo>
                  <a:cubicBezTo>
                    <a:pt x="42290" y="152883"/>
                    <a:pt x="41419" y="151217"/>
                    <a:pt x="40932" y="149423"/>
                  </a:cubicBezTo>
                  <a:cubicBezTo>
                    <a:pt x="40573" y="148039"/>
                    <a:pt x="40471" y="146629"/>
                    <a:pt x="40650" y="145219"/>
                  </a:cubicBezTo>
                  <a:cubicBezTo>
                    <a:pt x="40958" y="143041"/>
                    <a:pt x="41496" y="140914"/>
                    <a:pt x="42265" y="138889"/>
                  </a:cubicBezTo>
                  <a:cubicBezTo>
                    <a:pt x="43136" y="136454"/>
                    <a:pt x="44033" y="134019"/>
                    <a:pt x="44956" y="131610"/>
                  </a:cubicBezTo>
                  <a:cubicBezTo>
                    <a:pt x="45853" y="129201"/>
                    <a:pt x="46340" y="126689"/>
                    <a:pt x="46417" y="124126"/>
                  </a:cubicBezTo>
                  <a:cubicBezTo>
                    <a:pt x="46494" y="122024"/>
                    <a:pt x="46545" y="119923"/>
                    <a:pt x="46417" y="117821"/>
                  </a:cubicBezTo>
                  <a:cubicBezTo>
                    <a:pt x="46109" y="112772"/>
                    <a:pt x="45212" y="107800"/>
                    <a:pt x="43264" y="102981"/>
                  </a:cubicBezTo>
                  <a:cubicBezTo>
                    <a:pt x="42752" y="101725"/>
                    <a:pt x="42162" y="100495"/>
                    <a:pt x="41522" y="99316"/>
                  </a:cubicBezTo>
                  <a:cubicBezTo>
                    <a:pt x="40138" y="96804"/>
                    <a:pt x="38241" y="94600"/>
                    <a:pt x="36011" y="92806"/>
                  </a:cubicBezTo>
                  <a:cubicBezTo>
                    <a:pt x="35242" y="92191"/>
                    <a:pt x="34499" y="91576"/>
                    <a:pt x="33730" y="90961"/>
                  </a:cubicBezTo>
                  <a:cubicBezTo>
                    <a:pt x="30731" y="88757"/>
                    <a:pt x="28527" y="85655"/>
                    <a:pt x="27374" y="82118"/>
                  </a:cubicBezTo>
                  <a:cubicBezTo>
                    <a:pt x="26759" y="80196"/>
                    <a:pt x="26374" y="78197"/>
                    <a:pt x="26195" y="76198"/>
                  </a:cubicBezTo>
                  <a:cubicBezTo>
                    <a:pt x="25964" y="73686"/>
                    <a:pt x="25887" y="71174"/>
                    <a:pt x="25938" y="68688"/>
                  </a:cubicBezTo>
                  <a:cubicBezTo>
                    <a:pt x="25938" y="67048"/>
                    <a:pt x="25990" y="65433"/>
                    <a:pt x="25938" y="63793"/>
                  </a:cubicBezTo>
                  <a:cubicBezTo>
                    <a:pt x="25938" y="62383"/>
                    <a:pt x="25759" y="60974"/>
                    <a:pt x="25426" y="59590"/>
                  </a:cubicBezTo>
                  <a:cubicBezTo>
                    <a:pt x="24990" y="57873"/>
                    <a:pt x="24298" y="56232"/>
                    <a:pt x="23350" y="54746"/>
                  </a:cubicBezTo>
                  <a:cubicBezTo>
                    <a:pt x="22453" y="53310"/>
                    <a:pt x="21530" y="51901"/>
                    <a:pt x="20607" y="50517"/>
                  </a:cubicBezTo>
                  <a:cubicBezTo>
                    <a:pt x="18506" y="47492"/>
                    <a:pt x="16635" y="44289"/>
                    <a:pt x="15071" y="40957"/>
                  </a:cubicBezTo>
                  <a:cubicBezTo>
                    <a:pt x="13405" y="37317"/>
                    <a:pt x="12124" y="33550"/>
                    <a:pt x="11201" y="29680"/>
                  </a:cubicBezTo>
                  <a:cubicBezTo>
                    <a:pt x="10278" y="25938"/>
                    <a:pt x="9586" y="22144"/>
                    <a:pt x="8894" y="18377"/>
                  </a:cubicBezTo>
                  <a:cubicBezTo>
                    <a:pt x="8305" y="15327"/>
                    <a:pt x="7690" y="12251"/>
                    <a:pt x="6613" y="9278"/>
                  </a:cubicBezTo>
                  <a:cubicBezTo>
                    <a:pt x="6152" y="7945"/>
                    <a:pt x="5537" y="6664"/>
                    <a:pt x="4845" y="5434"/>
                  </a:cubicBezTo>
                  <a:cubicBezTo>
                    <a:pt x="3820" y="3639"/>
                    <a:pt x="2461" y="2050"/>
                    <a:pt x="872" y="743"/>
                  </a:cubicBezTo>
                  <a:cubicBezTo>
                    <a:pt x="565" y="513"/>
                    <a:pt x="283" y="256"/>
                    <a:pt x="1" y="0"/>
                  </a:cubicBezTo>
                  <a:lnTo>
                    <a:pt x="16635" y="0"/>
                  </a:lnTo>
                  <a:cubicBezTo>
                    <a:pt x="16865" y="1128"/>
                    <a:pt x="17173" y="2281"/>
                    <a:pt x="17378" y="3409"/>
                  </a:cubicBezTo>
                  <a:cubicBezTo>
                    <a:pt x="17532" y="4306"/>
                    <a:pt x="17660" y="5203"/>
                    <a:pt x="17711" y="6126"/>
                  </a:cubicBezTo>
                  <a:cubicBezTo>
                    <a:pt x="17839" y="7817"/>
                    <a:pt x="17916" y="9509"/>
                    <a:pt x="18019" y="11175"/>
                  </a:cubicBezTo>
                  <a:cubicBezTo>
                    <a:pt x="18198" y="14532"/>
                    <a:pt x="18326" y="17890"/>
                    <a:pt x="18711" y="21222"/>
                  </a:cubicBezTo>
                  <a:cubicBezTo>
                    <a:pt x="19198" y="25374"/>
                    <a:pt x="20018" y="29474"/>
                    <a:pt x="21633" y="33447"/>
                  </a:cubicBezTo>
                  <a:cubicBezTo>
                    <a:pt x="22555" y="35754"/>
                    <a:pt x="23760" y="37932"/>
                    <a:pt x="25246" y="39906"/>
                  </a:cubicBezTo>
                  <a:cubicBezTo>
                    <a:pt x="28220" y="43853"/>
                    <a:pt x="32295" y="46749"/>
                    <a:pt x="37498" y="48569"/>
                  </a:cubicBezTo>
                  <a:cubicBezTo>
                    <a:pt x="39394" y="49210"/>
                    <a:pt x="41342" y="49697"/>
                    <a:pt x="43316" y="50184"/>
                  </a:cubicBezTo>
                  <a:cubicBezTo>
                    <a:pt x="44469" y="50491"/>
                    <a:pt x="45648" y="50773"/>
                    <a:pt x="46776" y="51106"/>
                  </a:cubicBezTo>
                  <a:cubicBezTo>
                    <a:pt x="47468" y="51337"/>
                    <a:pt x="48160" y="51619"/>
                    <a:pt x="48801" y="51952"/>
                  </a:cubicBezTo>
                  <a:cubicBezTo>
                    <a:pt x="50005" y="52593"/>
                    <a:pt x="50595" y="53541"/>
                    <a:pt x="50595" y="54720"/>
                  </a:cubicBezTo>
                  <a:cubicBezTo>
                    <a:pt x="50620" y="55489"/>
                    <a:pt x="50466" y="56232"/>
                    <a:pt x="50159" y="56950"/>
                  </a:cubicBezTo>
                  <a:cubicBezTo>
                    <a:pt x="49749" y="57898"/>
                    <a:pt x="49287" y="58872"/>
                    <a:pt x="48826" y="59820"/>
                  </a:cubicBezTo>
                  <a:cubicBezTo>
                    <a:pt x="48237" y="61051"/>
                    <a:pt x="47596" y="62255"/>
                    <a:pt x="47032" y="63485"/>
                  </a:cubicBezTo>
                  <a:cubicBezTo>
                    <a:pt x="46366" y="64895"/>
                    <a:pt x="45930" y="66382"/>
                    <a:pt x="45699" y="67919"/>
                  </a:cubicBezTo>
                  <a:cubicBezTo>
                    <a:pt x="45417" y="70098"/>
                    <a:pt x="45853" y="72328"/>
                    <a:pt x="46981" y="74224"/>
                  </a:cubicBezTo>
                  <a:cubicBezTo>
                    <a:pt x="47237" y="74660"/>
                    <a:pt x="47519" y="75070"/>
                    <a:pt x="47801" y="75455"/>
                  </a:cubicBezTo>
                  <a:cubicBezTo>
                    <a:pt x="48160" y="75993"/>
                    <a:pt x="48519" y="76506"/>
                    <a:pt x="48929" y="76992"/>
                  </a:cubicBezTo>
                  <a:cubicBezTo>
                    <a:pt x="51825" y="80478"/>
                    <a:pt x="53491" y="84400"/>
                    <a:pt x="54439" y="88526"/>
                  </a:cubicBezTo>
                  <a:cubicBezTo>
                    <a:pt x="55157" y="91781"/>
                    <a:pt x="55695" y="95087"/>
                    <a:pt x="56079" y="98394"/>
                  </a:cubicBezTo>
                  <a:cubicBezTo>
                    <a:pt x="56438" y="101546"/>
                    <a:pt x="56720" y="104698"/>
                    <a:pt x="56925" y="107851"/>
                  </a:cubicBezTo>
                  <a:cubicBezTo>
                    <a:pt x="57182" y="111465"/>
                    <a:pt x="57182" y="115053"/>
                    <a:pt x="57207" y="118667"/>
                  </a:cubicBezTo>
                  <a:cubicBezTo>
                    <a:pt x="57207" y="120384"/>
                    <a:pt x="57258" y="122101"/>
                    <a:pt x="57335" y="123818"/>
                  </a:cubicBezTo>
                  <a:cubicBezTo>
                    <a:pt x="57438" y="127330"/>
                    <a:pt x="57258" y="130841"/>
                    <a:pt x="56797" y="134327"/>
                  </a:cubicBezTo>
                  <a:cubicBezTo>
                    <a:pt x="56541" y="136249"/>
                    <a:pt x="56438" y="138197"/>
                    <a:pt x="56490" y="140145"/>
                  </a:cubicBezTo>
                  <a:cubicBezTo>
                    <a:pt x="56541" y="141657"/>
                    <a:pt x="56771" y="143169"/>
                    <a:pt x="57233" y="144604"/>
                  </a:cubicBezTo>
                  <a:cubicBezTo>
                    <a:pt x="58130" y="147398"/>
                    <a:pt x="59898" y="149782"/>
                    <a:pt x="62487" y="151730"/>
                  </a:cubicBezTo>
                  <a:cubicBezTo>
                    <a:pt x="65563" y="154062"/>
                    <a:pt x="69202" y="155574"/>
                    <a:pt x="73252" y="156369"/>
                  </a:cubicBezTo>
                  <a:cubicBezTo>
                    <a:pt x="75892" y="156856"/>
                    <a:pt x="78557" y="157189"/>
                    <a:pt x="81248" y="157342"/>
                  </a:cubicBezTo>
                  <a:cubicBezTo>
                    <a:pt x="84426" y="157573"/>
                    <a:pt x="87604" y="157778"/>
                    <a:pt x="90757" y="158214"/>
                  </a:cubicBezTo>
                  <a:cubicBezTo>
                    <a:pt x="95088" y="158803"/>
                    <a:pt x="99369" y="159829"/>
                    <a:pt x="103521" y="161238"/>
                  </a:cubicBezTo>
                  <a:cubicBezTo>
                    <a:pt x="106494" y="162238"/>
                    <a:pt x="109441" y="163340"/>
                    <a:pt x="112389" y="164416"/>
                  </a:cubicBezTo>
                  <a:cubicBezTo>
                    <a:pt x="115669" y="165621"/>
                    <a:pt x="118976" y="166800"/>
                    <a:pt x="122410" y="167748"/>
                  </a:cubicBezTo>
                  <a:cubicBezTo>
                    <a:pt x="125460" y="168594"/>
                    <a:pt x="128587" y="169107"/>
                    <a:pt x="131740" y="169286"/>
                  </a:cubicBezTo>
                  <a:cubicBezTo>
                    <a:pt x="134918" y="169414"/>
                    <a:pt x="138121" y="169158"/>
                    <a:pt x="141223" y="168492"/>
                  </a:cubicBezTo>
                  <a:cubicBezTo>
                    <a:pt x="142760" y="168184"/>
                    <a:pt x="144273" y="167748"/>
                    <a:pt x="145785" y="167364"/>
                  </a:cubicBezTo>
                  <a:cubicBezTo>
                    <a:pt x="146144" y="167287"/>
                    <a:pt x="146528" y="167184"/>
                    <a:pt x="146887" y="167108"/>
                  </a:cubicBezTo>
                  <a:lnTo>
                    <a:pt x="146887" y="175950"/>
                  </a:ln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162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60" name="Google Shape;609;p22"/>
            <p:cNvSpPr/>
            <p:nvPr/>
          </p:nvSpPr>
          <p:spPr>
            <a:xfrm flipV="1">
              <a:off x="-3600" y="0"/>
              <a:ext cx="2357280" cy="2098440"/>
            </a:xfrm>
            <a:custGeom>
              <a:avLst/>
              <a:gdLst>
                <a:gd name="textAreaLeft" fmla="*/ 0 w 2357280"/>
                <a:gd name="textAreaRight" fmla="*/ 2357640 w 2357280"/>
                <a:gd name="textAreaTop" fmla="*/ -360 h 2098440"/>
                <a:gd name="textAreaBottom" fmla="*/ 2098440 h 2098440"/>
              </a:gdLst>
              <a:ahLst/>
              <a:cxnLst/>
              <a:rect l="textAreaLeft" t="textAreaTop" r="textAreaRight" b="textAreaBottom"/>
              <a:pathLst>
                <a:path w="73405" h="71791">
                  <a:moveTo>
                    <a:pt x="15327" y="20582"/>
                  </a:moveTo>
                  <a:cubicBezTo>
                    <a:pt x="18941" y="17865"/>
                    <a:pt x="22580" y="15148"/>
                    <a:pt x="26220" y="12457"/>
                  </a:cubicBezTo>
                  <a:cubicBezTo>
                    <a:pt x="28629" y="10688"/>
                    <a:pt x="31141" y="8997"/>
                    <a:pt x="33755" y="7433"/>
                  </a:cubicBezTo>
                  <a:cubicBezTo>
                    <a:pt x="37907" y="4896"/>
                    <a:pt x="42392" y="2922"/>
                    <a:pt x="47057" y="1590"/>
                  </a:cubicBezTo>
                  <a:cubicBezTo>
                    <a:pt x="50645" y="539"/>
                    <a:pt x="54361" y="1"/>
                    <a:pt x="58103" y="1"/>
                  </a:cubicBezTo>
                  <a:cubicBezTo>
                    <a:pt x="59898" y="1"/>
                    <a:pt x="61640" y="257"/>
                    <a:pt x="63358" y="744"/>
                  </a:cubicBezTo>
                  <a:cubicBezTo>
                    <a:pt x="66408" y="1615"/>
                    <a:pt x="68689" y="3230"/>
                    <a:pt x="70201" y="5562"/>
                  </a:cubicBezTo>
                  <a:cubicBezTo>
                    <a:pt x="71277" y="7305"/>
                    <a:pt x="72021" y="9253"/>
                    <a:pt x="72405" y="11278"/>
                  </a:cubicBezTo>
                  <a:cubicBezTo>
                    <a:pt x="72995" y="14148"/>
                    <a:pt x="73276" y="17096"/>
                    <a:pt x="73302" y="20069"/>
                  </a:cubicBezTo>
                  <a:cubicBezTo>
                    <a:pt x="73405" y="24862"/>
                    <a:pt x="73276" y="29629"/>
                    <a:pt x="72918" y="34422"/>
                  </a:cubicBezTo>
                  <a:cubicBezTo>
                    <a:pt x="72764" y="36780"/>
                    <a:pt x="72610" y="39112"/>
                    <a:pt x="72405" y="41470"/>
                  </a:cubicBezTo>
                  <a:cubicBezTo>
                    <a:pt x="71867" y="47032"/>
                    <a:pt x="71124" y="52542"/>
                    <a:pt x="69688" y="58027"/>
                  </a:cubicBezTo>
                  <a:cubicBezTo>
                    <a:pt x="68561" y="62102"/>
                    <a:pt x="67074" y="66100"/>
                    <a:pt x="65254" y="69945"/>
                  </a:cubicBezTo>
                  <a:cubicBezTo>
                    <a:pt x="64972" y="70560"/>
                    <a:pt x="64716" y="71175"/>
                    <a:pt x="64434" y="71790"/>
                  </a:cubicBezTo>
                  <a:lnTo>
                    <a:pt x="50107" y="71790"/>
                  </a:lnTo>
                  <a:lnTo>
                    <a:pt x="52029" y="66100"/>
                  </a:lnTo>
                  <a:cubicBezTo>
                    <a:pt x="53541" y="61589"/>
                    <a:pt x="54977" y="57053"/>
                    <a:pt x="56104" y="52440"/>
                  </a:cubicBezTo>
                  <a:cubicBezTo>
                    <a:pt x="57155" y="48390"/>
                    <a:pt x="57847" y="44264"/>
                    <a:pt x="58206" y="40086"/>
                  </a:cubicBezTo>
                  <a:cubicBezTo>
                    <a:pt x="58488" y="37190"/>
                    <a:pt x="58411" y="34268"/>
                    <a:pt x="58027" y="31372"/>
                  </a:cubicBezTo>
                  <a:cubicBezTo>
                    <a:pt x="57822" y="29578"/>
                    <a:pt x="57309" y="27835"/>
                    <a:pt x="56514" y="26194"/>
                  </a:cubicBezTo>
                  <a:cubicBezTo>
                    <a:pt x="56130" y="25426"/>
                    <a:pt x="55669" y="24708"/>
                    <a:pt x="55105" y="24042"/>
                  </a:cubicBezTo>
                  <a:cubicBezTo>
                    <a:pt x="53721" y="22478"/>
                    <a:pt x="51850" y="21555"/>
                    <a:pt x="49543" y="21222"/>
                  </a:cubicBezTo>
                  <a:cubicBezTo>
                    <a:pt x="47467" y="20992"/>
                    <a:pt x="45365" y="21094"/>
                    <a:pt x="43341" y="21530"/>
                  </a:cubicBezTo>
                  <a:cubicBezTo>
                    <a:pt x="40803" y="22017"/>
                    <a:pt x="38317" y="22709"/>
                    <a:pt x="35908" y="23580"/>
                  </a:cubicBezTo>
                  <a:cubicBezTo>
                    <a:pt x="31371" y="25169"/>
                    <a:pt x="27014" y="27092"/>
                    <a:pt x="22708" y="29039"/>
                  </a:cubicBezTo>
                  <a:cubicBezTo>
                    <a:pt x="15352" y="32397"/>
                    <a:pt x="8202" y="36216"/>
                    <a:pt x="1333" y="40445"/>
                  </a:cubicBezTo>
                  <a:cubicBezTo>
                    <a:pt x="897" y="40701"/>
                    <a:pt x="436" y="40906"/>
                    <a:pt x="0" y="41137"/>
                  </a:cubicBezTo>
                  <a:lnTo>
                    <a:pt x="0" y="31013"/>
                  </a:lnTo>
                  <a:cubicBezTo>
                    <a:pt x="538" y="30987"/>
                    <a:pt x="871" y="30654"/>
                    <a:pt x="1256" y="30423"/>
                  </a:cubicBezTo>
                  <a:cubicBezTo>
                    <a:pt x="6126" y="27322"/>
                    <a:pt x="10790" y="24016"/>
                    <a:pt x="15327" y="20582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162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61" name="Google Shape;610;p22"/>
            <p:cNvSpPr/>
            <p:nvPr/>
          </p:nvSpPr>
          <p:spPr>
            <a:xfrm flipV="1">
              <a:off x="-3600" y="-720"/>
              <a:ext cx="5529240" cy="4444200"/>
            </a:xfrm>
            <a:custGeom>
              <a:avLst/>
              <a:gdLst>
                <a:gd name="textAreaLeft" fmla="*/ 0 w 5529240"/>
                <a:gd name="textAreaRight" fmla="*/ 5529600 w 5529240"/>
                <a:gd name="textAreaTop" fmla="*/ -360 h 4444200"/>
                <a:gd name="textAreaBottom" fmla="*/ 4444200 h 4444200"/>
              </a:gdLst>
              <a:ahLst/>
              <a:cxnLst/>
              <a:rect l="textAreaLeft" t="textAreaTop" r="textAreaRight" b="textAreaBottom"/>
              <a:pathLst>
                <a:path w="172158" h="152038">
                  <a:moveTo>
                    <a:pt x="21427" y="15661"/>
                  </a:moveTo>
                  <a:cubicBezTo>
                    <a:pt x="24938" y="18070"/>
                    <a:pt x="28424" y="20479"/>
                    <a:pt x="31961" y="22837"/>
                  </a:cubicBezTo>
                  <a:cubicBezTo>
                    <a:pt x="35959" y="25580"/>
                    <a:pt x="40162" y="27989"/>
                    <a:pt x="44545" y="30090"/>
                  </a:cubicBezTo>
                  <a:cubicBezTo>
                    <a:pt x="48928" y="32218"/>
                    <a:pt x="53593" y="33807"/>
                    <a:pt x="58360" y="34806"/>
                  </a:cubicBezTo>
                  <a:cubicBezTo>
                    <a:pt x="61564" y="35447"/>
                    <a:pt x="64767" y="35806"/>
                    <a:pt x="68074" y="35524"/>
                  </a:cubicBezTo>
                  <a:cubicBezTo>
                    <a:pt x="71072" y="35268"/>
                    <a:pt x="73994" y="34396"/>
                    <a:pt x="76660" y="32961"/>
                  </a:cubicBezTo>
                  <a:cubicBezTo>
                    <a:pt x="78274" y="32038"/>
                    <a:pt x="79761" y="30911"/>
                    <a:pt x="81119" y="29629"/>
                  </a:cubicBezTo>
                  <a:cubicBezTo>
                    <a:pt x="82606" y="28194"/>
                    <a:pt x="83964" y="26656"/>
                    <a:pt x="85143" y="24964"/>
                  </a:cubicBezTo>
                  <a:cubicBezTo>
                    <a:pt x="86399" y="23196"/>
                    <a:pt x="87629" y="21376"/>
                    <a:pt x="88757" y="19531"/>
                  </a:cubicBezTo>
                  <a:cubicBezTo>
                    <a:pt x="90090" y="17378"/>
                    <a:pt x="91320" y="15199"/>
                    <a:pt x="92627" y="13046"/>
                  </a:cubicBezTo>
                  <a:cubicBezTo>
                    <a:pt x="94062" y="10612"/>
                    <a:pt x="95728" y="8382"/>
                    <a:pt x="97651" y="6331"/>
                  </a:cubicBezTo>
                  <a:cubicBezTo>
                    <a:pt x="98983" y="4947"/>
                    <a:pt x="100444" y="3743"/>
                    <a:pt x="102033" y="2692"/>
                  </a:cubicBezTo>
                  <a:cubicBezTo>
                    <a:pt x="103366" y="1795"/>
                    <a:pt x="104827" y="1077"/>
                    <a:pt x="106365" y="616"/>
                  </a:cubicBezTo>
                  <a:cubicBezTo>
                    <a:pt x="107749" y="180"/>
                    <a:pt x="109159" y="1"/>
                    <a:pt x="110620" y="52"/>
                  </a:cubicBezTo>
                  <a:cubicBezTo>
                    <a:pt x="112619" y="129"/>
                    <a:pt x="114567" y="744"/>
                    <a:pt x="116233" y="1872"/>
                  </a:cubicBezTo>
                  <a:cubicBezTo>
                    <a:pt x="117437" y="2666"/>
                    <a:pt x="118514" y="3666"/>
                    <a:pt x="119436" y="4768"/>
                  </a:cubicBezTo>
                  <a:cubicBezTo>
                    <a:pt x="120538" y="6101"/>
                    <a:pt x="121487" y="7536"/>
                    <a:pt x="122281" y="9048"/>
                  </a:cubicBezTo>
                  <a:cubicBezTo>
                    <a:pt x="123358" y="11073"/>
                    <a:pt x="124280" y="13175"/>
                    <a:pt x="125024" y="15328"/>
                  </a:cubicBezTo>
                  <a:cubicBezTo>
                    <a:pt x="127228" y="21222"/>
                    <a:pt x="128817" y="27245"/>
                    <a:pt x="130252" y="33320"/>
                  </a:cubicBezTo>
                  <a:cubicBezTo>
                    <a:pt x="131713" y="39445"/>
                    <a:pt x="132995" y="45622"/>
                    <a:pt x="133994" y="51825"/>
                  </a:cubicBezTo>
                  <a:cubicBezTo>
                    <a:pt x="134609" y="55720"/>
                    <a:pt x="135096" y="59616"/>
                    <a:pt x="135481" y="63512"/>
                  </a:cubicBezTo>
                  <a:cubicBezTo>
                    <a:pt x="135788" y="66716"/>
                    <a:pt x="136070" y="69945"/>
                    <a:pt x="136429" y="73149"/>
                  </a:cubicBezTo>
                  <a:cubicBezTo>
                    <a:pt x="136737" y="75789"/>
                    <a:pt x="137326" y="78403"/>
                    <a:pt x="138198" y="80889"/>
                  </a:cubicBezTo>
                  <a:cubicBezTo>
                    <a:pt x="139658" y="85195"/>
                    <a:pt x="142196" y="89065"/>
                    <a:pt x="145553" y="92141"/>
                  </a:cubicBezTo>
                  <a:cubicBezTo>
                    <a:pt x="146117" y="92653"/>
                    <a:pt x="146707" y="93217"/>
                    <a:pt x="147245" y="93781"/>
                  </a:cubicBezTo>
                  <a:cubicBezTo>
                    <a:pt x="147834" y="94422"/>
                    <a:pt x="148450" y="95062"/>
                    <a:pt x="148988" y="95729"/>
                  </a:cubicBezTo>
                  <a:cubicBezTo>
                    <a:pt x="151166" y="98446"/>
                    <a:pt x="151935" y="101419"/>
                    <a:pt x="151269" y="104622"/>
                  </a:cubicBezTo>
                  <a:cubicBezTo>
                    <a:pt x="151038" y="105724"/>
                    <a:pt x="150705" y="106827"/>
                    <a:pt x="150423" y="107929"/>
                  </a:cubicBezTo>
                  <a:cubicBezTo>
                    <a:pt x="149962" y="109518"/>
                    <a:pt x="149449" y="111132"/>
                    <a:pt x="149065" y="112773"/>
                  </a:cubicBezTo>
                  <a:cubicBezTo>
                    <a:pt x="148398" y="115515"/>
                    <a:pt x="148347" y="118386"/>
                    <a:pt x="148885" y="121179"/>
                  </a:cubicBezTo>
                  <a:cubicBezTo>
                    <a:pt x="149449" y="123999"/>
                    <a:pt x="150423" y="126715"/>
                    <a:pt x="151781" y="129253"/>
                  </a:cubicBezTo>
                  <a:cubicBezTo>
                    <a:pt x="153858" y="133225"/>
                    <a:pt x="156600" y="136865"/>
                    <a:pt x="159701" y="140325"/>
                  </a:cubicBezTo>
                  <a:cubicBezTo>
                    <a:pt x="163264" y="144221"/>
                    <a:pt x="167134" y="147860"/>
                    <a:pt x="171235" y="151218"/>
                  </a:cubicBezTo>
                  <a:cubicBezTo>
                    <a:pt x="171568" y="151474"/>
                    <a:pt x="171850" y="151756"/>
                    <a:pt x="172157" y="152038"/>
                  </a:cubicBezTo>
                  <a:lnTo>
                    <a:pt x="166006" y="152038"/>
                  </a:lnTo>
                  <a:cubicBezTo>
                    <a:pt x="165724" y="151782"/>
                    <a:pt x="165494" y="151500"/>
                    <a:pt x="165212" y="151243"/>
                  </a:cubicBezTo>
                  <a:cubicBezTo>
                    <a:pt x="161111" y="147732"/>
                    <a:pt x="157292" y="143913"/>
                    <a:pt x="153781" y="139812"/>
                  </a:cubicBezTo>
                  <a:cubicBezTo>
                    <a:pt x="151038" y="136609"/>
                    <a:pt x="148706" y="133123"/>
                    <a:pt x="146784" y="129381"/>
                  </a:cubicBezTo>
                  <a:cubicBezTo>
                    <a:pt x="145092" y="126049"/>
                    <a:pt x="143990" y="122461"/>
                    <a:pt x="143529" y="118744"/>
                  </a:cubicBezTo>
                  <a:cubicBezTo>
                    <a:pt x="143195" y="115900"/>
                    <a:pt x="143324" y="113055"/>
                    <a:pt x="143580" y="110210"/>
                  </a:cubicBezTo>
                  <a:cubicBezTo>
                    <a:pt x="143708" y="108723"/>
                    <a:pt x="143836" y="107211"/>
                    <a:pt x="143862" y="105724"/>
                  </a:cubicBezTo>
                  <a:cubicBezTo>
                    <a:pt x="143939" y="102956"/>
                    <a:pt x="142939" y="100265"/>
                    <a:pt x="141119" y="98189"/>
                  </a:cubicBezTo>
                  <a:cubicBezTo>
                    <a:pt x="140786" y="97805"/>
                    <a:pt x="140479" y="97420"/>
                    <a:pt x="140145" y="97036"/>
                  </a:cubicBezTo>
                  <a:cubicBezTo>
                    <a:pt x="139530" y="96344"/>
                    <a:pt x="138941" y="95678"/>
                    <a:pt x="138351" y="94986"/>
                  </a:cubicBezTo>
                  <a:cubicBezTo>
                    <a:pt x="136660" y="93038"/>
                    <a:pt x="135327" y="90833"/>
                    <a:pt x="134327" y="88475"/>
                  </a:cubicBezTo>
                  <a:cubicBezTo>
                    <a:pt x="133123" y="85477"/>
                    <a:pt x="132277" y="82324"/>
                    <a:pt x="131867" y="79121"/>
                  </a:cubicBezTo>
                  <a:cubicBezTo>
                    <a:pt x="131508" y="76506"/>
                    <a:pt x="131303" y="73866"/>
                    <a:pt x="131252" y="71252"/>
                  </a:cubicBezTo>
                  <a:cubicBezTo>
                    <a:pt x="131098" y="67126"/>
                    <a:pt x="130919" y="63025"/>
                    <a:pt x="130483" y="58950"/>
                  </a:cubicBezTo>
                  <a:cubicBezTo>
                    <a:pt x="130278" y="56797"/>
                    <a:pt x="130047" y="54644"/>
                    <a:pt x="129714" y="52491"/>
                  </a:cubicBezTo>
                  <a:cubicBezTo>
                    <a:pt x="129201" y="49364"/>
                    <a:pt x="128637" y="46237"/>
                    <a:pt x="128022" y="43110"/>
                  </a:cubicBezTo>
                  <a:cubicBezTo>
                    <a:pt x="126843" y="37190"/>
                    <a:pt x="125306" y="31321"/>
                    <a:pt x="123435" y="25580"/>
                  </a:cubicBezTo>
                  <a:cubicBezTo>
                    <a:pt x="122409" y="22350"/>
                    <a:pt x="121102" y="19198"/>
                    <a:pt x="119590" y="16148"/>
                  </a:cubicBezTo>
                  <a:cubicBezTo>
                    <a:pt x="118744" y="14507"/>
                    <a:pt x="117745" y="12944"/>
                    <a:pt x="116591" y="11534"/>
                  </a:cubicBezTo>
                  <a:cubicBezTo>
                    <a:pt x="115720" y="10483"/>
                    <a:pt x="114746" y="9561"/>
                    <a:pt x="113618" y="8817"/>
                  </a:cubicBezTo>
                  <a:cubicBezTo>
                    <a:pt x="112516" y="8074"/>
                    <a:pt x="111312" y="7536"/>
                    <a:pt x="110004" y="7280"/>
                  </a:cubicBezTo>
                  <a:cubicBezTo>
                    <a:pt x="108108" y="6895"/>
                    <a:pt x="106134" y="7075"/>
                    <a:pt x="104340" y="7741"/>
                  </a:cubicBezTo>
                  <a:cubicBezTo>
                    <a:pt x="102905" y="8279"/>
                    <a:pt x="101572" y="8997"/>
                    <a:pt x="100342" y="9894"/>
                  </a:cubicBezTo>
                  <a:cubicBezTo>
                    <a:pt x="99060" y="10842"/>
                    <a:pt x="97881" y="11893"/>
                    <a:pt x="96831" y="13072"/>
                  </a:cubicBezTo>
                  <a:cubicBezTo>
                    <a:pt x="95472" y="14559"/>
                    <a:pt x="94242" y="16148"/>
                    <a:pt x="93114" y="17814"/>
                  </a:cubicBezTo>
                  <a:cubicBezTo>
                    <a:pt x="91781" y="19736"/>
                    <a:pt x="90449" y="21684"/>
                    <a:pt x="89116" y="23606"/>
                  </a:cubicBezTo>
                  <a:cubicBezTo>
                    <a:pt x="87578" y="25810"/>
                    <a:pt x="85861" y="27886"/>
                    <a:pt x="84015" y="29834"/>
                  </a:cubicBezTo>
                  <a:cubicBezTo>
                    <a:pt x="82657" y="31269"/>
                    <a:pt x="81145" y="32551"/>
                    <a:pt x="79505" y="33679"/>
                  </a:cubicBezTo>
                  <a:cubicBezTo>
                    <a:pt x="75916" y="36088"/>
                    <a:pt x="71764" y="37292"/>
                    <a:pt x="67125" y="37395"/>
                  </a:cubicBezTo>
                  <a:cubicBezTo>
                    <a:pt x="63665" y="37421"/>
                    <a:pt x="60179" y="36985"/>
                    <a:pt x="56822" y="36139"/>
                  </a:cubicBezTo>
                  <a:cubicBezTo>
                    <a:pt x="51260" y="34781"/>
                    <a:pt x="45878" y="32756"/>
                    <a:pt x="40803" y="30142"/>
                  </a:cubicBezTo>
                  <a:cubicBezTo>
                    <a:pt x="36907" y="28117"/>
                    <a:pt x="33140" y="25887"/>
                    <a:pt x="29500" y="23478"/>
                  </a:cubicBezTo>
                  <a:cubicBezTo>
                    <a:pt x="26015" y="21171"/>
                    <a:pt x="22554" y="18813"/>
                    <a:pt x="19043" y="16532"/>
                  </a:cubicBezTo>
                  <a:cubicBezTo>
                    <a:pt x="13302" y="12765"/>
                    <a:pt x="7381" y="9304"/>
                    <a:pt x="1307" y="6152"/>
                  </a:cubicBezTo>
                  <a:cubicBezTo>
                    <a:pt x="897" y="5947"/>
                    <a:pt x="436" y="5793"/>
                    <a:pt x="0" y="5588"/>
                  </a:cubicBezTo>
                  <a:lnTo>
                    <a:pt x="0" y="2974"/>
                  </a:lnTo>
                  <a:cubicBezTo>
                    <a:pt x="436" y="3153"/>
                    <a:pt x="897" y="3333"/>
                    <a:pt x="1307" y="3538"/>
                  </a:cubicBezTo>
                  <a:cubicBezTo>
                    <a:pt x="8227" y="7203"/>
                    <a:pt x="14942" y="11252"/>
                    <a:pt x="21427" y="15661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162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62" name="Google Shape;611;p22"/>
            <p:cNvSpPr/>
            <p:nvPr/>
          </p:nvSpPr>
          <p:spPr>
            <a:xfrm flipV="1">
              <a:off x="7566480" y="1751040"/>
              <a:ext cx="1572120" cy="3028680"/>
            </a:xfrm>
            <a:custGeom>
              <a:avLst/>
              <a:gdLst>
                <a:gd name="textAreaLeft" fmla="*/ 0 w 1572120"/>
                <a:gd name="textAreaRight" fmla="*/ 1572480 w 1572120"/>
                <a:gd name="textAreaTop" fmla="*/ -360 h 3028680"/>
                <a:gd name="textAreaBottom" fmla="*/ 3028680 h 3028680"/>
              </a:gdLst>
              <a:ahLst/>
              <a:cxnLst/>
              <a:rect l="textAreaLeft" t="textAreaTop" r="textAreaRight" b="textAreaBottom"/>
              <a:pathLst>
                <a:path w="48954" h="103623">
                  <a:moveTo>
                    <a:pt x="30962" y="101188"/>
                  </a:moveTo>
                  <a:cubicBezTo>
                    <a:pt x="28040" y="100265"/>
                    <a:pt x="25220" y="99035"/>
                    <a:pt x="22529" y="97523"/>
                  </a:cubicBezTo>
                  <a:cubicBezTo>
                    <a:pt x="18223" y="95114"/>
                    <a:pt x="14302" y="92064"/>
                    <a:pt x="10944" y="88450"/>
                  </a:cubicBezTo>
                  <a:cubicBezTo>
                    <a:pt x="6049" y="83196"/>
                    <a:pt x="2794" y="77327"/>
                    <a:pt x="1179" y="70817"/>
                  </a:cubicBezTo>
                  <a:cubicBezTo>
                    <a:pt x="0" y="66024"/>
                    <a:pt x="180" y="61205"/>
                    <a:pt x="1282" y="56438"/>
                  </a:cubicBezTo>
                  <a:cubicBezTo>
                    <a:pt x="1846" y="54055"/>
                    <a:pt x="2538" y="51671"/>
                    <a:pt x="3230" y="49287"/>
                  </a:cubicBezTo>
                  <a:cubicBezTo>
                    <a:pt x="4434" y="45135"/>
                    <a:pt x="6075" y="41137"/>
                    <a:pt x="8125" y="37318"/>
                  </a:cubicBezTo>
                  <a:cubicBezTo>
                    <a:pt x="11073" y="31833"/>
                    <a:pt x="14968" y="26861"/>
                    <a:pt x="19479" y="22196"/>
                  </a:cubicBezTo>
                  <a:cubicBezTo>
                    <a:pt x="24631" y="16917"/>
                    <a:pt x="30141" y="12021"/>
                    <a:pt x="35985" y="7562"/>
                  </a:cubicBezTo>
                  <a:cubicBezTo>
                    <a:pt x="39958" y="4486"/>
                    <a:pt x="44315" y="1949"/>
                    <a:pt x="48954" y="1"/>
                  </a:cubicBezTo>
                  <a:lnTo>
                    <a:pt x="48954" y="3948"/>
                  </a:lnTo>
                  <a:cubicBezTo>
                    <a:pt x="48749" y="4025"/>
                    <a:pt x="48544" y="4076"/>
                    <a:pt x="48339" y="4179"/>
                  </a:cubicBezTo>
                  <a:cubicBezTo>
                    <a:pt x="45853" y="5383"/>
                    <a:pt x="43495" y="6793"/>
                    <a:pt x="41239" y="8433"/>
                  </a:cubicBezTo>
                  <a:cubicBezTo>
                    <a:pt x="33986" y="13687"/>
                    <a:pt x="27348" y="19428"/>
                    <a:pt x="21581" y="25836"/>
                  </a:cubicBezTo>
                  <a:cubicBezTo>
                    <a:pt x="17275" y="30654"/>
                    <a:pt x="13841" y="35883"/>
                    <a:pt x="11534" y="41573"/>
                  </a:cubicBezTo>
                  <a:cubicBezTo>
                    <a:pt x="10355" y="44443"/>
                    <a:pt x="9458" y="47442"/>
                    <a:pt x="8920" y="50492"/>
                  </a:cubicBezTo>
                  <a:cubicBezTo>
                    <a:pt x="8535" y="52645"/>
                    <a:pt x="8151" y="54772"/>
                    <a:pt x="7920" y="56925"/>
                  </a:cubicBezTo>
                  <a:cubicBezTo>
                    <a:pt x="7074" y="64614"/>
                    <a:pt x="9612" y="71432"/>
                    <a:pt x="15763" y="77275"/>
                  </a:cubicBezTo>
                  <a:cubicBezTo>
                    <a:pt x="19838" y="81145"/>
                    <a:pt x="24708" y="84119"/>
                    <a:pt x="30039" y="85964"/>
                  </a:cubicBezTo>
                  <a:cubicBezTo>
                    <a:pt x="34165" y="87399"/>
                    <a:pt x="38522" y="88091"/>
                    <a:pt x="42905" y="87989"/>
                  </a:cubicBezTo>
                  <a:cubicBezTo>
                    <a:pt x="44930" y="87963"/>
                    <a:pt x="46980" y="87707"/>
                    <a:pt x="48954" y="87194"/>
                  </a:cubicBezTo>
                  <a:lnTo>
                    <a:pt x="48954" y="102623"/>
                  </a:lnTo>
                  <a:cubicBezTo>
                    <a:pt x="48851" y="102623"/>
                    <a:pt x="48723" y="102623"/>
                    <a:pt x="48621" y="102649"/>
                  </a:cubicBezTo>
                  <a:cubicBezTo>
                    <a:pt x="42546" y="103623"/>
                    <a:pt x="36677" y="103008"/>
                    <a:pt x="30962" y="10118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162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63" name="Google Shape;612;p22"/>
            <p:cNvSpPr/>
            <p:nvPr/>
          </p:nvSpPr>
          <p:spPr>
            <a:xfrm flipV="1">
              <a:off x="5064840" y="299520"/>
              <a:ext cx="4073760" cy="4843440"/>
            </a:xfrm>
            <a:custGeom>
              <a:avLst/>
              <a:gdLst>
                <a:gd name="textAreaLeft" fmla="*/ 0 w 4073760"/>
                <a:gd name="textAreaRight" fmla="*/ 4074120 w 4073760"/>
                <a:gd name="textAreaTop" fmla="*/ 360 h 4843440"/>
                <a:gd name="textAreaBottom" fmla="*/ 4844160 h 4843440"/>
              </a:gdLst>
              <a:ahLst/>
              <a:cxnLst/>
              <a:rect l="textAreaLeft" t="textAreaTop" r="textAreaRight" b="textAreaBottom"/>
              <a:pathLst>
                <a:path w="126844" h="165698">
                  <a:moveTo>
                    <a:pt x="114055" y="165595"/>
                  </a:moveTo>
                  <a:cubicBezTo>
                    <a:pt x="110184" y="165698"/>
                    <a:pt x="106340" y="165288"/>
                    <a:pt x="102598" y="164365"/>
                  </a:cubicBezTo>
                  <a:cubicBezTo>
                    <a:pt x="99573" y="163571"/>
                    <a:pt x="96600" y="162648"/>
                    <a:pt x="93679" y="161546"/>
                  </a:cubicBezTo>
                  <a:cubicBezTo>
                    <a:pt x="90321" y="160316"/>
                    <a:pt x="86963" y="159034"/>
                    <a:pt x="83580" y="157829"/>
                  </a:cubicBezTo>
                  <a:cubicBezTo>
                    <a:pt x="78019" y="155830"/>
                    <a:pt x="72252" y="154446"/>
                    <a:pt x="66383" y="153703"/>
                  </a:cubicBezTo>
                  <a:cubicBezTo>
                    <a:pt x="63640" y="153344"/>
                    <a:pt x="60898" y="153011"/>
                    <a:pt x="58181" y="152627"/>
                  </a:cubicBezTo>
                  <a:cubicBezTo>
                    <a:pt x="56054" y="152345"/>
                    <a:pt x="53978" y="151858"/>
                    <a:pt x="51953" y="151140"/>
                  </a:cubicBezTo>
                  <a:cubicBezTo>
                    <a:pt x="46904" y="149269"/>
                    <a:pt x="43597" y="146142"/>
                    <a:pt x="42085" y="141734"/>
                  </a:cubicBezTo>
                  <a:cubicBezTo>
                    <a:pt x="41624" y="140401"/>
                    <a:pt x="41342" y="138991"/>
                    <a:pt x="41214" y="137582"/>
                  </a:cubicBezTo>
                  <a:cubicBezTo>
                    <a:pt x="40983" y="135506"/>
                    <a:pt x="41034" y="133455"/>
                    <a:pt x="41009" y="131379"/>
                  </a:cubicBezTo>
                  <a:cubicBezTo>
                    <a:pt x="40983" y="129508"/>
                    <a:pt x="40932" y="127612"/>
                    <a:pt x="40829" y="125741"/>
                  </a:cubicBezTo>
                  <a:cubicBezTo>
                    <a:pt x="40676" y="122460"/>
                    <a:pt x="40470" y="119179"/>
                    <a:pt x="40317" y="115899"/>
                  </a:cubicBezTo>
                  <a:cubicBezTo>
                    <a:pt x="40137" y="112362"/>
                    <a:pt x="40009" y="108825"/>
                    <a:pt x="39778" y="105288"/>
                  </a:cubicBezTo>
                  <a:cubicBezTo>
                    <a:pt x="39573" y="102033"/>
                    <a:pt x="39266" y="98778"/>
                    <a:pt x="38984" y="95523"/>
                  </a:cubicBezTo>
                  <a:cubicBezTo>
                    <a:pt x="38651" y="91499"/>
                    <a:pt x="38241" y="87475"/>
                    <a:pt x="37600" y="83477"/>
                  </a:cubicBezTo>
                  <a:cubicBezTo>
                    <a:pt x="37087" y="80017"/>
                    <a:pt x="36062" y="76634"/>
                    <a:pt x="34499" y="73507"/>
                  </a:cubicBezTo>
                  <a:cubicBezTo>
                    <a:pt x="34063" y="72635"/>
                    <a:pt x="33678" y="71738"/>
                    <a:pt x="33320" y="70841"/>
                  </a:cubicBezTo>
                  <a:cubicBezTo>
                    <a:pt x="32628" y="69124"/>
                    <a:pt x="32448" y="67202"/>
                    <a:pt x="32833" y="65382"/>
                  </a:cubicBezTo>
                  <a:cubicBezTo>
                    <a:pt x="33063" y="64177"/>
                    <a:pt x="33473" y="63024"/>
                    <a:pt x="34037" y="61973"/>
                  </a:cubicBezTo>
                  <a:cubicBezTo>
                    <a:pt x="34781" y="60589"/>
                    <a:pt x="35575" y="59231"/>
                    <a:pt x="36370" y="57898"/>
                  </a:cubicBezTo>
                  <a:cubicBezTo>
                    <a:pt x="37010" y="56822"/>
                    <a:pt x="37677" y="55771"/>
                    <a:pt x="38292" y="54694"/>
                  </a:cubicBezTo>
                  <a:cubicBezTo>
                    <a:pt x="38830" y="53797"/>
                    <a:pt x="39240" y="52849"/>
                    <a:pt x="39497" y="51849"/>
                  </a:cubicBezTo>
                  <a:cubicBezTo>
                    <a:pt x="39702" y="51183"/>
                    <a:pt x="39753" y="50491"/>
                    <a:pt x="39676" y="49799"/>
                  </a:cubicBezTo>
                  <a:cubicBezTo>
                    <a:pt x="39497" y="48646"/>
                    <a:pt x="38753" y="47851"/>
                    <a:pt x="37446" y="47415"/>
                  </a:cubicBezTo>
                  <a:cubicBezTo>
                    <a:pt x="36652" y="47134"/>
                    <a:pt x="35831" y="47005"/>
                    <a:pt x="34986" y="46980"/>
                  </a:cubicBezTo>
                  <a:cubicBezTo>
                    <a:pt x="33909" y="46929"/>
                    <a:pt x="32807" y="46929"/>
                    <a:pt x="31705" y="46929"/>
                  </a:cubicBezTo>
                  <a:cubicBezTo>
                    <a:pt x="30193" y="46929"/>
                    <a:pt x="28655" y="46954"/>
                    <a:pt x="27143" y="46954"/>
                  </a:cubicBezTo>
                  <a:cubicBezTo>
                    <a:pt x="25092" y="46954"/>
                    <a:pt x="23068" y="46775"/>
                    <a:pt x="21068" y="46416"/>
                  </a:cubicBezTo>
                  <a:cubicBezTo>
                    <a:pt x="15763" y="45442"/>
                    <a:pt x="11457" y="43238"/>
                    <a:pt x="8202" y="39650"/>
                  </a:cubicBezTo>
                  <a:cubicBezTo>
                    <a:pt x="7151" y="38496"/>
                    <a:pt x="6229" y="37215"/>
                    <a:pt x="5460" y="35882"/>
                  </a:cubicBezTo>
                  <a:cubicBezTo>
                    <a:pt x="4178" y="33703"/>
                    <a:pt x="3179" y="31345"/>
                    <a:pt x="2512" y="28911"/>
                  </a:cubicBezTo>
                  <a:cubicBezTo>
                    <a:pt x="1410" y="24810"/>
                    <a:pt x="795" y="20581"/>
                    <a:pt x="693" y="16352"/>
                  </a:cubicBezTo>
                  <a:cubicBezTo>
                    <a:pt x="590" y="12507"/>
                    <a:pt x="539" y="8663"/>
                    <a:pt x="462" y="4793"/>
                  </a:cubicBezTo>
                  <a:cubicBezTo>
                    <a:pt x="462" y="3178"/>
                    <a:pt x="308" y="1589"/>
                    <a:pt x="1" y="0"/>
                  </a:cubicBezTo>
                  <a:lnTo>
                    <a:pt x="2743" y="0"/>
                  </a:lnTo>
                  <a:cubicBezTo>
                    <a:pt x="2794" y="1666"/>
                    <a:pt x="2897" y="3306"/>
                    <a:pt x="2871" y="4972"/>
                  </a:cubicBezTo>
                  <a:cubicBezTo>
                    <a:pt x="2871" y="7638"/>
                    <a:pt x="2769" y="10303"/>
                    <a:pt x="2743" y="12969"/>
                  </a:cubicBezTo>
                  <a:cubicBezTo>
                    <a:pt x="2692" y="16403"/>
                    <a:pt x="2897" y="19863"/>
                    <a:pt x="3384" y="23272"/>
                  </a:cubicBezTo>
                  <a:cubicBezTo>
                    <a:pt x="3768" y="25963"/>
                    <a:pt x="4460" y="28603"/>
                    <a:pt x="5460" y="31140"/>
                  </a:cubicBezTo>
                  <a:cubicBezTo>
                    <a:pt x="6511" y="33832"/>
                    <a:pt x="8048" y="36266"/>
                    <a:pt x="10022" y="38368"/>
                  </a:cubicBezTo>
                  <a:cubicBezTo>
                    <a:pt x="12380" y="40777"/>
                    <a:pt x="15353" y="42520"/>
                    <a:pt x="18634" y="43392"/>
                  </a:cubicBezTo>
                  <a:cubicBezTo>
                    <a:pt x="21632" y="44186"/>
                    <a:pt x="24759" y="44442"/>
                    <a:pt x="27835" y="44084"/>
                  </a:cubicBezTo>
                  <a:cubicBezTo>
                    <a:pt x="29834" y="43879"/>
                    <a:pt x="31807" y="43571"/>
                    <a:pt x="33755" y="43135"/>
                  </a:cubicBezTo>
                  <a:cubicBezTo>
                    <a:pt x="36113" y="42648"/>
                    <a:pt x="38446" y="42110"/>
                    <a:pt x="40804" y="41674"/>
                  </a:cubicBezTo>
                  <a:cubicBezTo>
                    <a:pt x="41880" y="41495"/>
                    <a:pt x="42982" y="41367"/>
                    <a:pt x="44059" y="41290"/>
                  </a:cubicBezTo>
                  <a:cubicBezTo>
                    <a:pt x="44853" y="41239"/>
                    <a:pt x="45648" y="41316"/>
                    <a:pt x="46442" y="41521"/>
                  </a:cubicBezTo>
                  <a:cubicBezTo>
                    <a:pt x="47647" y="41828"/>
                    <a:pt x="48416" y="42520"/>
                    <a:pt x="48723" y="43545"/>
                  </a:cubicBezTo>
                  <a:cubicBezTo>
                    <a:pt x="48877" y="44160"/>
                    <a:pt x="48928" y="44776"/>
                    <a:pt x="48826" y="45416"/>
                  </a:cubicBezTo>
                  <a:cubicBezTo>
                    <a:pt x="48672" y="46518"/>
                    <a:pt x="48365" y="47595"/>
                    <a:pt x="47903" y="48594"/>
                  </a:cubicBezTo>
                  <a:cubicBezTo>
                    <a:pt x="47314" y="49927"/>
                    <a:pt x="46622" y="51209"/>
                    <a:pt x="45827" y="52439"/>
                  </a:cubicBezTo>
                  <a:cubicBezTo>
                    <a:pt x="44725" y="54156"/>
                    <a:pt x="43572" y="55873"/>
                    <a:pt x="42521" y="57591"/>
                  </a:cubicBezTo>
                  <a:cubicBezTo>
                    <a:pt x="41854" y="58667"/>
                    <a:pt x="41239" y="59795"/>
                    <a:pt x="40701" y="60922"/>
                  </a:cubicBezTo>
                  <a:cubicBezTo>
                    <a:pt x="39753" y="62845"/>
                    <a:pt x="39368" y="64972"/>
                    <a:pt x="39548" y="67099"/>
                  </a:cubicBezTo>
                  <a:cubicBezTo>
                    <a:pt x="39650" y="68125"/>
                    <a:pt x="39753" y="69150"/>
                    <a:pt x="39932" y="70175"/>
                  </a:cubicBezTo>
                  <a:cubicBezTo>
                    <a:pt x="40394" y="72892"/>
                    <a:pt x="40727" y="75660"/>
                    <a:pt x="40906" y="78402"/>
                  </a:cubicBezTo>
                  <a:cubicBezTo>
                    <a:pt x="41188" y="82810"/>
                    <a:pt x="41419" y="87219"/>
                    <a:pt x="41675" y="91627"/>
                  </a:cubicBezTo>
                  <a:cubicBezTo>
                    <a:pt x="41829" y="94241"/>
                    <a:pt x="41983" y="96830"/>
                    <a:pt x="42188" y="99419"/>
                  </a:cubicBezTo>
                  <a:cubicBezTo>
                    <a:pt x="42393" y="102007"/>
                    <a:pt x="42598" y="104622"/>
                    <a:pt x="42777" y="107210"/>
                  </a:cubicBezTo>
                  <a:cubicBezTo>
                    <a:pt x="42957" y="110055"/>
                    <a:pt x="43110" y="112900"/>
                    <a:pt x="43315" y="115745"/>
                  </a:cubicBezTo>
                  <a:cubicBezTo>
                    <a:pt x="43392" y="116898"/>
                    <a:pt x="43495" y="118052"/>
                    <a:pt x="43623" y="119205"/>
                  </a:cubicBezTo>
                  <a:cubicBezTo>
                    <a:pt x="43854" y="121384"/>
                    <a:pt x="44110" y="123562"/>
                    <a:pt x="44366" y="125766"/>
                  </a:cubicBezTo>
                  <a:cubicBezTo>
                    <a:pt x="44699" y="128509"/>
                    <a:pt x="44981" y="131251"/>
                    <a:pt x="45340" y="133994"/>
                  </a:cubicBezTo>
                  <a:cubicBezTo>
                    <a:pt x="45545" y="135813"/>
                    <a:pt x="46007" y="137607"/>
                    <a:pt x="46699" y="139299"/>
                  </a:cubicBezTo>
                  <a:cubicBezTo>
                    <a:pt x="48185" y="142836"/>
                    <a:pt x="50953" y="145476"/>
                    <a:pt x="55028" y="147142"/>
                  </a:cubicBezTo>
                  <a:cubicBezTo>
                    <a:pt x="55772" y="147449"/>
                    <a:pt x="56566" y="147706"/>
                    <a:pt x="57335" y="147962"/>
                  </a:cubicBezTo>
                  <a:cubicBezTo>
                    <a:pt x="59129" y="148475"/>
                    <a:pt x="60949" y="148910"/>
                    <a:pt x="62794" y="149243"/>
                  </a:cubicBezTo>
                  <a:cubicBezTo>
                    <a:pt x="65998" y="149884"/>
                    <a:pt x="69202" y="150474"/>
                    <a:pt x="72406" y="151191"/>
                  </a:cubicBezTo>
                  <a:cubicBezTo>
                    <a:pt x="77173" y="152293"/>
                    <a:pt x="81735" y="153857"/>
                    <a:pt x="86246" y="155523"/>
                  </a:cubicBezTo>
                  <a:cubicBezTo>
                    <a:pt x="89655" y="156804"/>
                    <a:pt x="93063" y="158086"/>
                    <a:pt x="96524" y="159290"/>
                  </a:cubicBezTo>
                  <a:cubicBezTo>
                    <a:pt x="100471" y="160674"/>
                    <a:pt x="104546" y="161571"/>
                    <a:pt x="108698" y="161905"/>
                  </a:cubicBezTo>
                  <a:cubicBezTo>
                    <a:pt x="111517" y="162135"/>
                    <a:pt x="114311" y="162084"/>
                    <a:pt x="117104" y="161725"/>
                  </a:cubicBezTo>
                  <a:cubicBezTo>
                    <a:pt x="120026" y="161341"/>
                    <a:pt x="122923" y="160726"/>
                    <a:pt x="125767" y="159880"/>
                  </a:cubicBezTo>
                  <a:cubicBezTo>
                    <a:pt x="126126" y="159752"/>
                    <a:pt x="126485" y="159675"/>
                    <a:pt x="126844" y="159598"/>
                  </a:cubicBezTo>
                  <a:lnTo>
                    <a:pt x="126844" y="163160"/>
                  </a:lnTo>
                  <a:cubicBezTo>
                    <a:pt x="125972" y="163442"/>
                    <a:pt x="125075" y="163750"/>
                    <a:pt x="124178" y="163981"/>
                  </a:cubicBezTo>
                  <a:cubicBezTo>
                    <a:pt x="120872" y="164903"/>
                    <a:pt x="117489" y="165442"/>
                    <a:pt x="114055" y="16559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162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64" name="Google Shape;613;p22"/>
            <p:cNvSpPr/>
            <p:nvPr/>
          </p:nvSpPr>
          <p:spPr>
            <a:xfrm flipV="1">
              <a:off x="-3600" y="4514760"/>
              <a:ext cx="2113920" cy="627480"/>
            </a:xfrm>
            <a:custGeom>
              <a:avLst/>
              <a:gdLst>
                <a:gd name="textAreaLeft" fmla="*/ 0 w 2113920"/>
                <a:gd name="textAreaRight" fmla="*/ 2114280 w 2113920"/>
                <a:gd name="textAreaTop" fmla="*/ -360 h 627480"/>
                <a:gd name="textAreaBottom" fmla="*/ 627480 h 627480"/>
              </a:gdLst>
              <a:ahLst/>
              <a:cxnLst/>
              <a:rect l="textAreaLeft" t="textAreaTop" r="textAreaRight" b="textAreaBottom"/>
              <a:pathLst>
                <a:path w="65819" h="21478">
                  <a:moveTo>
                    <a:pt x="65152" y="513"/>
                  </a:moveTo>
                  <a:cubicBezTo>
                    <a:pt x="62179" y="2230"/>
                    <a:pt x="59616" y="4537"/>
                    <a:pt x="57565" y="7305"/>
                  </a:cubicBezTo>
                  <a:cubicBezTo>
                    <a:pt x="56591" y="8637"/>
                    <a:pt x="55617" y="9970"/>
                    <a:pt x="54643" y="11328"/>
                  </a:cubicBezTo>
                  <a:cubicBezTo>
                    <a:pt x="53311" y="13148"/>
                    <a:pt x="51875" y="14865"/>
                    <a:pt x="50312" y="16506"/>
                  </a:cubicBezTo>
                  <a:cubicBezTo>
                    <a:pt x="49210" y="17659"/>
                    <a:pt x="47954" y="18684"/>
                    <a:pt x="46596" y="19530"/>
                  </a:cubicBezTo>
                  <a:cubicBezTo>
                    <a:pt x="45032" y="20504"/>
                    <a:pt x="43264" y="21119"/>
                    <a:pt x="41418" y="21350"/>
                  </a:cubicBezTo>
                  <a:cubicBezTo>
                    <a:pt x="39983" y="21478"/>
                    <a:pt x="38548" y="21401"/>
                    <a:pt x="37112" y="21145"/>
                  </a:cubicBezTo>
                  <a:cubicBezTo>
                    <a:pt x="35088" y="20786"/>
                    <a:pt x="33088" y="20299"/>
                    <a:pt x="31141" y="19658"/>
                  </a:cubicBezTo>
                  <a:cubicBezTo>
                    <a:pt x="27578" y="18556"/>
                    <a:pt x="24118" y="17275"/>
                    <a:pt x="20735" y="15891"/>
                  </a:cubicBezTo>
                  <a:cubicBezTo>
                    <a:pt x="14250" y="13251"/>
                    <a:pt x="7817" y="10585"/>
                    <a:pt x="1358" y="7945"/>
                  </a:cubicBezTo>
                  <a:cubicBezTo>
                    <a:pt x="923" y="7766"/>
                    <a:pt x="538" y="7510"/>
                    <a:pt x="0" y="7510"/>
                  </a:cubicBezTo>
                  <a:lnTo>
                    <a:pt x="0" y="0"/>
                  </a:lnTo>
                  <a:lnTo>
                    <a:pt x="14122" y="0"/>
                  </a:lnTo>
                  <a:cubicBezTo>
                    <a:pt x="14302" y="51"/>
                    <a:pt x="14481" y="103"/>
                    <a:pt x="14660" y="128"/>
                  </a:cubicBezTo>
                  <a:cubicBezTo>
                    <a:pt x="18761" y="487"/>
                    <a:pt x="22888" y="718"/>
                    <a:pt x="27040" y="359"/>
                  </a:cubicBezTo>
                  <a:cubicBezTo>
                    <a:pt x="28116" y="282"/>
                    <a:pt x="29218" y="282"/>
                    <a:pt x="30295" y="0"/>
                  </a:cubicBezTo>
                  <a:lnTo>
                    <a:pt x="65818" y="0"/>
                  </a:lnTo>
                  <a:cubicBezTo>
                    <a:pt x="65613" y="179"/>
                    <a:pt x="65382" y="359"/>
                    <a:pt x="65152" y="513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162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65" name="Google Shape;614;p22"/>
            <p:cNvSpPr/>
            <p:nvPr/>
          </p:nvSpPr>
          <p:spPr>
            <a:xfrm flipV="1">
              <a:off x="-3600" y="3742560"/>
              <a:ext cx="3086640" cy="1400040"/>
            </a:xfrm>
            <a:custGeom>
              <a:avLst/>
              <a:gdLst>
                <a:gd name="textAreaLeft" fmla="*/ 0 w 3086640"/>
                <a:gd name="textAreaRight" fmla="*/ 3087000 w 3086640"/>
                <a:gd name="textAreaTop" fmla="*/ -360 h 1400040"/>
                <a:gd name="textAreaBottom" fmla="*/ 1400040 h 1400040"/>
              </a:gdLst>
              <a:ahLst/>
              <a:cxnLst/>
              <a:rect l="textAreaLeft" t="textAreaTop" r="textAreaRight" b="textAreaBottom"/>
              <a:pathLst>
                <a:path w="96113" h="47903">
                  <a:moveTo>
                    <a:pt x="90141" y="6894"/>
                  </a:moveTo>
                  <a:cubicBezTo>
                    <a:pt x="89141" y="8073"/>
                    <a:pt x="88168" y="9252"/>
                    <a:pt x="87194" y="10457"/>
                  </a:cubicBezTo>
                  <a:cubicBezTo>
                    <a:pt x="83862" y="14532"/>
                    <a:pt x="81376" y="19248"/>
                    <a:pt x="79915" y="24323"/>
                  </a:cubicBezTo>
                  <a:cubicBezTo>
                    <a:pt x="79018" y="27552"/>
                    <a:pt x="77967" y="30705"/>
                    <a:pt x="76762" y="33832"/>
                  </a:cubicBezTo>
                  <a:cubicBezTo>
                    <a:pt x="75839" y="36138"/>
                    <a:pt x="74712" y="38368"/>
                    <a:pt x="73379" y="40470"/>
                  </a:cubicBezTo>
                  <a:cubicBezTo>
                    <a:pt x="72482" y="41828"/>
                    <a:pt x="71457" y="43084"/>
                    <a:pt x="70303" y="44186"/>
                  </a:cubicBezTo>
                  <a:cubicBezTo>
                    <a:pt x="68484" y="45878"/>
                    <a:pt x="66228" y="47005"/>
                    <a:pt x="63819" y="47492"/>
                  </a:cubicBezTo>
                  <a:cubicBezTo>
                    <a:pt x="61871" y="47851"/>
                    <a:pt x="59872" y="47902"/>
                    <a:pt x="57924" y="47646"/>
                  </a:cubicBezTo>
                  <a:cubicBezTo>
                    <a:pt x="55182" y="47313"/>
                    <a:pt x="52490" y="46621"/>
                    <a:pt x="49953" y="45570"/>
                  </a:cubicBezTo>
                  <a:cubicBezTo>
                    <a:pt x="47441" y="44571"/>
                    <a:pt x="45032" y="43392"/>
                    <a:pt x="42674" y="42059"/>
                  </a:cubicBezTo>
                  <a:cubicBezTo>
                    <a:pt x="39342" y="40188"/>
                    <a:pt x="36164" y="38189"/>
                    <a:pt x="32986" y="36138"/>
                  </a:cubicBezTo>
                  <a:cubicBezTo>
                    <a:pt x="27117" y="32422"/>
                    <a:pt x="21222" y="28731"/>
                    <a:pt x="15096" y="25297"/>
                  </a:cubicBezTo>
                  <a:cubicBezTo>
                    <a:pt x="10534" y="22734"/>
                    <a:pt x="5869" y="20248"/>
                    <a:pt x="1128" y="17890"/>
                  </a:cubicBezTo>
                  <a:cubicBezTo>
                    <a:pt x="795" y="17659"/>
                    <a:pt x="410" y="17531"/>
                    <a:pt x="0" y="17480"/>
                  </a:cubicBezTo>
                  <a:lnTo>
                    <a:pt x="0" y="13533"/>
                  </a:lnTo>
                  <a:cubicBezTo>
                    <a:pt x="513" y="13738"/>
                    <a:pt x="1025" y="13943"/>
                    <a:pt x="1512" y="14173"/>
                  </a:cubicBezTo>
                  <a:cubicBezTo>
                    <a:pt x="11790" y="19043"/>
                    <a:pt x="21837" y="24195"/>
                    <a:pt x="31679" y="29628"/>
                  </a:cubicBezTo>
                  <a:cubicBezTo>
                    <a:pt x="34908" y="31422"/>
                    <a:pt x="38214" y="33165"/>
                    <a:pt x="41521" y="34857"/>
                  </a:cubicBezTo>
                  <a:cubicBezTo>
                    <a:pt x="43802" y="36061"/>
                    <a:pt x="46160" y="37061"/>
                    <a:pt x="48595" y="37881"/>
                  </a:cubicBezTo>
                  <a:cubicBezTo>
                    <a:pt x="50594" y="38599"/>
                    <a:pt x="52721" y="39034"/>
                    <a:pt x="54848" y="39188"/>
                  </a:cubicBezTo>
                  <a:cubicBezTo>
                    <a:pt x="58001" y="39342"/>
                    <a:pt x="60666" y="38547"/>
                    <a:pt x="62819" y="36574"/>
                  </a:cubicBezTo>
                  <a:cubicBezTo>
                    <a:pt x="63998" y="35498"/>
                    <a:pt x="64998" y="34242"/>
                    <a:pt x="65844" y="32858"/>
                  </a:cubicBezTo>
                  <a:cubicBezTo>
                    <a:pt x="67125" y="30756"/>
                    <a:pt x="68176" y="28526"/>
                    <a:pt x="68996" y="26219"/>
                  </a:cubicBezTo>
                  <a:cubicBezTo>
                    <a:pt x="69945" y="23451"/>
                    <a:pt x="70816" y="20658"/>
                    <a:pt x="71739" y="17890"/>
                  </a:cubicBezTo>
                  <a:cubicBezTo>
                    <a:pt x="72097" y="16788"/>
                    <a:pt x="72456" y="15711"/>
                    <a:pt x="72866" y="14635"/>
                  </a:cubicBezTo>
                  <a:cubicBezTo>
                    <a:pt x="73866" y="12097"/>
                    <a:pt x="75353" y="9765"/>
                    <a:pt x="77223" y="7766"/>
                  </a:cubicBezTo>
                  <a:cubicBezTo>
                    <a:pt x="78633" y="6254"/>
                    <a:pt x="80120" y="4844"/>
                    <a:pt x="81709" y="3511"/>
                  </a:cubicBezTo>
                  <a:cubicBezTo>
                    <a:pt x="82836" y="2537"/>
                    <a:pt x="83964" y="1589"/>
                    <a:pt x="85092" y="589"/>
                  </a:cubicBezTo>
                  <a:cubicBezTo>
                    <a:pt x="85271" y="410"/>
                    <a:pt x="85451" y="205"/>
                    <a:pt x="85630" y="0"/>
                  </a:cubicBezTo>
                  <a:lnTo>
                    <a:pt x="96113" y="0"/>
                  </a:lnTo>
                  <a:cubicBezTo>
                    <a:pt x="95857" y="333"/>
                    <a:pt x="95626" y="641"/>
                    <a:pt x="95370" y="948"/>
                  </a:cubicBezTo>
                  <a:cubicBezTo>
                    <a:pt x="93627" y="2922"/>
                    <a:pt x="91884" y="4895"/>
                    <a:pt x="90141" y="6894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162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66" name="Google Shape;615;p22"/>
            <p:cNvSpPr/>
            <p:nvPr/>
          </p:nvSpPr>
          <p:spPr>
            <a:xfrm flipV="1">
              <a:off x="-3600" y="360"/>
              <a:ext cx="3473640" cy="3142800"/>
            </a:xfrm>
            <a:custGeom>
              <a:avLst/>
              <a:gdLst>
                <a:gd name="textAreaLeft" fmla="*/ 0 w 3473640"/>
                <a:gd name="textAreaRight" fmla="*/ 3474000 w 3473640"/>
                <a:gd name="textAreaTop" fmla="*/ 360 h 3142800"/>
                <a:gd name="textAreaBottom" fmla="*/ 3143520 h 3142800"/>
              </a:gdLst>
              <a:ahLst/>
              <a:cxnLst/>
              <a:rect l="textAreaLeft" t="textAreaTop" r="textAreaRight" b="textAreaBottom"/>
              <a:pathLst>
                <a:path w="108160" h="107519">
                  <a:moveTo>
                    <a:pt x="897" y="6280"/>
                  </a:moveTo>
                  <a:cubicBezTo>
                    <a:pt x="1717" y="5331"/>
                    <a:pt x="2614" y="4486"/>
                    <a:pt x="3588" y="3717"/>
                  </a:cubicBezTo>
                  <a:cubicBezTo>
                    <a:pt x="5869" y="1923"/>
                    <a:pt x="8586" y="769"/>
                    <a:pt x="11457" y="359"/>
                  </a:cubicBezTo>
                  <a:cubicBezTo>
                    <a:pt x="12918" y="129"/>
                    <a:pt x="14378" y="0"/>
                    <a:pt x="15865" y="0"/>
                  </a:cubicBezTo>
                  <a:cubicBezTo>
                    <a:pt x="19197" y="26"/>
                    <a:pt x="22503" y="308"/>
                    <a:pt x="25784" y="846"/>
                  </a:cubicBezTo>
                  <a:cubicBezTo>
                    <a:pt x="30423" y="1513"/>
                    <a:pt x="35011" y="2410"/>
                    <a:pt x="39573" y="3281"/>
                  </a:cubicBezTo>
                  <a:cubicBezTo>
                    <a:pt x="46954" y="4716"/>
                    <a:pt x="54387" y="5998"/>
                    <a:pt x="61948" y="6664"/>
                  </a:cubicBezTo>
                  <a:cubicBezTo>
                    <a:pt x="65306" y="6997"/>
                    <a:pt x="68689" y="7151"/>
                    <a:pt x="72097" y="7100"/>
                  </a:cubicBezTo>
                  <a:cubicBezTo>
                    <a:pt x="75968" y="6997"/>
                    <a:pt x="79863" y="6587"/>
                    <a:pt x="83682" y="5921"/>
                  </a:cubicBezTo>
                  <a:cubicBezTo>
                    <a:pt x="85605" y="5613"/>
                    <a:pt x="87552" y="5280"/>
                    <a:pt x="89500" y="4998"/>
                  </a:cubicBezTo>
                  <a:cubicBezTo>
                    <a:pt x="90910" y="4793"/>
                    <a:pt x="92371" y="4742"/>
                    <a:pt x="93806" y="4896"/>
                  </a:cubicBezTo>
                  <a:cubicBezTo>
                    <a:pt x="95985" y="5101"/>
                    <a:pt x="97779" y="5895"/>
                    <a:pt x="99086" y="7382"/>
                  </a:cubicBezTo>
                  <a:cubicBezTo>
                    <a:pt x="99573" y="7946"/>
                    <a:pt x="100009" y="8561"/>
                    <a:pt x="100419" y="9227"/>
                  </a:cubicBezTo>
                  <a:cubicBezTo>
                    <a:pt x="101034" y="10304"/>
                    <a:pt x="101495" y="11483"/>
                    <a:pt x="101777" y="12687"/>
                  </a:cubicBezTo>
                  <a:cubicBezTo>
                    <a:pt x="102623" y="15942"/>
                    <a:pt x="102572" y="19223"/>
                    <a:pt x="102162" y="22504"/>
                  </a:cubicBezTo>
                  <a:cubicBezTo>
                    <a:pt x="101752" y="25246"/>
                    <a:pt x="101239" y="27988"/>
                    <a:pt x="100547" y="30680"/>
                  </a:cubicBezTo>
                  <a:cubicBezTo>
                    <a:pt x="99394" y="35549"/>
                    <a:pt x="98317" y="40445"/>
                    <a:pt x="97625" y="45417"/>
                  </a:cubicBezTo>
                  <a:cubicBezTo>
                    <a:pt x="97164" y="48518"/>
                    <a:pt x="96882" y="51619"/>
                    <a:pt x="96779" y="54772"/>
                  </a:cubicBezTo>
                  <a:cubicBezTo>
                    <a:pt x="96677" y="58052"/>
                    <a:pt x="96728" y="61333"/>
                    <a:pt x="96959" y="64639"/>
                  </a:cubicBezTo>
                  <a:cubicBezTo>
                    <a:pt x="97241" y="68484"/>
                    <a:pt x="97728" y="72303"/>
                    <a:pt x="98445" y="76121"/>
                  </a:cubicBezTo>
                  <a:cubicBezTo>
                    <a:pt x="99188" y="80222"/>
                    <a:pt x="100188" y="84297"/>
                    <a:pt x="101341" y="88373"/>
                  </a:cubicBezTo>
                  <a:cubicBezTo>
                    <a:pt x="103059" y="94524"/>
                    <a:pt x="105160" y="100572"/>
                    <a:pt x="107646" y="106493"/>
                  </a:cubicBezTo>
                  <a:cubicBezTo>
                    <a:pt x="107800" y="106826"/>
                    <a:pt x="108005" y="107185"/>
                    <a:pt x="108159" y="107518"/>
                  </a:cubicBezTo>
                  <a:lnTo>
                    <a:pt x="102238" y="107518"/>
                  </a:lnTo>
                  <a:cubicBezTo>
                    <a:pt x="102238" y="107364"/>
                    <a:pt x="102213" y="107211"/>
                    <a:pt x="102187" y="107057"/>
                  </a:cubicBezTo>
                  <a:cubicBezTo>
                    <a:pt x="101726" y="105340"/>
                    <a:pt x="101239" y="103648"/>
                    <a:pt x="100778" y="101931"/>
                  </a:cubicBezTo>
                  <a:cubicBezTo>
                    <a:pt x="98753" y="94370"/>
                    <a:pt x="96907" y="86809"/>
                    <a:pt x="95575" y="79146"/>
                  </a:cubicBezTo>
                  <a:cubicBezTo>
                    <a:pt x="94729" y="74353"/>
                    <a:pt x="94165" y="69509"/>
                    <a:pt x="93883" y="64665"/>
                  </a:cubicBezTo>
                  <a:cubicBezTo>
                    <a:pt x="93499" y="57770"/>
                    <a:pt x="93781" y="50850"/>
                    <a:pt x="94780" y="44033"/>
                  </a:cubicBezTo>
                  <a:cubicBezTo>
                    <a:pt x="95370" y="39753"/>
                    <a:pt x="96215" y="35524"/>
                    <a:pt x="97087" y="31295"/>
                  </a:cubicBezTo>
                  <a:cubicBezTo>
                    <a:pt x="97728" y="28475"/>
                    <a:pt x="98189" y="25630"/>
                    <a:pt x="98496" y="22734"/>
                  </a:cubicBezTo>
                  <a:cubicBezTo>
                    <a:pt x="98702" y="20556"/>
                    <a:pt x="98573" y="18351"/>
                    <a:pt x="98112" y="16199"/>
                  </a:cubicBezTo>
                  <a:cubicBezTo>
                    <a:pt x="97830" y="14840"/>
                    <a:pt x="97317" y="13533"/>
                    <a:pt x="96549" y="12380"/>
                  </a:cubicBezTo>
                  <a:cubicBezTo>
                    <a:pt x="95344" y="10586"/>
                    <a:pt x="93524" y="9458"/>
                    <a:pt x="91064" y="9022"/>
                  </a:cubicBezTo>
                  <a:cubicBezTo>
                    <a:pt x="89603" y="8766"/>
                    <a:pt x="88142" y="8689"/>
                    <a:pt x="86655" y="8766"/>
                  </a:cubicBezTo>
                  <a:cubicBezTo>
                    <a:pt x="83810" y="8945"/>
                    <a:pt x="80991" y="9125"/>
                    <a:pt x="78146" y="9304"/>
                  </a:cubicBezTo>
                  <a:cubicBezTo>
                    <a:pt x="75224" y="9484"/>
                    <a:pt x="72303" y="9560"/>
                    <a:pt x="69381" y="9509"/>
                  </a:cubicBezTo>
                  <a:cubicBezTo>
                    <a:pt x="64306" y="9407"/>
                    <a:pt x="59231" y="9073"/>
                    <a:pt x="54182" y="8510"/>
                  </a:cubicBezTo>
                  <a:cubicBezTo>
                    <a:pt x="49620" y="7971"/>
                    <a:pt x="45032" y="7459"/>
                    <a:pt x="40444" y="6895"/>
                  </a:cubicBezTo>
                  <a:cubicBezTo>
                    <a:pt x="35575" y="6305"/>
                    <a:pt x="30679" y="5767"/>
                    <a:pt x="25758" y="5562"/>
                  </a:cubicBezTo>
                  <a:cubicBezTo>
                    <a:pt x="22683" y="5408"/>
                    <a:pt x="19607" y="5588"/>
                    <a:pt x="16583" y="6049"/>
                  </a:cubicBezTo>
                  <a:cubicBezTo>
                    <a:pt x="12149" y="6741"/>
                    <a:pt x="8407" y="8484"/>
                    <a:pt x="5382" y="11252"/>
                  </a:cubicBezTo>
                  <a:cubicBezTo>
                    <a:pt x="3742" y="12790"/>
                    <a:pt x="2307" y="14558"/>
                    <a:pt x="1102" y="16455"/>
                  </a:cubicBezTo>
                  <a:cubicBezTo>
                    <a:pt x="923" y="16737"/>
                    <a:pt x="743" y="17019"/>
                    <a:pt x="589" y="17275"/>
                  </a:cubicBezTo>
                  <a:cubicBezTo>
                    <a:pt x="461" y="17480"/>
                    <a:pt x="231" y="17634"/>
                    <a:pt x="0" y="17685"/>
                  </a:cubicBezTo>
                  <a:lnTo>
                    <a:pt x="0" y="6972"/>
                  </a:lnTo>
                  <a:cubicBezTo>
                    <a:pt x="359" y="6844"/>
                    <a:pt x="692" y="6587"/>
                    <a:pt x="897" y="6280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162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67" name="Google Shape;616;p22"/>
            <p:cNvSpPr/>
            <p:nvPr/>
          </p:nvSpPr>
          <p:spPr>
            <a:xfrm flipV="1">
              <a:off x="-3600" y="-720"/>
              <a:ext cx="2599560" cy="2420280"/>
            </a:xfrm>
            <a:custGeom>
              <a:avLst/>
              <a:gdLst>
                <a:gd name="textAreaLeft" fmla="*/ 0 w 2599560"/>
                <a:gd name="textAreaRight" fmla="*/ 2599920 w 2599560"/>
                <a:gd name="textAreaTop" fmla="*/ -360 h 2420280"/>
                <a:gd name="textAreaBottom" fmla="*/ 2420280 h 2420280"/>
              </a:gdLst>
              <a:ahLst/>
              <a:cxnLst/>
              <a:rect l="textAreaLeft" t="textAreaTop" r="textAreaRight" b="textAreaBottom"/>
              <a:pathLst>
                <a:path w="80940" h="82811">
                  <a:moveTo>
                    <a:pt x="1333" y="34498"/>
                  </a:moveTo>
                  <a:cubicBezTo>
                    <a:pt x="3921" y="32294"/>
                    <a:pt x="6331" y="29962"/>
                    <a:pt x="8637" y="27553"/>
                  </a:cubicBezTo>
                  <a:cubicBezTo>
                    <a:pt x="12097" y="24016"/>
                    <a:pt x="15378" y="20376"/>
                    <a:pt x="18659" y="16737"/>
                  </a:cubicBezTo>
                  <a:cubicBezTo>
                    <a:pt x="20248" y="14943"/>
                    <a:pt x="21939" y="13251"/>
                    <a:pt x="23708" y="11662"/>
                  </a:cubicBezTo>
                  <a:cubicBezTo>
                    <a:pt x="27681" y="8125"/>
                    <a:pt x="32320" y="5408"/>
                    <a:pt x="37369" y="3717"/>
                  </a:cubicBezTo>
                  <a:cubicBezTo>
                    <a:pt x="39983" y="2820"/>
                    <a:pt x="42674" y="2102"/>
                    <a:pt x="45365" y="1589"/>
                  </a:cubicBezTo>
                  <a:cubicBezTo>
                    <a:pt x="49312" y="846"/>
                    <a:pt x="53311" y="385"/>
                    <a:pt x="57309" y="205"/>
                  </a:cubicBezTo>
                  <a:cubicBezTo>
                    <a:pt x="60513" y="0"/>
                    <a:pt x="63742" y="103"/>
                    <a:pt x="66946" y="462"/>
                  </a:cubicBezTo>
                  <a:cubicBezTo>
                    <a:pt x="68740" y="667"/>
                    <a:pt x="70508" y="1051"/>
                    <a:pt x="72226" y="1615"/>
                  </a:cubicBezTo>
                  <a:cubicBezTo>
                    <a:pt x="75481" y="2717"/>
                    <a:pt x="77787" y="4588"/>
                    <a:pt x="79018" y="7331"/>
                  </a:cubicBezTo>
                  <a:cubicBezTo>
                    <a:pt x="79274" y="7920"/>
                    <a:pt x="79505" y="8510"/>
                    <a:pt x="79710" y="9125"/>
                  </a:cubicBezTo>
                  <a:cubicBezTo>
                    <a:pt x="80197" y="10791"/>
                    <a:pt x="80504" y="12508"/>
                    <a:pt x="80607" y="14225"/>
                  </a:cubicBezTo>
                  <a:cubicBezTo>
                    <a:pt x="80940" y="17736"/>
                    <a:pt x="80837" y="21222"/>
                    <a:pt x="80760" y="24733"/>
                  </a:cubicBezTo>
                  <a:cubicBezTo>
                    <a:pt x="80581" y="31243"/>
                    <a:pt x="80376" y="37753"/>
                    <a:pt x="80222" y="44289"/>
                  </a:cubicBezTo>
                  <a:cubicBezTo>
                    <a:pt x="80094" y="49364"/>
                    <a:pt x="80043" y="54438"/>
                    <a:pt x="79966" y="59488"/>
                  </a:cubicBezTo>
                  <a:cubicBezTo>
                    <a:pt x="79889" y="63101"/>
                    <a:pt x="79658" y="66690"/>
                    <a:pt x="79274" y="70278"/>
                  </a:cubicBezTo>
                  <a:cubicBezTo>
                    <a:pt x="78889" y="74225"/>
                    <a:pt x="78172" y="78146"/>
                    <a:pt x="77121" y="81965"/>
                  </a:cubicBezTo>
                  <a:cubicBezTo>
                    <a:pt x="77044" y="82247"/>
                    <a:pt x="76993" y="82529"/>
                    <a:pt x="76967" y="82811"/>
                  </a:cubicBezTo>
                  <a:lnTo>
                    <a:pt x="70816" y="82811"/>
                  </a:lnTo>
                  <a:cubicBezTo>
                    <a:pt x="70918" y="82478"/>
                    <a:pt x="71021" y="82119"/>
                    <a:pt x="71149" y="81811"/>
                  </a:cubicBezTo>
                  <a:cubicBezTo>
                    <a:pt x="72379" y="78864"/>
                    <a:pt x="73328" y="75839"/>
                    <a:pt x="74020" y="72738"/>
                  </a:cubicBezTo>
                  <a:cubicBezTo>
                    <a:pt x="74994" y="68381"/>
                    <a:pt x="75660" y="63947"/>
                    <a:pt x="76019" y="59513"/>
                  </a:cubicBezTo>
                  <a:cubicBezTo>
                    <a:pt x="76403" y="55130"/>
                    <a:pt x="76634" y="50748"/>
                    <a:pt x="76762" y="46365"/>
                  </a:cubicBezTo>
                  <a:cubicBezTo>
                    <a:pt x="76865" y="43623"/>
                    <a:pt x="76993" y="40855"/>
                    <a:pt x="77095" y="38112"/>
                  </a:cubicBezTo>
                  <a:cubicBezTo>
                    <a:pt x="77275" y="32909"/>
                    <a:pt x="77403" y="27706"/>
                    <a:pt x="77198" y="22503"/>
                  </a:cubicBezTo>
                  <a:cubicBezTo>
                    <a:pt x="77121" y="20222"/>
                    <a:pt x="76813" y="17941"/>
                    <a:pt x="76301" y="15712"/>
                  </a:cubicBezTo>
                  <a:cubicBezTo>
                    <a:pt x="75942" y="14071"/>
                    <a:pt x="75301" y="12508"/>
                    <a:pt x="74455" y="11073"/>
                  </a:cubicBezTo>
                  <a:cubicBezTo>
                    <a:pt x="73123" y="8971"/>
                    <a:pt x="71149" y="7407"/>
                    <a:pt x="68535" y="6459"/>
                  </a:cubicBezTo>
                  <a:cubicBezTo>
                    <a:pt x="67715" y="6177"/>
                    <a:pt x="66895" y="5947"/>
                    <a:pt x="66074" y="5741"/>
                  </a:cubicBezTo>
                  <a:cubicBezTo>
                    <a:pt x="63511" y="5203"/>
                    <a:pt x="60897" y="4998"/>
                    <a:pt x="58283" y="5101"/>
                  </a:cubicBezTo>
                  <a:cubicBezTo>
                    <a:pt x="52619" y="5255"/>
                    <a:pt x="47031" y="6280"/>
                    <a:pt x="41675" y="8099"/>
                  </a:cubicBezTo>
                  <a:cubicBezTo>
                    <a:pt x="36856" y="9765"/>
                    <a:pt x="32345" y="12200"/>
                    <a:pt x="28296" y="15276"/>
                  </a:cubicBezTo>
                  <a:cubicBezTo>
                    <a:pt x="26040" y="16967"/>
                    <a:pt x="23939" y="18787"/>
                    <a:pt x="21888" y="20607"/>
                  </a:cubicBezTo>
                  <a:cubicBezTo>
                    <a:pt x="18172" y="23913"/>
                    <a:pt x="14455" y="27245"/>
                    <a:pt x="10739" y="30551"/>
                  </a:cubicBezTo>
                  <a:cubicBezTo>
                    <a:pt x="7715" y="33242"/>
                    <a:pt x="4537" y="35754"/>
                    <a:pt x="1230" y="38112"/>
                  </a:cubicBezTo>
                  <a:cubicBezTo>
                    <a:pt x="1000" y="38292"/>
                    <a:pt x="769" y="38445"/>
                    <a:pt x="538" y="38573"/>
                  </a:cubicBezTo>
                  <a:cubicBezTo>
                    <a:pt x="359" y="38625"/>
                    <a:pt x="179" y="38625"/>
                    <a:pt x="0" y="38625"/>
                  </a:cubicBezTo>
                  <a:lnTo>
                    <a:pt x="0" y="35242"/>
                  </a:lnTo>
                  <a:cubicBezTo>
                    <a:pt x="179" y="35242"/>
                    <a:pt x="359" y="35216"/>
                    <a:pt x="513" y="35165"/>
                  </a:cubicBezTo>
                  <a:cubicBezTo>
                    <a:pt x="820" y="34960"/>
                    <a:pt x="1076" y="34729"/>
                    <a:pt x="1333" y="3449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162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68" name="Google Shape;617;p22"/>
            <p:cNvSpPr/>
            <p:nvPr/>
          </p:nvSpPr>
          <p:spPr>
            <a:xfrm flipV="1">
              <a:off x="5221080" y="522000"/>
              <a:ext cx="3917520" cy="4620960"/>
            </a:xfrm>
            <a:custGeom>
              <a:avLst/>
              <a:gdLst>
                <a:gd name="textAreaLeft" fmla="*/ 0 w 3917520"/>
                <a:gd name="textAreaRight" fmla="*/ 3917880 w 3917520"/>
                <a:gd name="textAreaTop" fmla="*/ 360 h 4620960"/>
                <a:gd name="textAreaBottom" fmla="*/ 4621680 h 4620960"/>
              </a:gdLst>
              <a:ahLst/>
              <a:cxnLst/>
              <a:rect l="textAreaLeft" t="textAreaTop" r="textAreaRight" b="textAreaBottom"/>
              <a:pathLst>
                <a:path w="121974" h="158086">
                  <a:moveTo>
                    <a:pt x="100009" y="157368"/>
                  </a:moveTo>
                  <a:cubicBezTo>
                    <a:pt x="96703" y="156856"/>
                    <a:pt x="93473" y="156061"/>
                    <a:pt x="90321" y="154959"/>
                  </a:cubicBezTo>
                  <a:cubicBezTo>
                    <a:pt x="88065" y="154190"/>
                    <a:pt x="85810" y="153370"/>
                    <a:pt x="83554" y="152498"/>
                  </a:cubicBezTo>
                  <a:cubicBezTo>
                    <a:pt x="78685" y="150679"/>
                    <a:pt x="73789" y="148885"/>
                    <a:pt x="68740" y="147424"/>
                  </a:cubicBezTo>
                  <a:cubicBezTo>
                    <a:pt x="65818" y="146578"/>
                    <a:pt x="62871" y="145758"/>
                    <a:pt x="59923" y="144938"/>
                  </a:cubicBezTo>
                  <a:cubicBezTo>
                    <a:pt x="58155" y="144425"/>
                    <a:pt x="56412" y="143810"/>
                    <a:pt x="54721" y="143041"/>
                  </a:cubicBezTo>
                  <a:cubicBezTo>
                    <a:pt x="50876" y="141298"/>
                    <a:pt x="48185" y="138709"/>
                    <a:pt x="46647" y="135326"/>
                  </a:cubicBezTo>
                  <a:cubicBezTo>
                    <a:pt x="46083" y="133994"/>
                    <a:pt x="45596" y="132635"/>
                    <a:pt x="45263" y="131251"/>
                  </a:cubicBezTo>
                  <a:cubicBezTo>
                    <a:pt x="44443" y="128124"/>
                    <a:pt x="43776" y="124997"/>
                    <a:pt x="43213" y="121819"/>
                  </a:cubicBezTo>
                  <a:cubicBezTo>
                    <a:pt x="42879" y="119871"/>
                    <a:pt x="42546" y="117924"/>
                    <a:pt x="42290" y="115950"/>
                  </a:cubicBezTo>
                  <a:cubicBezTo>
                    <a:pt x="41982" y="113515"/>
                    <a:pt x="41777" y="111080"/>
                    <a:pt x="41521" y="108646"/>
                  </a:cubicBezTo>
                  <a:cubicBezTo>
                    <a:pt x="41239" y="105698"/>
                    <a:pt x="40957" y="102725"/>
                    <a:pt x="40726" y="99752"/>
                  </a:cubicBezTo>
                  <a:cubicBezTo>
                    <a:pt x="40445" y="96010"/>
                    <a:pt x="40240" y="92242"/>
                    <a:pt x="40163" y="88500"/>
                  </a:cubicBezTo>
                  <a:cubicBezTo>
                    <a:pt x="39983" y="81247"/>
                    <a:pt x="40445" y="73994"/>
                    <a:pt x="41598" y="66843"/>
                  </a:cubicBezTo>
                  <a:cubicBezTo>
                    <a:pt x="41957" y="64357"/>
                    <a:pt x="42700" y="61922"/>
                    <a:pt x="43751" y="59641"/>
                  </a:cubicBezTo>
                  <a:cubicBezTo>
                    <a:pt x="44520" y="58052"/>
                    <a:pt x="45391" y="56488"/>
                    <a:pt x="46263" y="54925"/>
                  </a:cubicBezTo>
                  <a:cubicBezTo>
                    <a:pt x="47749" y="52362"/>
                    <a:pt x="49313" y="49799"/>
                    <a:pt x="50799" y="47236"/>
                  </a:cubicBezTo>
                  <a:cubicBezTo>
                    <a:pt x="52183" y="44852"/>
                    <a:pt x="53413" y="42392"/>
                    <a:pt x="54439" y="39855"/>
                  </a:cubicBezTo>
                  <a:cubicBezTo>
                    <a:pt x="55002" y="38573"/>
                    <a:pt x="55387" y="37215"/>
                    <a:pt x="55592" y="35831"/>
                  </a:cubicBezTo>
                  <a:cubicBezTo>
                    <a:pt x="55720" y="35113"/>
                    <a:pt x="55694" y="34395"/>
                    <a:pt x="55541" y="33678"/>
                  </a:cubicBezTo>
                  <a:cubicBezTo>
                    <a:pt x="55207" y="32473"/>
                    <a:pt x="54310" y="31756"/>
                    <a:pt x="52824" y="31627"/>
                  </a:cubicBezTo>
                  <a:cubicBezTo>
                    <a:pt x="52132" y="31551"/>
                    <a:pt x="51440" y="31576"/>
                    <a:pt x="50773" y="31679"/>
                  </a:cubicBezTo>
                  <a:cubicBezTo>
                    <a:pt x="49851" y="31807"/>
                    <a:pt x="48928" y="32012"/>
                    <a:pt x="48031" y="32268"/>
                  </a:cubicBezTo>
                  <a:cubicBezTo>
                    <a:pt x="46032" y="32832"/>
                    <a:pt x="44084" y="33524"/>
                    <a:pt x="42187" y="34344"/>
                  </a:cubicBezTo>
                  <a:cubicBezTo>
                    <a:pt x="39804" y="35318"/>
                    <a:pt x="37446" y="36343"/>
                    <a:pt x="35062" y="37317"/>
                  </a:cubicBezTo>
                  <a:cubicBezTo>
                    <a:pt x="32961" y="38163"/>
                    <a:pt x="30833" y="39009"/>
                    <a:pt x="28655" y="39752"/>
                  </a:cubicBezTo>
                  <a:cubicBezTo>
                    <a:pt x="26399" y="40572"/>
                    <a:pt x="24067" y="41136"/>
                    <a:pt x="21683" y="41418"/>
                  </a:cubicBezTo>
                  <a:cubicBezTo>
                    <a:pt x="16506" y="41956"/>
                    <a:pt x="12021" y="40752"/>
                    <a:pt x="8202" y="37804"/>
                  </a:cubicBezTo>
                  <a:cubicBezTo>
                    <a:pt x="6920" y="36779"/>
                    <a:pt x="5818" y="35574"/>
                    <a:pt x="4896" y="34242"/>
                  </a:cubicBezTo>
                  <a:cubicBezTo>
                    <a:pt x="3742" y="32576"/>
                    <a:pt x="2845" y="30782"/>
                    <a:pt x="2179" y="28885"/>
                  </a:cubicBezTo>
                  <a:cubicBezTo>
                    <a:pt x="846" y="25117"/>
                    <a:pt x="333" y="21273"/>
                    <a:pt x="154" y="17377"/>
                  </a:cubicBezTo>
                  <a:cubicBezTo>
                    <a:pt x="0" y="13148"/>
                    <a:pt x="257" y="8919"/>
                    <a:pt x="487" y="4690"/>
                  </a:cubicBezTo>
                  <a:cubicBezTo>
                    <a:pt x="564" y="3127"/>
                    <a:pt x="564" y="1563"/>
                    <a:pt x="590" y="0"/>
                  </a:cubicBezTo>
                  <a:lnTo>
                    <a:pt x="1717" y="0"/>
                  </a:lnTo>
                  <a:cubicBezTo>
                    <a:pt x="1692" y="1153"/>
                    <a:pt x="1717" y="2332"/>
                    <a:pt x="1641" y="3486"/>
                  </a:cubicBezTo>
                  <a:cubicBezTo>
                    <a:pt x="1512" y="6254"/>
                    <a:pt x="1333" y="9047"/>
                    <a:pt x="1179" y="11841"/>
                  </a:cubicBezTo>
                  <a:cubicBezTo>
                    <a:pt x="1000" y="14917"/>
                    <a:pt x="1102" y="18044"/>
                    <a:pt x="1461" y="21119"/>
                  </a:cubicBezTo>
                  <a:cubicBezTo>
                    <a:pt x="1717" y="23349"/>
                    <a:pt x="2179" y="25553"/>
                    <a:pt x="2871" y="27680"/>
                  </a:cubicBezTo>
                  <a:cubicBezTo>
                    <a:pt x="3640" y="30166"/>
                    <a:pt x="4870" y="32473"/>
                    <a:pt x="6510" y="34524"/>
                  </a:cubicBezTo>
                  <a:cubicBezTo>
                    <a:pt x="7792" y="36113"/>
                    <a:pt x="9407" y="37445"/>
                    <a:pt x="11252" y="38394"/>
                  </a:cubicBezTo>
                  <a:cubicBezTo>
                    <a:pt x="14148" y="39906"/>
                    <a:pt x="17429" y="40572"/>
                    <a:pt x="20684" y="40265"/>
                  </a:cubicBezTo>
                  <a:cubicBezTo>
                    <a:pt x="22709" y="40085"/>
                    <a:pt x="24682" y="39650"/>
                    <a:pt x="26604" y="39009"/>
                  </a:cubicBezTo>
                  <a:cubicBezTo>
                    <a:pt x="29014" y="38214"/>
                    <a:pt x="31372" y="37266"/>
                    <a:pt x="33627" y="36138"/>
                  </a:cubicBezTo>
                  <a:cubicBezTo>
                    <a:pt x="36626" y="34652"/>
                    <a:pt x="39599" y="33140"/>
                    <a:pt x="42597" y="31679"/>
                  </a:cubicBezTo>
                  <a:cubicBezTo>
                    <a:pt x="44955" y="30525"/>
                    <a:pt x="47313" y="29372"/>
                    <a:pt x="49723" y="28296"/>
                  </a:cubicBezTo>
                  <a:cubicBezTo>
                    <a:pt x="51184" y="27655"/>
                    <a:pt x="52721" y="27142"/>
                    <a:pt x="54259" y="26604"/>
                  </a:cubicBezTo>
                  <a:cubicBezTo>
                    <a:pt x="55361" y="26219"/>
                    <a:pt x="56515" y="25989"/>
                    <a:pt x="57668" y="25861"/>
                  </a:cubicBezTo>
                  <a:cubicBezTo>
                    <a:pt x="58386" y="25784"/>
                    <a:pt x="59103" y="25809"/>
                    <a:pt x="59821" y="25938"/>
                  </a:cubicBezTo>
                  <a:cubicBezTo>
                    <a:pt x="60923" y="26143"/>
                    <a:pt x="61641" y="26706"/>
                    <a:pt x="61923" y="27603"/>
                  </a:cubicBezTo>
                  <a:cubicBezTo>
                    <a:pt x="62076" y="28014"/>
                    <a:pt x="62153" y="28449"/>
                    <a:pt x="62153" y="28885"/>
                  </a:cubicBezTo>
                  <a:cubicBezTo>
                    <a:pt x="62128" y="29474"/>
                    <a:pt x="62076" y="30064"/>
                    <a:pt x="61948" y="30653"/>
                  </a:cubicBezTo>
                  <a:cubicBezTo>
                    <a:pt x="61564" y="32473"/>
                    <a:pt x="60795" y="34216"/>
                    <a:pt x="59949" y="35933"/>
                  </a:cubicBezTo>
                  <a:cubicBezTo>
                    <a:pt x="58437" y="39086"/>
                    <a:pt x="56694" y="42136"/>
                    <a:pt x="54951" y="45186"/>
                  </a:cubicBezTo>
                  <a:cubicBezTo>
                    <a:pt x="52824" y="48928"/>
                    <a:pt x="50671" y="52670"/>
                    <a:pt x="48595" y="56437"/>
                  </a:cubicBezTo>
                  <a:cubicBezTo>
                    <a:pt x="46852" y="59513"/>
                    <a:pt x="45494" y="62768"/>
                    <a:pt x="44520" y="66177"/>
                  </a:cubicBezTo>
                  <a:cubicBezTo>
                    <a:pt x="43161" y="71123"/>
                    <a:pt x="42316" y="76198"/>
                    <a:pt x="41982" y="81324"/>
                  </a:cubicBezTo>
                  <a:cubicBezTo>
                    <a:pt x="41700" y="86219"/>
                    <a:pt x="41752" y="91166"/>
                    <a:pt x="42111" y="96061"/>
                  </a:cubicBezTo>
                  <a:cubicBezTo>
                    <a:pt x="42316" y="99086"/>
                    <a:pt x="42597" y="102110"/>
                    <a:pt x="42931" y="105134"/>
                  </a:cubicBezTo>
                  <a:cubicBezTo>
                    <a:pt x="43238" y="108338"/>
                    <a:pt x="43623" y="111516"/>
                    <a:pt x="44084" y="114669"/>
                  </a:cubicBezTo>
                  <a:cubicBezTo>
                    <a:pt x="44699" y="119103"/>
                    <a:pt x="45647" y="123511"/>
                    <a:pt x="46878" y="127817"/>
                  </a:cubicBezTo>
                  <a:cubicBezTo>
                    <a:pt x="47390" y="129713"/>
                    <a:pt x="48057" y="131584"/>
                    <a:pt x="48877" y="133378"/>
                  </a:cubicBezTo>
                  <a:cubicBezTo>
                    <a:pt x="50492" y="136787"/>
                    <a:pt x="53157" y="139427"/>
                    <a:pt x="56976" y="141247"/>
                  </a:cubicBezTo>
                  <a:cubicBezTo>
                    <a:pt x="57950" y="141683"/>
                    <a:pt x="58898" y="142118"/>
                    <a:pt x="59923" y="142503"/>
                  </a:cubicBezTo>
                  <a:cubicBezTo>
                    <a:pt x="61333" y="143015"/>
                    <a:pt x="62768" y="143528"/>
                    <a:pt x="64204" y="143989"/>
                  </a:cubicBezTo>
                  <a:cubicBezTo>
                    <a:pt x="68817" y="145450"/>
                    <a:pt x="73431" y="146860"/>
                    <a:pt x="77941" y="148551"/>
                  </a:cubicBezTo>
                  <a:cubicBezTo>
                    <a:pt x="81171" y="149730"/>
                    <a:pt x="84451" y="150935"/>
                    <a:pt x="87706" y="152140"/>
                  </a:cubicBezTo>
                  <a:cubicBezTo>
                    <a:pt x="89859" y="152934"/>
                    <a:pt x="92038" y="153652"/>
                    <a:pt x="94268" y="154216"/>
                  </a:cubicBezTo>
                  <a:cubicBezTo>
                    <a:pt x="98727" y="155446"/>
                    <a:pt x="103341" y="155984"/>
                    <a:pt x="107954" y="155830"/>
                  </a:cubicBezTo>
                  <a:cubicBezTo>
                    <a:pt x="111261" y="155677"/>
                    <a:pt x="114567" y="155190"/>
                    <a:pt x="117796" y="154395"/>
                  </a:cubicBezTo>
                  <a:cubicBezTo>
                    <a:pt x="119206" y="154087"/>
                    <a:pt x="120616" y="153703"/>
                    <a:pt x="121974" y="153190"/>
                  </a:cubicBezTo>
                  <a:lnTo>
                    <a:pt x="121974" y="155266"/>
                  </a:lnTo>
                  <a:cubicBezTo>
                    <a:pt x="119308" y="156112"/>
                    <a:pt x="116566" y="156779"/>
                    <a:pt x="113824" y="157240"/>
                  </a:cubicBezTo>
                  <a:cubicBezTo>
                    <a:pt x="109236" y="158034"/>
                    <a:pt x="104571" y="158086"/>
                    <a:pt x="100009" y="15736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162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69" name="Google Shape;618;p22"/>
            <p:cNvSpPr/>
            <p:nvPr/>
          </p:nvSpPr>
          <p:spPr>
            <a:xfrm flipV="1">
              <a:off x="-3600" y="-720"/>
              <a:ext cx="5097240" cy="4172040"/>
            </a:xfrm>
            <a:custGeom>
              <a:avLst/>
              <a:gdLst>
                <a:gd name="textAreaLeft" fmla="*/ 0 w 5097240"/>
                <a:gd name="textAreaRight" fmla="*/ 5097600 w 5097240"/>
                <a:gd name="textAreaTop" fmla="*/ -360 h 4172040"/>
                <a:gd name="textAreaBottom" fmla="*/ 4172040 h 4172040"/>
              </a:gdLst>
              <a:ahLst/>
              <a:cxnLst/>
              <a:rect l="textAreaLeft" t="textAreaTop" r="textAreaRight" b="textAreaBottom"/>
              <a:pathLst>
                <a:path w="158702" h="142734">
                  <a:moveTo>
                    <a:pt x="1256" y="436"/>
                  </a:moveTo>
                  <a:cubicBezTo>
                    <a:pt x="5331" y="2358"/>
                    <a:pt x="9329" y="4460"/>
                    <a:pt x="13123" y="6741"/>
                  </a:cubicBezTo>
                  <a:cubicBezTo>
                    <a:pt x="17403" y="9304"/>
                    <a:pt x="21606" y="11893"/>
                    <a:pt x="25810" y="14533"/>
                  </a:cubicBezTo>
                  <a:cubicBezTo>
                    <a:pt x="29295" y="16686"/>
                    <a:pt x="32781" y="18864"/>
                    <a:pt x="36446" y="20838"/>
                  </a:cubicBezTo>
                  <a:cubicBezTo>
                    <a:pt x="41239" y="23426"/>
                    <a:pt x="46288" y="25579"/>
                    <a:pt x="51491" y="27220"/>
                  </a:cubicBezTo>
                  <a:cubicBezTo>
                    <a:pt x="56079" y="28680"/>
                    <a:pt x="60795" y="29783"/>
                    <a:pt x="65716" y="30013"/>
                  </a:cubicBezTo>
                  <a:cubicBezTo>
                    <a:pt x="68766" y="30193"/>
                    <a:pt x="71841" y="29859"/>
                    <a:pt x="74789" y="29065"/>
                  </a:cubicBezTo>
                  <a:cubicBezTo>
                    <a:pt x="77890" y="28168"/>
                    <a:pt x="80786" y="26656"/>
                    <a:pt x="83272" y="24605"/>
                  </a:cubicBezTo>
                  <a:cubicBezTo>
                    <a:pt x="84913" y="23272"/>
                    <a:pt x="86476" y="21786"/>
                    <a:pt x="87886" y="20197"/>
                  </a:cubicBezTo>
                  <a:cubicBezTo>
                    <a:pt x="89500" y="18352"/>
                    <a:pt x="91089" y="16455"/>
                    <a:pt x="92678" y="14610"/>
                  </a:cubicBezTo>
                  <a:cubicBezTo>
                    <a:pt x="93960" y="13123"/>
                    <a:pt x="95241" y="11636"/>
                    <a:pt x="96574" y="10201"/>
                  </a:cubicBezTo>
                  <a:cubicBezTo>
                    <a:pt x="97728" y="8971"/>
                    <a:pt x="99035" y="7920"/>
                    <a:pt x="100496" y="7074"/>
                  </a:cubicBezTo>
                  <a:cubicBezTo>
                    <a:pt x="101546" y="6434"/>
                    <a:pt x="102725" y="5947"/>
                    <a:pt x="103930" y="5639"/>
                  </a:cubicBezTo>
                  <a:cubicBezTo>
                    <a:pt x="106006" y="5075"/>
                    <a:pt x="108236" y="5357"/>
                    <a:pt x="110107" y="6408"/>
                  </a:cubicBezTo>
                  <a:cubicBezTo>
                    <a:pt x="110696" y="6741"/>
                    <a:pt x="111260" y="7126"/>
                    <a:pt x="111773" y="7561"/>
                  </a:cubicBezTo>
                  <a:cubicBezTo>
                    <a:pt x="112644" y="8253"/>
                    <a:pt x="113439" y="9073"/>
                    <a:pt x="114105" y="9971"/>
                  </a:cubicBezTo>
                  <a:cubicBezTo>
                    <a:pt x="115028" y="11175"/>
                    <a:pt x="115874" y="12431"/>
                    <a:pt x="116566" y="13764"/>
                  </a:cubicBezTo>
                  <a:cubicBezTo>
                    <a:pt x="118360" y="17147"/>
                    <a:pt x="119821" y="20684"/>
                    <a:pt x="120923" y="24349"/>
                  </a:cubicBezTo>
                  <a:cubicBezTo>
                    <a:pt x="122819" y="30295"/>
                    <a:pt x="124203" y="36421"/>
                    <a:pt x="125075" y="42597"/>
                  </a:cubicBezTo>
                  <a:cubicBezTo>
                    <a:pt x="125562" y="45929"/>
                    <a:pt x="125844" y="49287"/>
                    <a:pt x="125946" y="52619"/>
                  </a:cubicBezTo>
                  <a:cubicBezTo>
                    <a:pt x="126126" y="57617"/>
                    <a:pt x="125972" y="62589"/>
                    <a:pt x="125818" y="67561"/>
                  </a:cubicBezTo>
                  <a:cubicBezTo>
                    <a:pt x="125639" y="72533"/>
                    <a:pt x="125972" y="77480"/>
                    <a:pt x="126843" y="82375"/>
                  </a:cubicBezTo>
                  <a:cubicBezTo>
                    <a:pt x="127459" y="85835"/>
                    <a:pt x="128766" y="89116"/>
                    <a:pt x="130714" y="92063"/>
                  </a:cubicBezTo>
                  <a:cubicBezTo>
                    <a:pt x="131457" y="93140"/>
                    <a:pt x="132174" y="94242"/>
                    <a:pt x="132918" y="95344"/>
                  </a:cubicBezTo>
                  <a:cubicBezTo>
                    <a:pt x="134353" y="97420"/>
                    <a:pt x="135378" y="99727"/>
                    <a:pt x="135968" y="102187"/>
                  </a:cubicBezTo>
                  <a:cubicBezTo>
                    <a:pt x="136506" y="104494"/>
                    <a:pt x="137019" y="106801"/>
                    <a:pt x="137506" y="109107"/>
                  </a:cubicBezTo>
                  <a:cubicBezTo>
                    <a:pt x="139171" y="116745"/>
                    <a:pt x="142503" y="123870"/>
                    <a:pt x="147450" y="130457"/>
                  </a:cubicBezTo>
                  <a:cubicBezTo>
                    <a:pt x="150808" y="134891"/>
                    <a:pt x="154575" y="138992"/>
                    <a:pt x="158702" y="142734"/>
                  </a:cubicBezTo>
                  <a:lnTo>
                    <a:pt x="155318" y="142734"/>
                  </a:lnTo>
                  <a:lnTo>
                    <a:pt x="153114" y="140453"/>
                  </a:lnTo>
                  <a:cubicBezTo>
                    <a:pt x="145656" y="132789"/>
                    <a:pt x="139915" y="124332"/>
                    <a:pt x="136275" y="114951"/>
                  </a:cubicBezTo>
                  <a:cubicBezTo>
                    <a:pt x="135378" y="112619"/>
                    <a:pt x="134507" y="110286"/>
                    <a:pt x="133661" y="107954"/>
                  </a:cubicBezTo>
                  <a:cubicBezTo>
                    <a:pt x="132661" y="105212"/>
                    <a:pt x="131354" y="102597"/>
                    <a:pt x="129740" y="100162"/>
                  </a:cubicBezTo>
                  <a:cubicBezTo>
                    <a:pt x="128817" y="98804"/>
                    <a:pt x="127945" y="97394"/>
                    <a:pt x="127100" y="95985"/>
                  </a:cubicBezTo>
                  <a:cubicBezTo>
                    <a:pt x="125331" y="93114"/>
                    <a:pt x="124152" y="89936"/>
                    <a:pt x="123640" y="86604"/>
                  </a:cubicBezTo>
                  <a:cubicBezTo>
                    <a:pt x="123230" y="83913"/>
                    <a:pt x="123024" y="81171"/>
                    <a:pt x="122999" y="78454"/>
                  </a:cubicBezTo>
                  <a:cubicBezTo>
                    <a:pt x="122896" y="73789"/>
                    <a:pt x="123178" y="69125"/>
                    <a:pt x="123511" y="64460"/>
                  </a:cubicBezTo>
                  <a:cubicBezTo>
                    <a:pt x="123793" y="60205"/>
                    <a:pt x="123973" y="55951"/>
                    <a:pt x="123845" y="51696"/>
                  </a:cubicBezTo>
                  <a:cubicBezTo>
                    <a:pt x="123768" y="48723"/>
                    <a:pt x="123537" y="45750"/>
                    <a:pt x="123127" y="42777"/>
                  </a:cubicBezTo>
                  <a:cubicBezTo>
                    <a:pt x="122691" y="39650"/>
                    <a:pt x="122102" y="36523"/>
                    <a:pt x="121359" y="33422"/>
                  </a:cubicBezTo>
                  <a:cubicBezTo>
                    <a:pt x="120461" y="29449"/>
                    <a:pt x="119231" y="25579"/>
                    <a:pt x="117719" y="21786"/>
                  </a:cubicBezTo>
                  <a:cubicBezTo>
                    <a:pt x="116694" y="19249"/>
                    <a:pt x="115438" y="16839"/>
                    <a:pt x="113951" y="14558"/>
                  </a:cubicBezTo>
                  <a:cubicBezTo>
                    <a:pt x="113208" y="13431"/>
                    <a:pt x="112337" y="12405"/>
                    <a:pt x="111388" y="11457"/>
                  </a:cubicBezTo>
                  <a:cubicBezTo>
                    <a:pt x="110620" y="10714"/>
                    <a:pt x="109748" y="10099"/>
                    <a:pt x="108825" y="9612"/>
                  </a:cubicBezTo>
                  <a:cubicBezTo>
                    <a:pt x="107236" y="8792"/>
                    <a:pt x="105442" y="8535"/>
                    <a:pt x="103699" y="8868"/>
                  </a:cubicBezTo>
                  <a:cubicBezTo>
                    <a:pt x="102777" y="9048"/>
                    <a:pt x="101880" y="9330"/>
                    <a:pt x="101059" y="9714"/>
                  </a:cubicBezTo>
                  <a:cubicBezTo>
                    <a:pt x="99881" y="10252"/>
                    <a:pt x="98804" y="10944"/>
                    <a:pt x="97830" y="11790"/>
                  </a:cubicBezTo>
                  <a:cubicBezTo>
                    <a:pt x="96651" y="12841"/>
                    <a:pt x="95472" y="13918"/>
                    <a:pt x="94396" y="15045"/>
                  </a:cubicBezTo>
                  <a:cubicBezTo>
                    <a:pt x="92935" y="16532"/>
                    <a:pt x="91602" y="18095"/>
                    <a:pt x="90167" y="19582"/>
                  </a:cubicBezTo>
                  <a:cubicBezTo>
                    <a:pt x="88731" y="21094"/>
                    <a:pt x="87296" y="22504"/>
                    <a:pt x="85810" y="23939"/>
                  </a:cubicBezTo>
                  <a:cubicBezTo>
                    <a:pt x="84502" y="25143"/>
                    <a:pt x="83093" y="26246"/>
                    <a:pt x="81555" y="27194"/>
                  </a:cubicBezTo>
                  <a:cubicBezTo>
                    <a:pt x="77890" y="29501"/>
                    <a:pt x="73738" y="30705"/>
                    <a:pt x="69150" y="30910"/>
                  </a:cubicBezTo>
                  <a:cubicBezTo>
                    <a:pt x="65408" y="31038"/>
                    <a:pt x="61666" y="30680"/>
                    <a:pt x="58001" y="29834"/>
                  </a:cubicBezTo>
                  <a:cubicBezTo>
                    <a:pt x="51747" y="28450"/>
                    <a:pt x="45673" y="26374"/>
                    <a:pt x="39855" y="23657"/>
                  </a:cubicBezTo>
                  <a:cubicBezTo>
                    <a:pt x="35754" y="21709"/>
                    <a:pt x="31756" y="19531"/>
                    <a:pt x="27886" y="17147"/>
                  </a:cubicBezTo>
                  <a:cubicBezTo>
                    <a:pt x="23452" y="14507"/>
                    <a:pt x="19069" y="11842"/>
                    <a:pt x="14609" y="9227"/>
                  </a:cubicBezTo>
                  <a:cubicBezTo>
                    <a:pt x="10560" y="6844"/>
                    <a:pt x="6356" y="4665"/>
                    <a:pt x="2076" y="2768"/>
                  </a:cubicBezTo>
                  <a:cubicBezTo>
                    <a:pt x="1615" y="2538"/>
                    <a:pt x="1128" y="2358"/>
                    <a:pt x="641" y="2153"/>
                  </a:cubicBezTo>
                  <a:cubicBezTo>
                    <a:pt x="436" y="2128"/>
                    <a:pt x="205" y="2102"/>
                    <a:pt x="0" y="2128"/>
                  </a:cubicBezTo>
                  <a:lnTo>
                    <a:pt x="0" y="52"/>
                  </a:lnTo>
                  <a:cubicBezTo>
                    <a:pt x="513" y="0"/>
                    <a:pt x="871" y="257"/>
                    <a:pt x="1256" y="436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162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70" name="Google Shape;619;p22"/>
            <p:cNvSpPr/>
            <p:nvPr/>
          </p:nvSpPr>
          <p:spPr>
            <a:xfrm flipV="1">
              <a:off x="-3600" y="360"/>
              <a:ext cx="1171800" cy="764640"/>
            </a:xfrm>
            <a:custGeom>
              <a:avLst/>
              <a:gdLst>
                <a:gd name="textAreaLeft" fmla="*/ 0 w 1171800"/>
                <a:gd name="textAreaRight" fmla="*/ 1172160 w 1171800"/>
                <a:gd name="textAreaTop" fmla="*/ 360 h 764640"/>
                <a:gd name="textAreaBottom" fmla="*/ 765360 h 764640"/>
              </a:gdLst>
              <a:ahLst/>
              <a:cxnLst/>
              <a:rect l="textAreaLeft" t="textAreaTop" r="textAreaRight" b="textAreaBottom"/>
              <a:pathLst>
                <a:path w="36498" h="26169">
                  <a:moveTo>
                    <a:pt x="641" y="9355"/>
                  </a:moveTo>
                  <a:cubicBezTo>
                    <a:pt x="974" y="9150"/>
                    <a:pt x="1307" y="8945"/>
                    <a:pt x="1640" y="8740"/>
                  </a:cubicBezTo>
                  <a:cubicBezTo>
                    <a:pt x="4690" y="6766"/>
                    <a:pt x="7894" y="5023"/>
                    <a:pt x="11200" y="3511"/>
                  </a:cubicBezTo>
                  <a:cubicBezTo>
                    <a:pt x="13456" y="2435"/>
                    <a:pt x="15814" y="1563"/>
                    <a:pt x="18249" y="897"/>
                  </a:cubicBezTo>
                  <a:cubicBezTo>
                    <a:pt x="20478" y="282"/>
                    <a:pt x="22760" y="0"/>
                    <a:pt x="25066" y="51"/>
                  </a:cubicBezTo>
                  <a:cubicBezTo>
                    <a:pt x="26040" y="77"/>
                    <a:pt x="27014" y="179"/>
                    <a:pt x="27988" y="384"/>
                  </a:cubicBezTo>
                  <a:cubicBezTo>
                    <a:pt x="30577" y="948"/>
                    <a:pt x="32525" y="2179"/>
                    <a:pt x="33934" y="4050"/>
                  </a:cubicBezTo>
                  <a:cubicBezTo>
                    <a:pt x="34934" y="5485"/>
                    <a:pt x="35626" y="7100"/>
                    <a:pt x="35985" y="8817"/>
                  </a:cubicBezTo>
                  <a:cubicBezTo>
                    <a:pt x="36318" y="10406"/>
                    <a:pt x="36497" y="12020"/>
                    <a:pt x="36497" y="13661"/>
                  </a:cubicBezTo>
                  <a:cubicBezTo>
                    <a:pt x="36497" y="15967"/>
                    <a:pt x="36369" y="18300"/>
                    <a:pt x="36062" y="20581"/>
                  </a:cubicBezTo>
                  <a:cubicBezTo>
                    <a:pt x="35857" y="22247"/>
                    <a:pt x="35651" y="23887"/>
                    <a:pt x="35472" y="25527"/>
                  </a:cubicBezTo>
                  <a:cubicBezTo>
                    <a:pt x="35472" y="25758"/>
                    <a:pt x="35498" y="25963"/>
                    <a:pt x="35523" y="26168"/>
                  </a:cubicBezTo>
                  <a:lnTo>
                    <a:pt x="26425" y="26168"/>
                  </a:lnTo>
                  <a:cubicBezTo>
                    <a:pt x="26066" y="24400"/>
                    <a:pt x="25733" y="22606"/>
                    <a:pt x="25066" y="20863"/>
                  </a:cubicBezTo>
                  <a:cubicBezTo>
                    <a:pt x="24733" y="19991"/>
                    <a:pt x="24349" y="19146"/>
                    <a:pt x="23913" y="18325"/>
                  </a:cubicBezTo>
                  <a:cubicBezTo>
                    <a:pt x="23477" y="17582"/>
                    <a:pt x="22990" y="16916"/>
                    <a:pt x="22426" y="16301"/>
                  </a:cubicBezTo>
                  <a:cubicBezTo>
                    <a:pt x="20504" y="14250"/>
                    <a:pt x="17915" y="13456"/>
                    <a:pt x="14840" y="13661"/>
                  </a:cubicBezTo>
                  <a:cubicBezTo>
                    <a:pt x="12584" y="13840"/>
                    <a:pt x="10380" y="14353"/>
                    <a:pt x="8304" y="15199"/>
                  </a:cubicBezTo>
                  <a:cubicBezTo>
                    <a:pt x="6638" y="15839"/>
                    <a:pt x="4998" y="16583"/>
                    <a:pt x="3434" y="17403"/>
                  </a:cubicBezTo>
                  <a:cubicBezTo>
                    <a:pt x="2666" y="17813"/>
                    <a:pt x="1922" y="18223"/>
                    <a:pt x="1128" y="18607"/>
                  </a:cubicBezTo>
                  <a:cubicBezTo>
                    <a:pt x="769" y="18787"/>
                    <a:pt x="384" y="18889"/>
                    <a:pt x="0" y="19043"/>
                  </a:cubicBezTo>
                  <a:lnTo>
                    <a:pt x="0" y="9457"/>
                  </a:lnTo>
                  <a:cubicBezTo>
                    <a:pt x="205" y="9509"/>
                    <a:pt x="461" y="9483"/>
                    <a:pt x="641" y="935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162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71" name="Google Shape;620;p22"/>
            <p:cNvSpPr/>
            <p:nvPr/>
          </p:nvSpPr>
          <p:spPr>
            <a:xfrm flipV="1">
              <a:off x="8142120" y="2671920"/>
              <a:ext cx="996480" cy="1850400"/>
            </a:xfrm>
            <a:custGeom>
              <a:avLst/>
              <a:gdLst>
                <a:gd name="textAreaLeft" fmla="*/ 0 w 996480"/>
                <a:gd name="textAreaRight" fmla="*/ 996840 w 996480"/>
                <a:gd name="textAreaTop" fmla="*/ 360 h 1850400"/>
                <a:gd name="textAreaBottom" fmla="*/ 1851120 h 1850400"/>
              </a:gdLst>
              <a:ahLst/>
              <a:cxnLst/>
              <a:rect l="textAreaLeft" t="textAreaTop" r="textAreaRight" b="textAreaBottom"/>
              <a:pathLst>
                <a:path w="31039" h="63307">
                  <a:moveTo>
                    <a:pt x="20172" y="62948"/>
                  </a:moveTo>
                  <a:cubicBezTo>
                    <a:pt x="16660" y="62537"/>
                    <a:pt x="13303" y="61615"/>
                    <a:pt x="10381" y="59872"/>
                  </a:cubicBezTo>
                  <a:cubicBezTo>
                    <a:pt x="6050" y="57283"/>
                    <a:pt x="3128" y="53874"/>
                    <a:pt x="1641" y="49620"/>
                  </a:cubicBezTo>
                  <a:cubicBezTo>
                    <a:pt x="513" y="46288"/>
                    <a:pt x="1" y="42802"/>
                    <a:pt x="129" y="39317"/>
                  </a:cubicBezTo>
                  <a:cubicBezTo>
                    <a:pt x="283" y="34985"/>
                    <a:pt x="1564" y="30884"/>
                    <a:pt x="3615" y="26937"/>
                  </a:cubicBezTo>
                  <a:cubicBezTo>
                    <a:pt x="5998" y="22350"/>
                    <a:pt x="9202" y="18198"/>
                    <a:pt x="12995" y="14327"/>
                  </a:cubicBezTo>
                  <a:cubicBezTo>
                    <a:pt x="17327" y="9970"/>
                    <a:pt x="22043" y="6023"/>
                    <a:pt x="27066" y="2486"/>
                  </a:cubicBezTo>
                  <a:cubicBezTo>
                    <a:pt x="28194" y="1692"/>
                    <a:pt x="29373" y="974"/>
                    <a:pt x="30552" y="205"/>
                  </a:cubicBezTo>
                  <a:cubicBezTo>
                    <a:pt x="30706" y="128"/>
                    <a:pt x="30860" y="52"/>
                    <a:pt x="31039" y="0"/>
                  </a:cubicBezTo>
                  <a:lnTo>
                    <a:pt x="31039" y="2640"/>
                  </a:lnTo>
                  <a:cubicBezTo>
                    <a:pt x="30936" y="2691"/>
                    <a:pt x="30834" y="2743"/>
                    <a:pt x="30757" y="2794"/>
                  </a:cubicBezTo>
                  <a:cubicBezTo>
                    <a:pt x="27425" y="5024"/>
                    <a:pt x="24221" y="7484"/>
                    <a:pt x="21171" y="10124"/>
                  </a:cubicBezTo>
                  <a:cubicBezTo>
                    <a:pt x="17660" y="13097"/>
                    <a:pt x="14508" y="16455"/>
                    <a:pt x="11765" y="20120"/>
                  </a:cubicBezTo>
                  <a:cubicBezTo>
                    <a:pt x="9407" y="23349"/>
                    <a:pt x="7485" y="26758"/>
                    <a:pt x="6357" y="30423"/>
                  </a:cubicBezTo>
                  <a:cubicBezTo>
                    <a:pt x="4461" y="36446"/>
                    <a:pt x="5332" y="42213"/>
                    <a:pt x="8818" y="47723"/>
                  </a:cubicBezTo>
                  <a:cubicBezTo>
                    <a:pt x="10022" y="49646"/>
                    <a:pt x="11586" y="51337"/>
                    <a:pt x="13405" y="52696"/>
                  </a:cubicBezTo>
                  <a:cubicBezTo>
                    <a:pt x="15917" y="54515"/>
                    <a:pt x="18813" y="55669"/>
                    <a:pt x="22043" y="56361"/>
                  </a:cubicBezTo>
                  <a:cubicBezTo>
                    <a:pt x="24298" y="56822"/>
                    <a:pt x="26579" y="57104"/>
                    <a:pt x="28886" y="57206"/>
                  </a:cubicBezTo>
                  <a:lnTo>
                    <a:pt x="31039" y="57335"/>
                  </a:lnTo>
                  <a:lnTo>
                    <a:pt x="31039" y="62768"/>
                  </a:lnTo>
                  <a:cubicBezTo>
                    <a:pt x="30860" y="62819"/>
                    <a:pt x="30680" y="62871"/>
                    <a:pt x="30501" y="62896"/>
                  </a:cubicBezTo>
                  <a:cubicBezTo>
                    <a:pt x="27066" y="63306"/>
                    <a:pt x="23606" y="63306"/>
                    <a:pt x="20172" y="6294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162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72" name="Google Shape;621;p22"/>
            <p:cNvSpPr/>
            <p:nvPr/>
          </p:nvSpPr>
          <p:spPr>
            <a:xfrm flipV="1">
              <a:off x="-4320" y="-720"/>
              <a:ext cx="3094200" cy="2824920"/>
            </a:xfrm>
            <a:custGeom>
              <a:avLst/>
              <a:gdLst>
                <a:gd name="textAreaLeft" fmla="*/ 0 w 3094200"/>
                <a:gd name="textAreaRight" fmla="*/ 3094560 w 3094200"/>
                <a:gd name="textAreaTop" fmla="*/ -360 h 2824920"/>
                <a:gd name="textAreaBottom" fmla="*/ 2824920 h 2824920"/>
              </a:gdLst>
              <a:ahLst/>
              <a:cxnLst/>
              <a:rect l="textAreaLeft" t="textAreaTop" r="textAreaRight" b="textAreaBottom"/>
              <a:pathLst>
                <a:path w="96344" h="96651">
                  <a:moveTo>
                    <a:pt x="436" y="22093"/>
                  </a:moveTo>
                  <a:cubicBezTo>
                    <a:pt x="564" y="21837"/>
                    <a:pt x="667" y="21581"/>
                    <a:pt x="769" y="21299"/>
                  </a:cubicBezTo>
                  <a:cubicBezTo>
                    <a:pt x="1692" y="18582"/>
                    <a:pt x="2897" y="15968"/>
                    <a:pt x="4357" y="13507"/>
                  </a:cubicBezTo>
                  <a:cubicBezTo>
                    <a:pt x="5767" y="11149"/>
                    <a:pt x="7459" y="9022"/>
                    <a:pt x="9432" y="7177"/>
                  </a:cubicBezTo>
                  <a:cubicBezTo>
                    <a:pt x="12277" y="4485"/>
                    <a:pt x="15763" y="2614"/>
                    <a:pt x="19889" y="1564"/>
                  </a:cubicBezTo>
                  <a:cubicBezTo>
                    <a:pt x="21555" y="1128"/>
                    <a:pt x="23273" y="795"/>
                    <a:pt x="24990" y="564"/>
                  </a:cubicBezTo>
                  <a:cubicBezTo>
                    <a:pt x="27886" y="205"/>
                    <a:pt x="30782" y="26"/>
                    <a:pt x="33704" y="26"/>
                  </a:cubicBezTo>
                  <a:cubicBezTo>
                    <a:pt x="39035" y="0"/>
                    <a:pt x="44315" y="359"/>
                    <a:pt x="49620" y="667"/>
                  </a:cubicBezTo>
                  <a:cubicBezTo>
                    <a:pt x="53337" y="897"/>
                    <a:pt x="57027" y="1128"/>
                    <a:pt x="60744" y="1307"/>
                  </a:cubicBezTo>
                  <a:cubicBezTo>
                    <a:pt x="65024" y="1512"/>
                    <a:pt x="69304" y="1589"/>
                    <a:pt x="73610" y="1615"/>
                  </a:cubicBezTo>
                  <a:cubicBezTo>
                    <a:pt x="76481" y="1615"/>
                    <a:pt x="79377" y="1666"/>
                    <a:pt x="82247" y="1743"/>
                  </a:cubicBezTo>
                  <a:cubicBezTo>
                    <a:pt x="83913" y="1769"/>
                    <a:pt x="85579" y="1948"/>
                    <a:pt x="87194" y="2307"/>
                  </a:cubicBezTo>
                  <a:cubicBezTo>
                    <a:pt x="89962" y="2948"/>
                    <a:pt x="91910" y="4357"/>
                    <a:pt x="93012" y="6587"/>
                  </a:cubicBezTo>
                  <a:cubicBezTo>
                    <a:pt x="93576" y="7792"/>
                    <a:pt x="93960" y="9073"/>
                    <a:pt x="94088" y="10406"/>
                  </a:cubicBezTo>
                  <a:cubicBezTo>
                    <a:pt x="94319" y="12482"/>
                    <a:pt x="94294" y="14609"/>
                    <a:pt x="93986" y="16685"/>
                  </a:cubicBezTo>
                  <a:cubicBezTo>
                    <a:pt x="93602" y="19761"/>
                    <a:pt x="93115" y="22836"/>
                    <a:pt x="92628" y="25912"/>
                  </a:cubicBezTo>
                  <a:cubicBezTo>
                    <a:pt x="92038" y="29577"/>
                    <a:pt x="91525" y="33242"/>
                    <a:pt x="91167" y="36933"/>
                  </a:cubicBezTo>
                  <a:cubicBezTo>
                    <a:pt x="90757" y="40983"/>
                    <a:pt x="90577" y="45058"/>
                    <a:pt x="90577" y="49133"/>
                  </a:cubicBezTo>
                  <a:cubicBezTo>
                    <a:pt x="90577" y="51465"/>
                    <a:pt x="90654" y="53823"/>
                    <a:pt x="90782" y="56181"/>
                  </a:cubicBezTo>
                  <a:cubicBezTo>
                    <a:pt x="90910" y="58513"/>
                    <a:pt x="91090" y="60923"/>
                    <a:pt x="91346" y="63306"/>
                  </a:cubicBezTo>
                  <a:cubicBezTo>
                    <a:pt x="91551" y="65510"/>
                    <a:pt x="91807" y="67715"/>
                    <a:pt x="92141" y="69919"/>
                  </a:cubicBezTo>
                  <a:cubicBezTo>
                    <a:pt x="92525" y="72661"/>
                    <a:pt x="92935" y="75404"/>
                    <a:pt x="93371" y="78120"/>
                  </a:cubicBezTo>
                  <a:cubicBezTo>
                    <a:pt x="93858" y="81170"/>
                    <a:pt x="94396" y="84220"/>
                    <a:pt x="94883" y="87245"/>
                  </a:cubicBezTo>
                  <a:cubicBezTo>
                    <a:pt x="95396" y="90372"/>
                    <a:pt x="95857" y="93524"/>
                    <a:pt x="96344" y="96651"/>
                  </a:cubicBezTo>
                  <a:lnTo>
                    <a:pt x="93627" y="96651"/>
                  </a:lnTo>
                  <a:cubicBezTo>
                    <a:pt x="93627" y="96446"/>
                    <a:pt x="93627" y="96215"/>
                    <a:pt x="93602" y="96010"/>
                  </a:cubicBezTo>
                  <a:cubicBezTo>
                    <a:pt x="93191" y="91269"/>
                    <a:pt x="92551" y="86527"/>
                    <a:pt x="91936" y="81811"/>
                  </a:cubicBezTo>
                  <a:cubicBezTo>
                    <a:pt x="91525" y="78659"/>
                    <a:pt x="91064" y="75532"/>
                    <a:pt x="90705" y="72379"/>
                  </a:cubicBezTo>
                  <a:cubicBezTo>
                    <a:pt x="90321" y="69124"/>
                    <a:pt x="90013" y="65895"/>
                    <a:pt x="89680" y="62640"/>
                  </a:cubicBezTo>
                  <a:cubicBezTo>
                    <a:pt x="89321" y="58924"/>
                    <a:pt x="89193" y="55207"/>
                    <a:pt x="89116" y="51465"/>
                  </a:cubicBezTo>
                  <a:cubicBezTo>
                    <a:pt x="89065" y="47749"/>
                    <a:pt x="89219" y="43956"/>
                    <a:pt x="89475" y="40214"/>
                  </a:cubicBezTo>
                  <a:cubicBezTo>
                    <a:pt x="89706" y="36805"/>
                    <a:pt x="90065" y="33396"/>
                    <a:pt x="90500" y="30013"/>
                  </a:cubicBezTo>
                  <a:cubicBezTo>
                    <a:pt x="90936" y="26399"/>
                    <a:pt x="91449" y="22785"/>
                    <a:pt x="91910" y="19171"/>
                  </a:cubicBezTo>
                  <a:cubicBezTo>
                    <a:pt x="92217" y="16890"/>
                    <a:pt x="92269" y="14558"/>
                    <a:pt x="92038" y="12226"/>
                  </a:cubicBezTo>
                  <a:cubicBezTo>
                    <a:pt x="91910" y="11047"/>
                    <a:pt x="91602" y="9868"/>
                    <a:pt x="91141" y="8766"/>
                  </a:cubicBezTo>
                  <a:cubicBezTo>
                    <a:pt x="90167" y="6613"/>
                    <a:pt x="88399" y="5101"/>
                    <a:pt x="85759" y="4357"/>
                  </a:cubicBezTo>
                  <a:cubicBezTo>
                    <a:pt x="84964" y="4101"/>
                    <a:pt x="84144" y="3922"/>
                    <a:pt x="83324" y="3768"/>
                  </a:cubicBezTo>
                  <a:cubicBezTo>
                    <a:pt x="80889" y="3435"/>
                    <a:pt x="78428" y="3230"/>
                    <a:pt x="75968" y="3204"/>
                  </a:cubicBezTo>
                  <a:cubicBezTo>
                    <a:pt x="71406" y="3101"/>
                    <a:pt x="66844" y="2999"/>
                    <a:pt x="62307" y="2871"/>
                  </a:cubicBezTo>
                  <a:cubicBezTo>
                    <a:pt x="57335" y="2717"/>
                    <a:pt x="52363" y="2538"/>
                    <a:pt x="47416" y="2358"/>
                  </a:cubicBezTo>
                  <a:cubicBezTo>
                    <a:pt x="42598" y="2204"/>
                    <a:pt x="37779" y="2153"/>
                    <a:pt x="32961" y="2486"/>
                  </a:cubicBezTo>
                  <a:cubicBezTo>
                    <a:pt x="29654" y="2666"/>
                    <a:pt x="26348" y="3153"/>
                    <a:pt x="23144" y="3973"/>
                  </a:cubicBezTo>
                  <a:cubicBezTo>
                    <a:pt x="18915" y="5049"/>
                    <a:pt x="15225" y="6843"/>
                    <a:pt x="12175" y="9483"/>
                  </a:cubicBezTo>
                  <a:cubicBezTo>
                    <a:pt x="10201" y="11226"/>
                    <a:pt x="8484" y="13225"/>
                    <a:pt x="7049" y="15455"/>
                  </a:cubicBezTo>
                  <a:cubicBezTo>
                    <a:pt x="5716" y="17531"/>
                    <a:pt x="4563" y="19761"/>
                    <a:pt x="3640" y="22093"/>
                  </a:cubicBezTo>
                  <a:cubicBezTo>
                    <a:pt x="2717" y="24451"/>
                    <a:pt x="1820" y="26809"/>
                    <a:pt x="897" y="29167"/>
                  </a:cubicBezTo>
                  <a:cubicBezTo>
                    <a:pt x="769" y="29526"/>
                    <a:pt x="615" y="29885"/>
                    <a:pt x="436" y="30218"/>
                  </a:cubicBezTo>
                  <a:cubicBezTo>
                    <a:pt x="359" y="30320"/>
                    <a:pt x="154" y="30397"/>
                    <a:pt x="0" y="30474"/>
                  </a:cubicBezTo>
                  <a:lnTo>
                    <a:pt x="0" y="22375"/>
                  </a:lnTo>
                  <a:cubicBezTo>
                    <a:pt x="180" y="22298"/>
                    <a:pt x="359" y="22221"/>
                    <a:pt x="436" y="22093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162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73" name="Google Shape;622;p22"/>
            <p:cNvSpPr/>
            <p:nvPr/>
          </p:nvSpPr>
          <p:spPr>
            <a:xfrm flipV="1">
              <a:off x="-3600" y="360"/>
              <a:ext cx="2795400" cy="2610720"/>
            </a:xfrm>
            <a:custGeom>
              <a:avLst/>
              <a:gdLst>
                <a:gd name="textAreaLeft" fmla="*/ 0 w 2795400"/>
                <a:gd name="textAreaRight" fmla="*/ 2795760 w 2795400"/>
                <a:gd name="textAreaTop" fmla="*/ 360 h 2610720"/>
                <a:gd name="textAreaBottom" fmla="*/ 2611440 h 2610720"/>
              </a:gdLst>
              <a:ahLst/>
              <a:cxnLst/>
              <a:rect l="textAreaLeft" t="textAreaTop" r="textAreaRight" b="textAreaBottom"/>
              <a:pathLst>
                <a:path w="87040" h="89322">
                  <a:moveTo>
                    <a:pt x="948" y="33499"/>
                  </a:moveTo>
                  <a:cubicBezTo>
                    <a:pt x="3511" y="30244"/>
                    <a:pt x="5869" y="26784"/>
                    <a:pt x="7997" y="23196"/>
                  </a:cubicBezTo>
                  <a:cubicBezTo>
                    <a:pt x="9047" y="21351"/>
                    <a:pt x="10098" y="19531"/>
                    <a:pt x="11200" y="17711"/>
                  </a:cubicBezTo>
                  <a:cubicBezTo>
                    <a:pt x="12456" y="15558"/>
                    <a:pt x="13943" y="13533"/>
                    <a:pt x="15583" y="11662"/>
                  </a:cubicBezTo>
                  <a:cubicBezTo>
                    <a:pt x="19069" y="7818"/>
                    <a:pt x="23528" y="4999"/>
                    <a:pt x="28962" y="3204"/>
                  </a:cubicBezTo>
                  <a:cubicBezTo>
                    <a:pt x="31858" y="2282"/>
                    <a:pt x="34806" y="1615"/>
                    <a:pt x="37830" y="1180"/>
                  </a:cubicBezTo>
                  <a:cubicBezTo>
                    <a:pt x="42520" y="513"/>
                    <a:pt x="47236" y="154"/>
                    <a:pt x="51978" y="103"/>
                  </a:cubicBezTo>
                  <a:cubicBezTo>
                    <a:pt x="56335" y="1"/>
                    <a:pt x="60692" y="26"/>
                    <a:pt x="65075" y="52"/>
                  </a:cubicBezTo>
                  <a:cubicBezTo>
                    <a:pt x="68125" y="78"/>
                    <a:pt x="71200" y="257"/>
                    <a:pt x="74250" y="616"/>
                  </a:cubicBezTo>
                  <a:cubicBezTo>
                    <a:pt x="76173" y="795"/>
                    <a:pt x="78044" y="1180"/>
                    <a:pt x="79863" y="1769"/>
                  </a:cubicBezTo>
                  <a:cubicBezTo>
                    <a:pt x="82862" y="2769"/>
                    <a:pt x="84887" y="4537"/>
                    <a:pt x="85861" y="7075"/>
                  </a:cubicBezTo>
                  <a:cubicBezTo>
                    <a:pt x="86373" y="8407"/>
                    <a:pt x="86681" y="9817"/>
                    <a:pt x="86758" y="11252"/>
                  </a:cubicBezTo>
                  <a:cubicBezTo>
                    <a:pt x="87040" y="14943"/>
                    <a:pt x="86707" y="18634"/>
                    <a:pt x="86450" y="22324"/>
                  </a:cubicBezTo>
                  <a:cubicBezTo>
                    <a:pt x="86194" y="25656"/>
                    <a:pt x="85886" y="29014"/>
                    <a:pt x="85681" y="32346"/>
                  </a:cubicBezTo>
                  <a:cubicBezTo>
                    <a:pt x="85323" y="37882"/>
                    <a:pt x="85169" y="43444"/>
                    <a:pt x="85297" y="48980"/>
                  </a:cubicBezTo>
                  <a:cubicBezTo>
                    <a:pt x="85374" y="53875"/>
                    <a:pt x="85630" y="58745"/>
                    <a:pt x="85886" y="63640"/>
                  </a:cubicBezTo>
                  <a:cubicBezTo>
                    <a:pt x="86092" y="67484"/>
                    <a:pt x="86348" y="71329"/>
                    <a:pt x="86527" y="75173"/>
                  </a:cubicBezTo>
                  <a:cubicBezTo>
                    <a:pt x="86784" y="79710"/>
                    <a:pt x="86732" y="84246"/>
                    <a:pt x="86425" y="88783"/>
                  </a:cubicBezTo>
                  <a:cubicBezTo>
                    <a:pt x="86450" y="88962"/>
                    <a:pt x="86476" y="89142"/>
                    <a:pt x="86527" y="89321"/>
                  </a:cubicBezTo>
                  <a:lnTo>
                    <a:pt x="83580" y="89321"/>
                  </a:lnTo>
                  <a:cubicBezTo>
                    <a:pt x="83605" y="88886"/>
                    <a:pt x="83605" y="88450"/>
                    <a:pt x="83657" y="88014"/>
                  </a:cubicBezTo>
                  <a:cubicBezTo>
                    <a:pt x="83836" y="85810"/>
                    <a:pt x="84118" y="83580"/>
                    <a:pt x="84221" y="81376"/>
                  </a:cubicBezTo>
                  <a:cubicBezTo>
                    <a:pt x="84502" y="75814"/>
                    <a:pt x="84323" y="70278"/>
                    <a:pt x="84144" y="64742"/>
                  </a:cubicBezTo>
                  <a:cubicBezTo>
                    <a:pt x="84041" y="61385"/>
                    <a:pt x="83913" y="58053"/>
                    <a:pt x="83836" y="54695"/>
                  </a:cubicBezTo>
                  <a:cubicBezTo>
                    <a:pt x="83657" y="47083"/>
                    <a:pt x="83708" y="39471"/>
                    <a:pt x="84195" y="31859"/>
                  </a:cubicBezTo>
                  <a:cubicBezTo>
                    <a:pt x="84451" y="28296"/>
                    <a:pt x="84605" y="24734"/>
                    <a:pt x="84810" y="21171"/>
                  </a:cubicBezTo>
                  <a:cubicBezTo>
                    <a:pt x="84989" y="18557"/>
                    <a:pt x="84938" y="15968"/>
                    <a:pt x="84707" y="13380"/>
                  </a:cubicBezTo>
                  <a:cubicBezTo>
                    <a:pt x="84554" y="11842"/>
                    <a:pt x="84195" y="10355"/>
                    <a:pt x="83631" y="8946"/>
                  </a:cubicBezTo>
                  <a:cubicBezTo>
                    <a:pt x="82580" y="6562"/>
                    <a:pt x="80658" y="4845"/>
                    <a:pt x="77839" y="3820"/>
                  </a:cubicBezTo>
                  <a:cubicBezTo>
                    <a:pt x="76660" y="3410"/>
                    <a:pt x="75481" y="3076"/>
                    <a:pt x="74276" y="2846"/>
                  </a:cubicBezTo>
                  <a:cubicBezTo>
                    <a:pt x="71124" y="2282"/>
                    <a:pt x="67971" y="2000"/>
                    <a:pt x="64793" y="1974"/>
                  </a:cubicBezTo>
                  <a:cubicBezTo>
                    <a:pt x="57770" y="1769"/>
                    <a:pt x="50748" y="2051"/>
                    <a:pt x="43776" y="2871"/>
                  </a:cubicBezTo>
                  <a:cubicBezTo>
                    <a:pt x="40444" y="3230"/>
                    <a:pt x="37164" y="3871"/>
                    <a:pt x="33934" y="4768"/>
                  </a:cubicBezTo>
                  <a:cubicBezTo>
                    <a:pt x="28731" y="6229"/>
                    <a:pt x="24144" y="8484"/>
                    <a:pt x="20350" y="11765"/>
                  </a:cubicBezTo>
                  <a:cubicBezTo>
                    <a:pt x="18223" y="13636"/>
                    <a:pt x="16301" y="15763"/>
                    <a:pt x="14660" y="18095"/>
                  </a:cubicBezTo>
                  <a:cubicBezTo>
                    <a:pt x="13379" y="19864"/>
                    <a:pt x="12174" y="21684"/>
                    <a:pt x="10944" y="23478"/>
                  </a:cubicBezTo>
                  <a:cubicBezTo>
                    <a:pt x="7971" y="27912"/>
                    <a:pt x="4716" y="32141"/>
                    <a:pt x="1205" y="36165"/>
                  </a:cubicBezTo>
                  <a:cubicBezTo>
                    <a:pt x="974" y="36421"/>
                    <a:pt x="743" y="36677"/>
                    <a:pt x="513" y="36908"/>
                  </a:cubicBezTo>
                  <a:cubicBezTo>
                    <a:pt x="333" y="36985"/>
                    <a:pt x="179" y="37036"/>
                    <a:pt x="0" y="37062"/>
                  </a:cubicBezTo>
                  <a:lnTo>
                    <a:pt x="0" y="34242"/>
                  </a:lnTo>
                  <a:cubicBezTo>
                    <a:pt x="564" y="34217"/>
                    <a:pt x="692" y="33807"/>
                    <a:pt x="948" y="3349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162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74" name="Google Shape;623;p22"/>
            <p:cNvSpPr/>
            <p:nvPr/>
          </p:nvSpPr>
          <p:spPr>
            <a:xfrm flipV="1">
              <a:off x="-3600" y="360"/>
              <a:ext cx="1479960" cy="1058400"/>
            </a:xfrm>
            <a:custGeom>
              <a:avLst/>
              <a:gdLst>
                <a:gd name="textAreaLeft" fmla="*/ 0 w 1479960"/>
                <a:gd name="textAreaRight" fmla="*/ 1480320 w 1479960"/>
                <a:gd name="textAreaTop" fmla="*/ 360 h 1058400"/>
                <a:gd name="textAreaBottom" fmla="*/ 1059120 h 1058400"/>
              </a:gdLst>
              <a:ahLst/>
              <a:cxnLst/>
              <a:rect l="textAreaLeft" t="textAreaTop" r="textAreaRight" b="textAreaBottom"/>
              <a:pathLst>
                <a:path w="46083" h="36216">
                  <a:moveTo>
                    <a:pt x="11149" y="6818"/>
                  </a:moveTo>
                  <a:cubicBezTo>
                    <a:pt x="13994" y="5357"/>
                    <a:pt x="16916" y="4101"/>
                    <a:pt x="19940" y="3050"/>
                  </a:cubicBezTo>
                  <a:cubicBezTo>
                    <a:pt x="23785" y="1717"/>
                    <a:pt x="27757" y="641"/>
                    <a:pt x="31935" y="231"/>
                  </a:cubicBezTo>
                  <a:cubicBezTo>
                    <a:pt x="33806" y="0"/>
                    <a:pt x="35703" y="26"/>
                    <a:pt x="37599" y="308"/>
                  </a:cubicBezTo>
                  <a:cubicBezTo>
                    <a:pt x="40265" y="769"/>
                    <a:pt x="42315" y="1948"/>
                    <a:pt x="43725" y="3896"/>
                  </a:cubicBezTo>
                  <a:cubicBezTo>
                    <a:pt x="44314" y="4742"/>
                    <a:pt x="44776" y="5664"/>
                    <a:pt x="45109" y="6664"/>
                  </a:cubicBezTo>
                  <a:cubicBezTo>
                    <a:pt x="45622" y="8330"/>
                    <a:pt x="45929" y="10098"/>
                    <a:pt x="45980" y="11867"/>
                  </a:cubicBezTo>
                  <a:cubicBezTo>
                    <a:pt x="46083" y="14635"/>
                    <a:pt x="45929" y="17454"/>
                    <a:pt x="45468" y="20196"/>
                  </a:cubicBezTo>
                  <a:cubicBezTo>
                    <a:pt x="44904" y="23887"/>
                    <a:pt x="44109" y="27501"/>
                    <a:pt x="43110" y="31089"/>
                  </a:cubicBezTo>
                  <a:cubicBezTo>
                    <a:pt x="42725" y="32473"/>
                    <a:pt x="42341" y="33832"/>
                    <a:pt x="41982" y="35216"/>
                  </a:cubicBezTo>
                  <a:cubicBezTo>
                    <a:pt x="41905" y="35523"/>
                    <a:pt x="41649" y="35856"/>
                    <a:pt x="41905" y="36215"/>
                  </a:cubicBezTo>
                  <a:lnTo>
                    <a:pt x="38701" y="36215"/>
                  </a:lnTo>
                  <a:cubicBezTo>
                    <a:pt x="38804" y="35600"/>
                    <a:pt x="38881" y="34959"/>
                    <a:pt x="39009" y="34370"/>
                  </a:cubicBezTo>
                  <a:cubicBezTo>
                    <a:pt x="39752" y="31140"/>
                    <a:pt x="40444" y="27885"/>
                    <a:pt x="40880" y="24630"/>
                  </a:cubicBezTo>
                  <a:cubicBezTo>
                    <a:pt x="41264" y="21683"/>
                    <a:pt x="41495" y="18710"/>
                    <a:pt x="41188" y="15737"/>
                  </a:cubicBezTo>
                  <a:cubicBezTo>
                    <a:pt x="41085" y="14276"/>
                    <a:pt x="40777" y="12866"/>
                    <a:pt x="40291" y="11508"/>
                  </a:cubicBezTo>
                  <a:cubicBezTo>
                    <a:pt x="40009" y="10790"/>
                    <a:pt x="39650" y="10098"/>
                    <a:pt x="39240" y="9432"/>
                  </a:cubicBezTo>
                  <a:cubicBezTo>
                    <a:pt x="37779" y="7074"/>
                    <a:pt x="35395" y="5690"/>
                    <a:pt x="32268" y="5203"/>
                  </a:cubicBezTo>
                  <a:cubicBezTo>
                    <a:pt x="30423" y="4947"/>
                    <a:pt x="28552" y="4921"/>
                    <a:pt x="26707" y="5126"/>
                  </a:cubicBezTo>
                  <a:cubicBezTo>
                    <a:pt x="22554" y="5562"/>
                    <a:pt x="18505" y="6664"/>
                    <a:pt x="14660" y="8330"/>
                  </a:cubicBezTo>
                  <a:cubicBezTo>
                    <a:pt x="10944" y="9919"/>
                    <a:pt x="7356" y="11790"/>
                    <a:pt x="3896" y="13917"/>
                  </a:cubicBezTo>
                  <a:cubicBezTo>
                    <a:pt x="2896" y="14532"/>
                    <a:pt x="1922" y="15173"/>
                    <a:pt x="923" y="15788"/>
                  </a:cubicBezTo>
                  <a:cubicBezTo>
                    <a:pt x="666" y="16019"/>
                    <a:pt x="333" y="16121"/>
                    <a:pt x="0" y="16121"/>
                  </a:cubicBezTo>
                  <a:lnTo>
                    <a:pt x="0" y="13123"/>
                  </a:lnTo>
                  <a:cubicBezTo>
                    <a:pt x="513" y="13123"/>
                    <a:pt x="820" y="12815"/>
                    <a:pt x="1179" y="12584"/>
                  </a:cubicBezTo>
                  <a:cubicBezTo>
                    <a:pt x="4383" y="10508"/>
                    <a:pt x="7689" y="8586"/>
                    <a:pt x="11149" y="681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162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75" name="Google Shape;624;p22"/>
            <p:cNvSpPr/>
            <p:nvPr/>
          </p:nvSpPr>
          <p:spPr>
            <a:xfrm flipV="1">
              <a:off x="-3600" y="4091760"/>
              <a:ext cx="2639880" cy="1050840"/>
            </a:xfrm>
            <a:custGeom>
              <a:avLst/>
              <a:gdLst>
                <a:gd name="textAreaLeft" fmla="*/ 0 w 2639880"/>
                <a:gd name="textAreaRight" fmla="*/ 2640240 w 2639880"/>
                <a:gd name="textAreaTop" fmla="*/ -360 h 1050840"/>
                <a:gd name="textAreaBottom" fmla="*/ 1050840 h 1050840"/>
              </a:gdLst>
              <a:ahLst/>
              <a:cxnLst/>
              <a:rect l="textAreaLeft" t="textAreaTop" r="textAreaRight" b="textAreaBottom"/>
              <a:pathLst>
                <a:path w="82196" h="35959">
                  <a:moveTo>
                    <a:pt x="74737" y="6049"/>
                  </a:moveTo>
                  <a:cubicBezTo>
                    <a:pt x="72918" y="7766"/>
                    <a:pt x="71431" y="9791"/>
                    <a:pt x="70355" y="12046"/>
                  </a:cubicBezTo>
                  <a:cubicBezTo>
                    <a:pt x="69663" y="13558"/>
                    <a:pt x="69047" y="15096"/>
                    <a:pt x="68535" y="16685"/>
                  </a:cubicBezTo>
                  <a:cubicBezTo>
                    <a:pt x="67612" y="19402"/>
                    <a:pt x="66715" y="22144"/>
                    <a:pt x="65587" y="24784"/>
                  </a:cubicBezTo>
                  <a:cubicBezTo>
                    <a:pt x="64742" y="26809"/>
                    <a:pt x="63716" y="28782"/>
                    <a:pt x="62486" y="30628"/>
                  </a:cubicBezTo>
                  <a:cubicBezTo>
                    <a:pt x="61692" y="31832"/>
                    <a:pt x="60718" y="32935"/>
                    <a:pt x="59616" y="33857"/>
                  </a:cubicBezTo>
                  <a:cubicBezTo>
                    <a:pt x="57924" y="35216"/>
                    <a:pt x="55848" y="35959"/>
                    <a:pt x="53695" y="35933"/>
                  </a:cubicBezTo>
                  <a:cubicBezTo>
                    <a:pt x="51773" y="35933"/>
                    <a:pt x="49851" y="35626"/>
                    <a:pt x="48005" y="35087"/>
                  </a:cubicBezTo>
                  <a:cubicBezTo>
                    <a:pt x="45750" y="34395"/>
                    <a:pt x="43546" y="33575"/>
                    <a:pt x="41393" y="32576"/>
                  </a:cubicBezTo>
                  <a:cubicBezTo>
                    <a:pt x="37933" y="31012"/>
                    <a:pt x="34575" y="29295"/>
                    <a:pt x="31243" y="27552"/>
                  </a:cubicBezTo>
                  <a:cubicBezTo>
                    <a:pt x="24682" y="24169"/>
                    <a:pt x="18095" y="20786"/>
                    <a:pt x="11405" y="17582"/>
                  </a:cubicBezTo>
                  <a:cubicBezTo>
                    <a:pt x="8022" y="15993"/>
                    <a:pt x="4639" y="14378"/>
                    <a:pt x="1256" y="12789"/>
                  </a:cubicBezTo>
                  <a:cubicBezTo>
                    <a:pt x="871" y="12610"/>
                    <a:pt x="513" y="12354"/>
                    <a:pt x="0" y="12405"/>
                  </a:cubicBezTo>
                  <a:lnTo>
                    <a:pt x="0" y="11277"/>
                  </a:lnTo>
                  <a:cubicBezTo>
                    <a:pt x="179" y="11252"/>
                    <a:pt x="359" y="11252"/>
                    <a:pt x="538" y="11277"/>
                  </a:cubicBezTo>
                  <a:cubicBezTo>
                    <a:pt x="897" y="11405"/>
                    <a:pt x="1205" y="11559"/>
                    <a:pt x="1538" y="11713"/>
                  </a:cubicBezTo>
                  <a:cubicBezTo>
                    <a:pt x="11072" y="16044"/>
                    <a:pt x="20504" y="20504"/>
                    <a:pt x="29885" y="25092"/>
                  </a:cubicBezTo>
                  <a:cubicBezTo>
                    <a:pt x="33370" y="26809"/>
                    <a:pt x="36882" y="28475"/>
                    <a:pt x="40521" y="29961"/>
                  </a:cubicBezTo>
                  <a:cubicBezTo>
                    <a:pt x="42315" y="30705"/>
                    <a:pt x="44186" y="31345"/>
                    <a:pt x="46083" y="31884"/>
                  </a:cubicBezTo>
                  <a:cubicBezTo>
                    <a:pt x="47749" y="32345"/>
                    <a:pt x="49466" y="32576"/>
                    <a:pt x="51209" y="32550"/>
                  </a:cubicBezTo>
                  <a:cubicBezTo>
                    <a:pt x="53131" y="32550"/>
                    <a:pt x="55002" y="31909"/>
                    <a:pt x="56514" y="30730"/>
                  </a:cubicBezTo>
                  <a:cubicBezTo>
                    <a:pt x="57437" y="29987"/>
                    <a:pt x="58232" y="29167"/>
                    <a:pt x="58949" y="28244"/>
                  </a:cubicBezTo>
                  <a:cubicBezTo>
                    <a:pt x="59821" y="27117"/>
                    <a:pt x="60590" y="25938"/>
                    <a:pt x="61256" y="24682"/>
                  </a:cubicBezTo>
                  <a:cubicBezTo>
                    <a:pt x="62384" y="22580"/>
                    <a:pt x="63358" y="20401"/>
                    <a:pt x="64229" y="18197"/>
                  </a:cubicBezTo>
                  <a:cubicBezTo>
                    <a:pt x="65049" y="16147"/>
                    <a:pt x="65844" y="14096"/>
                    <a:pt x="66715" y="12046"/>
                  </a:cubicBezTo>
                  <a:cubicBezTo>
                    <a:pt x="67792" y="9560"/>
                    <a:pt x="69355" y="7279"/>
                    <a:pt x="71329" y="5408"/>
                  </a:cubicBezTo>
                  <a:cubicBezTo>
                    <a:pt x="72764" y="4075"/>
                    <a:pt x="74302" y="2871"/>
                    <a:pt x="75942" y="1794"/>
                  </a:cubicBezTo>
                  <a:cubicBezTo>
                    <a:pt x="76813" y="1205"/>
                    <a:pt x="77685" y="589"/>
                    <a:pt x="78556" y="0"/>
                  </a:cubicBezTo>
                  <a:lnTo>
                    <a:pt x="82196" y="0"/>
                  </a:lnTo>
                  <a:cubicBezTo>
                    <a:pt x="81273" y="692"/>
                    <a:pt x="80376" y="1410"/>
                    <a:pt x="79453" y="2102"/>
                  </a:cubicBezTo>
                  <a:cubicBezTo>
                    <a:pt x="77813" y="3332"/>
                    <a:pt x="76224" y="4639"/>
                    <a:pt x="74737" y="604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162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76" name="Google Shape;625;p22"/>
            <p:cNvSpPr/>
            <p:nvPr/>
          </p:nvSpPr>
          <p:spPr>
            <a:xfrm flipV="1">
              <a:off x="5651640" y="4493160"/>
              <a:ext cx="1460880" cy="649080"/>
            </a:xfrm>
            <a:custGeom>
              <a:avLst/>
              <a:gdLst>
                <a:gd name="textAreaLeft" fmla="*/ 0 w 1460880"/>
                <a:gd name="textAreaRight" fmla="*/ 1461240 w 1460880"/>
                <a:gd name="textAreaTop" fmla="*/ -360 h 649080"/>
                <a:gd name="textAreaBottom" fmla="*/ 649080 h 649080"/>
              </a:gdLst>
              <a:ahLst/>
              <a:cxnLst/>
              <a:rect l="textAreaLeft" t="textAreaTop" r="textAreaRight" b="textAreaBottom"/>
              <a:pathLst>
                <a:path w="45495" h="22222">
                  <a:moveTo>
                    <a:pt x="39240" y="3024"/>
                  </a:moveTo>
                  <a:cubicBezTo>
                    <a:pt x="32192" y="6356"/>
                    <a:pt x="25528" y="10406"/>
                    <a:pt x="19377" y="15173"/>
                  </a:cubicBezTo>
                  <a:cubicBezTo>
                    <a:pt x="18173" y="16096"/>
                    <a:pt x="16968" y="17018"/>
                    <a:pt x="15738" y="17890"/>
                  </a:cubicBezTo>
                  <a:cubicBezTo>
                    <a:pt x="14482" y="18761"/>
                    <a:pt x="13277" y="19556"/>
                    <a:pt x="11996" y="20325"/>
                  </a:cubicBezTo>
                  <a:cubicBezTo>
                    <a:pt x="11150" y="20837"/>
                    <a:pt x="10253" y="21247"/>
                    <a:pt x="9305" y="21555"/>
                  </a:cubicBezTo>
                  <a:cubicBezTo>
                    <a:pt x="7228" y="22221"/>
                    <a:pt x="5357" y="21914"/>
                    <a:pt x="3743" y="20658"/>
                  </a:cubicBezTo>
                  <a:cubicBezTo>
                    <a:pt x="2923" y="19991"/>
                    <a:pt x="2231" y="19197"/>
                    <a:pt x="1744" y="18274"/>
                  </a:cubicBezTo>
                  <a:cubicBezTo>
                    <a:pt x="1077" y="16993"/>
                    <a:pt x="616" y="15634"/>
                    <a:pt x="411" y="14199"/>
                  </a:cubicBezTo>
                  <a:cubicBezTo>
                    <a:pt x="26" y="11508"/>
                    <a:pt x="1" y="8765"/>
                    <a:pt x="334" y="6049"/>
                  </a:cubicBezTo>
                  <a:cubicBezTo>
                    <a:pt x="539" y="4050"/>
                    <a:pt x="821" y="2025"/>
                    <a:pt x="1103" y="0"/>
                  </a:cubicBezTo>
                  <a:lnTo>
                    <a:pt x="3589" y="0"/>
                  </a:lnTo>
                  <a:cubicBezTo>
                    <a:pt x="3486" y="897"/>
                    <a:pt x="3384" y="1820"/>
                    <a:pt x="3307" y="2717"/>
                  </a:cubicBezTo>
                  <a:cubicBezTo>
                    <a:pt x="3025" y="5075"/>
                    <a:pt x="2846" y="7458"/>
                    <a:pt x="3128" y="9842"/>
                  </a:cubicBezTo>
                  <a:cubicBezTo>
                    <a:pt x="3256" y="11021"/>
                    <a:pt x="3563" y="12200"/>
                    <a:pt x="4025" y="13302"/>
                  </a:cubicBezTo>
                  <a:cubicBezTo>
                    <a:pt x="4332" y="14045"/>
                    <a:pt x="4742" y="14712"/>
                    <a:pt x="5281" y="15301"/>
                  </a:cubicBezTo>
                  <a:cubicBezTo>
                    <a:pt x="5768" y="15839"/>
                    <a:pt x="6383" y="16275"/>
                    <a:pt x="7075" y="16557"/>
                  </a:cubicBezTo>
                  <a:cubicBezTo>
                    <a:pt x="8074" y="16941"/>
                    <a:pt x="9176" y="16967"/>
                    <a:pt x="10176" y="16634"/>
                  </a:cubicBezTo>
                  <a:cubicBezTo>
                    <a:pt x="10996" y="16378"/>
                    <a:pt x="11765" y="16070"/>
                    <a:pt x="12508" y="15686"/>
                  </a:cubicBezTo>
                  <a:cubicBezTo>
                    <a:pt x="13636" y="15070"/>
                    <a:pt x="14764" y="14404"/>
                    <a:pt x="15815" y="13686"/>
                  </a:cubicBezTo>
                  <a:cubicBezTo>
                    <a:pt x="17737" y="12405"/>
                    <a:pt x="19582" y="11072"/>
                    <a:pt x="21453" y="9739"/>
                  </a:cubicBezTo>
                  <a:cubicBezTo>
                    <a:pt x="26630" y="6049"/>
                    <a:pt x="32167" y="2896"/>
                    <a:pt x="37985" y="359"/>
                  </a:cubicBezTo>
                  <a:cubicBezTo>
                    <a:pt x="38241" y="256"/>
                    <a:pt x="38446" y="128"/>
                    <a:pt x="38651" y="0"/>
                  </a:cubicBezTo>
                  <a:lnTo>
                    <a:pt x="45494" y="0"/>
                  </a:lnTo>
                  <a:cubicBezTo>
                    <a:pt x="45264" y="154"/>
                    <a:pt x="45007" y="308"/>
                    <a:pt x="44777" y="436"/>
                  </a:cubicBezTo>
                  <a:cubicBezTo>
                    <a:pt x="42931" y="1307"/>
                    <a:pt x="41060" y="2153"/>
                    <a:pt x="39240" y="3024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162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77" name="Google Shape;626;p22"/>
            <p:cNvSpPr/>
            <p:nvPr/>
          </p:nvSpPr>
          <p:spPr>
            <a:xfrm flipV="1">
              <a:off x="-3600" y="0"/>
              <a:ext cx="1724400" cy="1312200"/>
            </a:xfrm>
            <a:custGeom>
              <a:avLst/>
              <a:gdLst>
                <a:gd name="textAreaLeft" fmla="*/ 0 w 1724400"/>
                <a:gd name="textAreaRight" fmla="*/ 1724760 w 1724400"/>
                <a:gd name="textAreaTop" fmla="*/ -360 h 1312200"/>
                <a:gd name="textAreaBottom" fmla="*/ 1312200 h 1312200"/>
              </a:gdLst>
              <a:ahLst/>
              <a:cxnLst/>
              <a:rect l="textAreaLeft" t="textAreaTop" r="textAreaRight" b="textAreaBottom"/>
              <a:pathLst>
                <a:path w="53696" h="44905">
                  <a:moveTo>
                    <a:pt x="5024" y="14199"/>
                  </a:moveTo>
                  <a:cubicBezTo>
                    <a:pt x="12456" y="9766"/>
                    <a:pt x="20350" y="6100"/>
                    <a:pt x="28552" y="3281"/>
                  </a:cubicBezTo>
                  <a:cubicBezTo>
                    <a:pt x="31602" y="2179"/>
                    <a:pt x="34729" y="1308"/>
                    <a:pt x="37907" y="667"/>
                  </a:cubicBezTo>
                  <a:cubicBezTo>
                    <a:pt x="40085" y="180"/>
                    <a:pt x="42315" y="0"/>
                    <a:pt x="44545" y="129"/>
                  </a:cubicBezTo>
                  <a:cubicBezTo>
                    <a:pt x="47621" y="359"/>
                    <a:pt x="49902" y="1590"/>
                    <a:pt x="51363" y="3845"/>
                  </a:cubicBezTo>
                  <a:cubicBezTo>
                    <a:pt x="52003" y="4819"/>
                    <a:pt x="52516" y="5921"/>
                    <a:pt x="52824" y="7074"/>
                  </a:cubicBezTo>
                  <a:cubicBezTo>
                    <a:pt x="53413" y="9150"/>
                    <a:pt x="53695" y="11329"/>
                    <a:pt x="53669" y="13482"/>
                  </a:cubicBezTo>
                  <a:cubicBezTo>
                    <a:pt x="53695" y="16250"/>
                    <a:pt x="53464" y="18992"/>
                    <a:pt x="53003" y="21735"/>
                  </a:cubicBezTo>
                  <a:cubicBezTo>
                    <a:pt x="52414" y="25297"/>
                    <a:pt x="51619" y="28834"/>
                    <a:pt x="50645" y="32346"/>
                  </a:cubicBezTo>
                  <a:cubicBezTo>
                    <a:pt x="49620" y="36216"/>
                    <a:pt x="48390" y="40060"/>
                    <a:pt x="47134" y="43879"/>
                  </a:cubicBezTo>
                  <a:cubicBezTo>
                    <a:pt x="47031" y="44212"/>
                    <a:pt x="46980" y="44545"/>
                    <a:pt x="46929" y="44904"/>
                  </a:cubicBezTo>
                  <a:lnTo>
                    <a:pt x="45314" y="44904"/>
                  </a:lnTo>
                  <a:cubicBezTo>
                    <a:pt x="45314" y="44648"/>
                    <a:pt x="45340" y="44392"/>
                    <a:pt x="45391" y="44161"/>
                  </a:cubicBezTo>
                  <a:cubicBezTo>
                    <a:pt x="45545" y="43648"/>
                    <a:pt x="45724" y="43136"/>
                    <a:pt x="45904" y="42623"/>
                  </a:cubicBezTo>
                  <a:cubicBezTo>
                    <a:pt x="48082" y="35780"/>
                    <a:pt x="50004" y="28885"/>
                    <a:pt x="50901" y="21837"/>
                  </a:cubicBezTo>
                  <a:cubicBezTo>
                    <a:pt x="51260" y="19223"/>
                    <a:pt x="51337" y="16583"/>
                    <a:pt x="51183" y="13969"/>
                  </a:cubicBezTo>
                  <a:cubicBezTo>
                    <a:pt x="51106" y="12636"/>
                    <a:pt x="50876" y="11329"/>
                    <a:pt x="50543" y="10047"/>
                  </a:cubicBezTo>
                  <a:cubicBezTo>
                    <a:pt x="50184" y="8715"/>
                    <a:pt x="49594" y="7433"/>
                    <a:pt x="48774" y="6305"/>
                  </a:cubicBezTo>
                  <a:cubicBezTo>
                    <a:pt x="47493" y="4588"/>
                    <a:pt x="45673" y="3512"/>
                    <a:pt x="43264" y="3102"/>
                  </a:cubicBezTo>
                  <a:cubicBezTo>
                    <a:pt x="41470" y="2845"/>
                    <a:pt x="39624" y="2820"/>
                    <a:pt x="37830" y="3076"/>
                  </a:cubicBezTo>
                  <a:cubicBezTo>
                    <a:pt x="35805" y="3307"/>
                    <a:pt x="33806" y="3691"/>
                    <a:pt x="31858" y="4204"/>
                  </a:cubicBezTo>
                  <a:cubicBezTo>
                    <a:pt x="25989" y="5742"/>
                    <a:pt x="20299" y="7818"/>
                    <a:pt x="14814" y="10406"/>
                  </a:cubicBezTo>
                  <a:cubicBezTo>
                    <a:pt x="10175" y="12636"/>
                    <a:pt x="5664" y="15122"/>
                    <a:pt x="1333" y="17890"/>
                  </a:cubicBezTo>
                  <a:cubicBezTo>
                    <a:pt x="923" y="18147"/>
                    <a:pt x="436" y="18352"/>
                    <a:pt x="0" y="18608"/>
                  </a:cubicBezTo>
                  <a:lnTo>
                    <a:pt x="0" y="17096"/>
                  </a:lnTo>
                  <a:cubicBezTo>
                    <a:pt x="384" y="17019"/>
                    <a:pt x="769" y="16839"/>
                    <a:pt x="1076" y="16609"/>
                  </a:cubicBezTo>
                  <a:cubicBezTo>
                    <a:pt x="2384" y="15814"/>
                    <a:pt x="3691" y="14994"/>
                    <a:pt x="5024" y="1419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162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78" name="Google Shape;627;p22"/>
            <p:cNvSpPr/>
            <p:nvPr/>
          </p:nvSpPr>
          <p:spPr>
            <a:xfrm flipV="1">
              <a:off x="8836920" y="3335760"/>
              <a:ext cx="301680" cy="823680"/>
            </a:xfrm>
            <a:custGeom>
              <a:avLst/>
              <a:gdLst>
                <a:gd name="textAreaLeft" fmla="*/ 0 w 301680"/>
                <a:gd name="textAreaRight" fmla="*/ 302040 w 301680"/>
                <a:gd name="textAreaTop" fmla="*/ 360 h 823680"/>
                <a:gd name="textAreaBottom" fmla="*/ 824400 h 823680"/>
              </a:gdLst>
              <a:ahLst/>
              <a:cxnLst/>
              <a:rect l="textAreaLeft" t="textAreaTop" r="textAreaRight" b="textAreaBottom"/>
              <a:pathLst>
                <a:path w="9407" h="28194">
                  <a:moveTo>
                    <a:pt x="4050" y="24579"/>
                  </a:moveTo>
                  <a:cubicBezTo>
                    <a:pt x="1462" y="22273"/>
                    <a:pt x="129" y="19556"/>
                    <a:pt x="26" y="16429"/>
                  </a:cubicBezTo>
                  <a:cubicBezTo>
                    <a:pt x="1" y="14481"/>
                    <a:pt x="359" y="12533"/>
                    <a:pt x="1103" y="10714"/>
                  </a:cubicBezTo>
                  <a:cubicBezTo>
                    <a:pt x="2743" y="6536"/>
                    <a:pt x="5639" y="3025"/>
                    <a:pt x="9407" y="0"/>
                  </a:cubicBezTo>
                  <a:lnTo>
                    <a:pt x="9407" y="7125"/>
                  </a:lnTo>
                  <a:cubicBezTo>
                    <a:pt x="9356" y="7177"/>
                    <a:pt x="9279" y="7202"/>
                    <a:pt x="9228" y="7253"/>
                  </a:cubicBezTo>
                  <a:cubicBezTo>
                    <a:pt x="7741" y="9842"/>
                    <a:pt x="7126" y="12559"/>
                    <a:pt x="7792" y="15429"/>
                  </a:cubicBezTo>
                  <a:cubicBezTo>
                    <a:pt x="8074" y="16660"/>
                    <a:pt x="8612" y="17813"/>
                    <a:pt x="9407" y="18787"/>
                  </a:cubicBezTo>
                  <a:lnTo>
                    <a:pt x="9407" y="28193"/>
                  </a:lnTo>
                  <a:lnTo>
                    <a:pt x="8100" y="27424"/>
                  </a:lnTo>
                  <a:cubicBezTo>
                    <a:pt x="6639" y="26630"/>
                    <a:pt x="5280" y="25681"/>
                    <a:pt x="4050" y="2457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162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79" name="Google Shape;628;p22"/>
            <p:cNvSpPr/>
            <p:nvPr/>
          </p:nvSpPr>
          <p:spPr>
            <a:xfrm flipV="1">
              <a:off x="-3600" y="4312440"/>
              <a:ext cx="2369880" cy="829800"/>
            </a:xfrm>
            <a:custGeom>
              <a:avLst/>
              <a:gdLst>
                <a:gd name="textAreaLeft" fmla="*/ 0 w 2369880"/>
                <a:gd name="textAreaRight" fmla="*/ 2370240 w 2369880"/>
                <a:gd name="textAreaTop" fmla="*/ -360 h 829800"/>
                <a:gd name="textAreaBottom" fmla="*/ 829800 h 829800"/>
              </a:gdLst>
              <a:ahLst/>
              <a:cxnLst/>
              <a:rect l="textAreaLeft" t="textAreaTop" r="textAreaRight" b="textAreaBottom"/>
              <a:pathLst>
                <a:path w="73790" h="28399">
                  <a:moveTo>
                    <a:pt x="63076" y="10355"/>
                  </a:moveTo>
                  <a:cubicBezTo>
                    <a:pt x="62537" y="11405"/>
                    <a:pt x="61999" y="12482"/>
                    <a:pt x="61461" y="13558"/>
                  </a:cubicBezTo>
                  <a:cubicBezTo>
                    <a:pt x="60308" y="16044"/>
                    <a:pt x="59000" y="18479"/>
                    <a:pt x="57591" y="20863"/>
                  </a:cubicBezTo>
                  <a:cubicBezTo>
                    <a:pt x="56745" y="22247"/>
                    <a:pt x="55771" y="23554"/>
                    <a:pt x="54669" y="24784"/>
                  </a:cubicBezTo>
                  <a:cubicBezTo>
                    <a:pt x="53900" y="25630"/>
                    <a:pt x="53029" y="26373"/>
                    <a:pt x="52080" y="26988"/>
                  </a:cubicBezTo>
                  <a:cubicBezTo>
                    <a:pt x="51004" y="27680"/>
                    <a:pt x="49799" y="28090"/>
                    <a:pt x="48543" y="28244"/>
                  </a:cubicBezTo>
                  <a:cubicBezTo>
                    <a:pt x="47211" y="28398"/>
                    <a:pt x="45878" y="28347"/>
                    <a:pt x="44596" y="28090"/>
                  </a:cubicBezTo>
                  <a:cubicBezTo>
                    <a:pt x="42674" y="27757"/>
                    <a:pt x="40803" y="27245"/>
                    <a:pt x="38983" y="26604"/>
                  </a:cubicBezTo>
                  <a:cubicBezTo>
                    <a:pt x="35780" y="25502"/>
                    <a:pt x="32730" y="24195"/>
                    <a:pt x="29705" y="22836"/>
                  </a:cubicBezTo>
                  <a:cubicBezTo>
                    <a:pt x="24169" y="20401"/>
                    <a:pt x="18684" y="17941"/>
                    <a:pt x="13174" y="15481"/>
                  </a:cubicBezTo>
                  <a:cubicBezTo>
                    <a:pt x="9201" y="13686"/>
                    <a:pt x="5229" y="11944"/>
                    <a:pt x="1256" y="10175"/>
                  </a:cubicBezTo>
                  <a:cubicBezTo>
                    <a:pt x="871" y="9996"/>
                    <a:pt x="487" y="9739"/>
                    <a:pt x="0" y="9765"/>
                  </a:cubicBezTo>
                  <a:lnTo>
                    <a:pt x="0" y="9022"/>
                  </a:lnTo>
                  <a:cubicBezTo>
                    <a:pt x="461" y="9176"/>
                    <a:pt x="923" y="9329"/>
                    <a:pt x="1358" y="9509"/>
                  </a:cubicBezTo>
                  <a:cubicBezTo>
                    <a:pt x="9252" y="12943"/>
                    <a:pt x="17172" y="16378"/>
                    <a:pt x="25066" y="19838"/>
                  </a:cubicBezTo>
                  <a:cubicBezTo>
                    <a:pt x="28475" y="21299"/>
                    <a:pt x="31884" y="22708"/>
                    <a:pt x="35395" y="23990"/>
                  </a:cubicBezTo>
                  <a:cubicBezTo>
                    <a:pt x="37215" y="24656"/>
                    <a:pt x="39060" y="25194"/>
                    <a:pt x="40931" y="25656"/>
                  </a:cubicBezTo>
                  <a:cubicBezTo>
                    <a:pt x="42443" y="26014"/>
                    <a:pt x="43981" y="26194"/>
                    <a:pt x="45545" y="26168"/>
                  </a:cubicBezTo>
                  <a:cubicBezTo>
                    <a:pt x="47082" y="26168"/>
                    <a:pt x="48569" y="25758"/>
                    <a:pt x="49902" y="24989"/>
                  </a:cubicBezTo>
                  <a:cubicBezTo>
                    <a:pt x="50927" y="24374"/>
                    <a:pt x="51850" y="23656"/>
                    <a:pt x="52695" y="22811"/>
                  </a:cubicBezTo>
                  <a:cubicBezTo>
                    <a:pt x="53746" y="21734"/>
                    <a:pt x="54695" y="20555"/>
                    <a:pt x="55540" y="19299"/>
                  </a:cubicBezTo>
                  <a:cubicBezTo>
                    <a:pt x="56950" y="17198"/>
                    <a:pt x="58257" y="15045"/>
                    <a:pt x="59436" y="12815"/>
                  </a:cubicBezTo>
                  <a:cubicBezTo>
                    <a:pt x="60103" y="11585"/>
                    <a:pt x="60769" y="10355"/>
                    <a:pt x="61461" y="9150"/>
                  </a:cubicBezTo>
                  <a:cubicBezTo>
                    <a:pt x="62409" y="7510"/>
                    <a:pt x="63588" y="5997"/>
                    <a:pt x="64947" y="4665"/>
                  </a:cubicBezTo>
                  <a:cubicBezTo>
                    <a:pt x="66587" y="3076"/>
                    <a:pt x="68432" y="1717"/>
                    <a:pt x="70432" y="589"/>
                  </a:cubicBezTo>
                  <a:cubicBezTo>
                    <a:pt x="70739" y="410"/>
                    <a:pt x="70995" y="205"/>
                    <a:pt x="71277" y="0"/>
                  </a:cubicBezTo>
                  <a:lnTo>
                    <a:pt x="73789" y="0"/>
                  </a:lnTo>
                  <a:cubicBezTo>
                    <a:pt x="73123" y="410"/>
                    <a:pt x="72482" y="846"/>
                    <a:pt x="71790" y="1256"/>
                  </a:cubicBezTo>
                  <a:cubicBezTo>
                    <a:pt x="67869" y="3614"/>
                    <a:pt x="64947" y="6638"/>
                    <a:pt x="63076" y="1035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162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380" name="Google Shape;629;p22"/>
            <p:cNvSpPr/>
            <p:nvPr/>
          </p:nvSpPr>
          <p:spPr>
            <a:xfrm flipV="1">
              <a:off x="5867280" y="4835520"/>
              <a:ext cx="762840" cy="307440"/>
            </a:xfrm>
            <a:custGeom>
              <a:avLst/>
              <a:gdLst>
                <a:gd name="textAreaLeft" fmla="*/ 0 w 762840"/>
                <a:gd name="textAreaRight" fmla="*/ 763200 w 762840"/>
                <a:gd name="textAreaTop" fmla="*/ 360 h 307440"/>
                <a:gd name="textAreaBottom" fmla="*/ 308160 h 307440"/>
              </a:gdLst>
              <a:ahLst/>
              <a:cxnLst/>
              <a:rect l="textAreaLeft" t="textAreaTop" r="textAreaRight" b="textAreaBottom"/>
              <a:pathLst>
                <a:path w="23760" h="10534">
                  <a:moveTo>
                    <a:pt x="13944" y="5895"/>
                  </a:moveTo>
                  <a:cubicBezTo>
                    <a:pt x="12534" y="6792"/>
                    <a:pt x="11099" y="7663"/>
                    <a:pt x="9663" y="8509"/>
                  </a:cubicBezTo>
                  <a:cubicBezTo>
                    <a:pt x="8895" y="8945"/>
                    <a:pt x="8126" y="9329"/>
                    <a:pt x="7331" y="9688"/>
                  </a:cubicBezTo>
                  <a:cubicBezTo>
                    <a:pt x="6742" y="9919"/>
                    <a:pt x="6152" y="10124"/>
                    <a:pt x="5537" y="10252"/>
                  </a:cubicBezTo>
                  <a:cubicBezTo>
                    <a:pt x="4153" y="10534"/>
                    <a:pt x="2974" y="10226"/>
                    <a:pt x="2077" y="9329"/>
                  </a:cubicBezTo>
                  <a:cubicBezTo>
                    <a:pt x="1692" y="8919"/>
                    <a:pt x="1359" y="8458"/>
                    <a:pt x="1077" y="7971"/>
                  </a:cubicBezTo>
                  <a:cubicBezTo>
                    <a:pt x="667" y="7176"/>
                    <a:pt x="411" y="6305"/>
                    <a:pt x="283" y="5434"/>
                  </a:cubicBezTo>
                  <a:cubicBezTo>
                    <a:pt x="78" y="3947"/>
                    <a:pt x="1" y="2435"/>
                    <a:pt x="129" y="948"/>
                  </a:cubicBezTo>
                  <a:cubicBezTo>
                    <a:pt x="129" y="615"/>
                    <a:pt x="78" y="333"/>
                    <a:pt x="78" y="26"/>
                  </a:cubicBezTo>
                  <a:lnTo>
                    <a:pt x="2128" y="26"/>
                  </a:lnTo>
                  <a:cubicBezTo>
                    <a:pt x="2077" y="1025"/>
                    <a:pt x="2179" y="1999"/>
                    <a:pt x="2384" y="2973"/>
                  </a:cubicBezTo>
                  <a:cubicBezTo>
                    <a:pt x="2538" y="3870"/>
                    <a:pt x="2871" y="4716"/>
                    <a:pt x="3384" y="5459"/>
                  </a:cubicBezTo>
                  <a:cubicBezTo>
                    <a:pt x="4358" y="6792"/>
                    <a:pt x="5742" y="7279"/>
                    <a:pt x="7536" y="6818"/>
                  </a:cubicBezTo>
                  <a:cubicBezTo>
                    <a:pt x="8356" y="6613"/>
                    <a:pt x="9151" y="6305"/>
                    <a:pt x="9894" y="5946"/>
                  </a:cubicBezTo>
                  <a:cubicBezTo>
                    <a:pt x="11047" y="5408"/>
                    <a:pt x="12150" y="4793"/>
                    <a:pt x="13252" y="4178"/>
                  </a:cubicBezTo>
                  <a:cubicBezTo>
                    <a:pt x="15533" y="2896"/>
                    <a:pt x="17763" y="1563"/>
                    <a:pt x="20018" y="256"/>
                  </a:cubicBezTo>
                  <a:cubicBezTo>
                    <a:pt x="20146" y="179"/>
                    <a:pt x="20249" y="103"/>
                    <a:pt x="20351" y="0"/>
                  </a:cubicBezTo>
                  <a:lnTo>
                    <a:pt x="23760" y="0"/>
                  </a:lnTo>
                  <a:cubicBezTo>
                    <a:pt x="23581" y="154"/>
                    <a:pt x="23376" y="308"/>
                    <a:pt x="23171" y="436"/>
                  </a:cubicBezTo>
                  <a:cubicBezTo>
                    <a:pt x="19967" y="2127"/>
                    <a:pt x="16968" y="3998"/>
                    <a:pt x="13944" y="589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162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381" name="Google Shape;630;p22"/>
          <p:cNvSpPr/>
          <p:nvPr/>
        </p:nvSpPr>
        <p:spPr>
          <a:xfrm>
            <a:off x="222480" y="245880"/>
            <a:ext cx="8698320" cy="4651560"/>
          </a:xfrm>
          <a:prstGeom prst="roundRect">
            <a:avLst>
              <a:gd name="adj" fmla="val 10431"/>
            </a:avLst>
          </a:prstGeom>
          <a:solidFill>
            <a:schemeClr val="accent6"/>
          </a:solidFill>
          <a:ln w="0">
            <a:noFill/>
          </a:ln>
          <a:effectLst>
            <a:outerShdw blurRad="585720" algn="bl" rotWithShape="0">
              <a:schemeClr val="dk2">
                <a:alpha val="81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38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  <a:endParaRPr lang="fr-FR" sz="35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/>
    <p:bodyStyle/>
    <p:otherStyle/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7477FB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3" name="Google Shape;664;p24"/>
          <p:cNvGrpSpPr/>
          <p:nvPr/>
        </p:nvGrpSpPr>
        <p:grpSpPr>
          <a:xfrm>
            <a:off x="-5040" y="0"/>
            <a:ext cx="9143280" cy="5143320"/>
            <a:chOff x="-5040" y="0"/>
            <a:chExt cx="9143280" cy="5143320"/>
          </a:xfrm>
        </p:grpSpPr>
        <p:sp>
          <p:nvSpPr>
            <p:cNvPr id="414" name="Google Shape;665;p24"/>
            <p:cNvSpPr/>
            <p:nvPr/>
          </p:nvSpPr>
          <p:spPr>
            <a:xfrm flipH="1">
              <a:off x="-4680" y="0"/>
              <a:ext cx="3819600" cy="4427640"/>
            </a:xfrm>
            <a:custGeom>
              <a:avLst/>
              <a:gdLst>
                <a:gd name="textAreaLeft" fmla="*/ 360 w 3819600"/>
                <a:gd name="textAreaRight" fmla="*/ 3820320 w 3819600"/>
                <a:gd name="textAreaTop" fmla="*/ 0 h 4427640"/>
                <a:gd name="textAreaBottom" fmla="*/ 4428000 h 4427640"/>
              </a:gdLst>
              <a:ahLst/>
              <a:cxnLst/>
              <a:rect l="textAreaLeft" t="textAreaTop" r="textAreaRight" b="textAreaBottom"/>
              <a:pathLst>
                <a:path w="118924" h="151474">
                  <a:moveTo>
                    <a:pt x="103008" y="151473"/>
                  </a:moveTo>
                  <a:cubicBezTo>
                    <a:pt x="98522" y="151448"/>
                    <a:pt x="94063" y="150781"/>
                    <a:pt x="89731" y="149525"/>
                  </a:cubicBezTo>
                  <a:cubicBezTo>
                    <a:pt x="87425" y="148833"/>
                    <a:pt x="85118" y="148090"/>
                    <a:pt x="82862" y="147270"/>
                  </a:cubicBezTo>
                  <a:cubicBezTo>
                    <a:pt x="77531" y="145348"/>
                    <a:pt x="72200" y="143374"/>
                    <a:pt x="66869" y="141375"/>
                  </a:cubicBezTo>
                  <a:cubicBezTo>
                    <a:pt x="65024" y="140657"/>
                    <a:pt x="63178" y="139888"/>
                    <a:pt x="61384" y="139094"/>
                  </a:cubicBezTo>
                  <a:cubicBezTo>
                    <a:pt x="56130" y="136787"/>
                    <a:pt x="52414" y="133302"/>
                    <a:pt x="50158" y="128739"/>
                  </a:cubicBezTo>
                  <a:cubicBezTo>
                    <a:pt x="48979" y="126407"/>
                    <a:pt x="48031" y="123947"/>
                    <a:pt x="47288" y="121435"/>
                  </a:cubicBezTo>
                  <a:cubicBezTo>
                    <a:pt x="46493" y="118616"/>
                    <a:pt x="45724" y="115822"/>
                    <a:pt x="45084" y="112977"/>
                  </a:cubicBezTo>
                  <a:cubicBezTo>
                    <a:pt x="44545" y="110465"/>
                    <a:pt x="44161" y="107902"/>
                    <a:pt x="43776" y="105365"/>
                  </a:cubicBezTo>
                  <a:cubicBezTo>
                    <a:pt x="43469" y="103084"/>
                    <a:pt x="43187" y="100803"/>
                    <a:pt x="42982" y="98522"/>
                  </a:cubicBezTo>
                  <a:cubicBezTo>
                    <a:pt x="42444" y="93114"/>
                    <a:pt x="42187" y="87706"/>
                    <a:pt x="42674" y="82298"/>
                  </a:cubicBezTo>
                  <a:cubicBezTo>
                    <a:pt x="43161" y="77351"/>
                    <a:pt x="44340" y="72507"/>
                    <a:pt x="46160" y="67868"/>
                  </a:cubicBezTo>
                  <a:cubicBezTo>
                    <a:pt x="47518" y="64357"/>
                    <a:pt x="49236" y="60948"/>
                    <a:pt x="50902" y="57514"/>
                  </a:cubicBezTo>
                  <a:cubicBezTo>
                    <a:pt x="55028" y="49081"/>
                    <a:pt x="59975" y="40982"/>
                    <a:pt x="65460" y="33088"/>
                  </a:cubicBezTo>
                  <a:cubicBezTo>
                    <a:pt x="67664" y="29961"/>
                    <a:pt x="69765" y="26758"/>
                    <a:pt x="71867" y="23554"/>
                  </a:cubicBezTo>
                  <a:cubicBezTo>
                    <a:pt x="72585" y="22503"/>
                    <a:pt x="73200" y="21375"/>
                    <a:pt x="73789" y="20273"/>
                  </a:cubicBezTo>
                  <a:cubicBezTo>
                    <a:pt x="74456" y="19094"/>
                    <a:pt x="74917" y="17813"/>
                    <a:pt x="75148" y="16480"/>
                  </a:cubicBezTo>
                  <a:cubicBezTo>
                    <a:pt x="75225" y="15967"/>
                    <a:pt x="75225" y="15429"/>
                    <a:pt x="75148" y="14891"/>
                  </a:cubicBezTo>
                  <a:cubicBezTo>
                    <a:pt x="75020" y="13866"/>
                    <a:pt x="74251" y="13276"/>
                    <a:pt x="73097" y="12994"/>
                  </a:cubicBezTo>
                  <a:cubicBezTo>
                    <a:pt x="72303" y="12815"/>
                    <a:pt x="71508" y="12764"/>
                    <a:pt x="70714" y="12841"/>
                  </a:cubicBezTo>
                  <a:cubicBezTo>
                    <a:pt x="69560" y="12943"/>
                    <a:pt x="68407" y="13123"/>
                    <a:pt x="67254" y="13404"/>
                  </a:cubicBezTo>
                  <a:cubicBezTo>
                    <a:pt x="65460" y="13866"/>
                    <a:pt x="63691" y="14430"/>
                    <a:pt x="61974" y="15122"/>
                  </a:cubicBezTo>
                  <a:cubicBezTo>
                    <a:pt x="58693" y="16378"/>
                    <a:pt x="55489" y="17838"/>
                    <a:pt x="52414" y="19479"/>
                  </a:cubicBezTo>
                  <a:cubicBezTo>
                    <a:pt x="48339" y="21606"/>
                    <a:pt x="44468" y="23964"/>
                    <a:pt x="40624" y="26373"/>
                  </a:cubicBezTo>
                  <a:cubicBezTo>
                    <a:pt x="37830" y="28142"/>
                    <a:pt x="35011" y="29910"/>
                    <a:pt x="32192" y="31653"/>
                  </a:cubicBezTo>
                  <a:cubicBezTo>
                    <a:pt x="30193" y="32883"/>
                    <a:pt x="28142" y="34037"/>
                    <a:pt x="26040" y="35062"/>
                  </a:cubicBezTo>
                  <a:cubicBezTo>
                    <a:pt x="24169" y="36010"/>
                    <a:pt x="22196" y="36753"/>
                    <a:pt x="20171" y="37292"/>
                  </a:cubicBezTo>
                  <a:cubicBezTo>
                    <a:pt x="14686" y="38650"/>
                    <a:pt x="10073" y="37445"/>
                    <a:pt x="6228" y="34037"/>
                  </a:cubicBezTo>
                  <a:cubicBezTo>
                    <a:pt x="5229" y="33114"/>
                    <a:pt x="4383" y="32089"/>
                    <a:pt x="3717" y="30935"/>
                  </a:cubicBezTo>
                  <a:cubicBezTo>
                    <a:pt x="2563" y="29039"/>
                    <a:pt x="1717" y="27014"/>
                    <a:pt x="1205" y="24912"/>
                  </a:cubicBezTo>
                  <a:cubicBezTo>
                    <a:pt x="564" y="22452"/>
                    <a:pt x="205" y="19966"/>
                    <a:pt x="103" y="17454"/>
                  </a:cubicBezTo>
                  <a:cubicBezTo>
                    <a:pt x="0" y="15173"/>
                    <a:pt x="26" y="12866"/>
                    <a:pt x="205" y="10585"/>
                  </a:cubicBezTo>
                  <a:cubicBezTo>
                    <a:pt x="436" y="7612"/>
                    <a:pt x="667" y="4665"/>
                    <a:pt x="897" y="1692"/>
                  </a:cubicBezTo>
                  <a:cubicBezTo>
                    <a:pt x="949" y="1128"/>
                    <a:pt x="949" y="564"/>
                    <a:pt x="949" y="0"/>
                  </a:cubicBezTo>
                  <a:lnTo>
                    <a:pt x="8689" y="0"/>
                  </a:lnTo>
                  <a:cubicBezTo>
                    <a:pt x="8766" y="179"/>
                    <a:pt x="8791" y="359"/>
                    <a:pt x="8791" y="538"/>
                  </a:cubicBezTo>
                  <a:cubicBezTo>
                    <a:pt x="8586" y="2153"/>
                    <a:pt x="8356" y="3768"/>
                    <a:pt x="8151" y="5382"/>
                  </a:cubicBezTo>
                  <a:cubicBezTo>
                    <a:pt x="7715" y="8637"/>
                    <a:pt x="7587" y="11944"/>
                    <a:pt x="7817" y="15224"/>
                  </a:cubicBezTo>
                  <a:cubicBezTo>
                    <a:pt x="7946" y="16993"/>
                    <a:pt x="8330" y="18736"/>
                    <a:pt x="8945" y="20401"/>
                  </a:cubicBezTo>
                  <a:cubicBezTo>
                    <a:pt x="9355" y="21606"/>
                    <a:pt x="9996" y="22708"/>
                    <a:pt x="10816" y="23682"/>
                  </a:cubicBezTo>
                  <a:cubicBezTo>
                    <a:pt x="11559" y="24579"/>
                    <a:pt x="12482" y="25297"/>
                    <a:pt x="13507" y="25809"/>
                  </a:cubicBezTo>
                  <a:cubicBezTo>
                    <a:pt x="15071" y="26604"/>
                    <a:pt x="16865" y="26809"/>
                    <a:pt x="18531" y="26348"/>
                  </a:cubicBezTo>
                  <a:cubicBezTo>
                    <a:pt x="19530" y="26091"/>
                    <a:pt x="20504" y="25707"/>
                    <a:pt x="21427" y="25220"/>
                  </a:cubicBezTo>
                  <a:cubicBezTo>
                    <a:pt x="22785" y="24528"/>
                    <a:pt x="24093" y="23733"/>
                    <a:pt x="25323" y="22811"/>
                  </a:cubicBezTo>
                  <a:cubicBezTo>
                    <a:pt x="26630" y="21862"/>
                    <a:pt x="27963" y="20914"/>
                    <a:pt x="29193" y="19914"/>
                  </a:cubicBezTo>
                  <a:cubicBezTo>
                    <a:pt x="36190" y="14302"/>
                    <a:pt x="43930" y="9483"/>
                    <a:pt x="52183" y="5229"/>
                  </a:cubicBezTo>
                  <a:cubicBezTo>
                    <a:pt x="55464" y="3537"/>
                    <a:pt x="58796" y="1820"/>
                    <a:pt x="62204" y="256"/>
                  </a:cubicBezTo>
                  <a:cubicBezTo>
                    <a:pt x="62384" y="179"/>
                    <a:pt x="62538" y="77"/>
                    <a:pt x="62691" y="0"/>
                  </a:cubicBezTo>
                  <a:lnTo>
                    <a:pt x="118924" y="0"/>
                  </a:lnTo>
                  <a:lnTo>
                    <a:pt x="118924" y="8278"/>
                  </a:lnTo>
                  <a:cubicBezTo>
                    <a:pt x="118616" y="8407"/>
                    <a:pt x="118334" y="8535"/>
                    <a:pt x="118027" y="8663"/>
                  </a:cubicBezTo>
                  <a:cubicBezTo>
                    <a:pt x="112029" y="10995"/>
                    <a:pt x="106416" y="14225"/>
                    <a:pt x="101393" y="18274"/>
                  </a:cubicBezTo>
                  <a:cubicBezTo>
                    <a:pt x="94729" y="23554"/>
                    <a:pt x="88527" y="29372"/>
                    <a:pt x="82811" y="35651"/>
                  </a:cubicBezTo>
                  <a:cubicBezTo>
                    <a:pt x="76532" y="42571"/>
                    <a:pt x="71893" y="50158"/>
                    <a:pt x="68843" y="58411"/>
                  </a:cubicBezTo>
                  <a:cubicBezTo>
                    <a:pt x="67510" y="62025"/>
                    <a:pt x="66126" y="65587"/>
                    <a:pt x="65101" y="69252"/>
                  </a:cubicBezTo>
                  <a:cubicBezTo>
                    <a:pt x="63691" y="74096"/>
                    <a:pt x="62897" y="78992"/>
                    <a:pt x="63102" y="83964"/>
                  </a:cubicBezTo>
                  <a:cubicBezTo>
                    <a:pt x="63281" y="88654"/>
                    <a:pt x="64383" y="93216"/>
                    <a:pt x="66075" y="97702"/>
                  </a:cubicBezTo>
                  <a:cubicBezTo>
                    <a:pt x="68202" y="103238"/>
                    <a:pt x="71278" y="108389"/>
                    <a:pt x="75199" y="112849"/>
                  </a:cubicBezTo>
                  <a:cubicBezTo>
                    <a:pt x="78505" y="116668"/>
                    <a:pt x="82427" y="119923"/>
                    <a:pt x="86758" y="122486"/>
                  </a:cubicBezTo>
                  <a:cubicBezTo>
                    <a:pt x="94447" y="127073"/>
                    <a:pt x="103059" y="129201"/>
                    <a:pt x="112568" y="128739"/>
                  </a:cubicBezTo>
                  <a:cubicBezTo>
                    <a:pt x="114362" y="128663"/>
                    <a:pt x="116182" y="128432"/>
                    <a:pt x="117950" y="128073"/>
                  </a:cubicBezTo>
                  <a:cubicBezTo>
                    <a:pt x="118283" y="128022"/>
                    <a:pt x="118591" y="127894"/>
                    <a:pt x="118924" y="127817"/>
                  </a:cubicBezTo>
                  <a:lnTo>
                    <a:pt x="118924" y="149064"/>
                  </a:lnTo>
                  <a:cubicBezTo>
                    <a:pt x="118514" y="149141"/>
                    <a:pt x="118129" y="149218"/>
                    <a:pt x="117719" y="149346"/>
                  </a:cubicBezTo>
                  <a:cubicBezTo>
                    <a:pt x="112952" y="150730"/>
                    <a:pt x="108005" y="151448"/>
                    <a:pt x="103008" y="151473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15" name="Google Shape;666;p24"/>
            <p:cNvSpPr/>
            <p:nvPr/>
          </p:nvSpPr>
          <p:spPr>
            <a:xfrm flipH="1">
              <a:off x="2511000" y="0"/>
              <a:ext cx="6626880" cy="5142240"/>
            </a:xfrm>
            <a:custGeom>
              <a:avLst/>
              <a:gdLst>
                <a:gd name="textAreaLeft" fmla="*/ 360 w 6626880"/>
                <a:gd name="textAreaRight" fmla="*/ 6627600 w 6626880"/>
                <a:gd name="textAreaTop" fmla="*/ 0 h 5142240"/>
                <a:gd name="textAreaBottom" fmla="*/ 5142600 h 5142240"/>
              </a:gdLst>
              <a:ahLst/>
              <a:cxnLst/>
              <a:rect l="textAreaLeft" t="textAreaTop" r="textAreaRight" b="textAreaBottom"/>
              <a:pathLst>
                <a:path w="206323" h="175925">
                  <a:moveTo>
                    <a:pt x="141196" y="19504"/>
                  </a:moveTo>
                  <a:cubicBezTo>
                    <a:pt x="142093" y="23041"/>
                    <a:pt x="142965" y="26604"/>
                    <a:pt x="143836" y="30166"/>
                  </a:cubicBezTo>
                  <a:cubicBezTo>
                    <a:pt x="145400" y="36318"/>
                    <a:pt x="147424" y="42315"/>
                    <a:pt x="149936" y="48133"/>
                  </a:cubicBezTo>
                  <a:cubicBezTo>
                    <a:pt x="151089" y="50824"/>
                    <a:pt x="152217" y="53515"/>
                    <a:pt x="153089" y="56283"/>
                  </a:cubicBezTo>
                  <a:cubicBezTo>
                    <a:pt x="153858" y="58770"/>
                    <a:pt x="154447" y="61333"/>
                    <a:pt x="154831" y="63921"/>
                  </a:cubicBezTo>
                  <a:cubicBezTo>
                    <a:pt x="155421" y="67612"/>
                    <a:pt x="155703" y="71277"/>
                    <a:pt x="156036" y="74968"/>
                  </a:cubicBezTo>
                  <a:cubicBezTo>
                    <a:pt x="156241" y="77813"/>
                    <a:pt x="156600" y="80658"/>
                    <a:pt x="157138" y="83477"/>
                  </a:cubicBezTo>
                  <a:cubicBezTo>
                    <a:pt x="157574" y="85912"/>
                    <a:pt x="158343" y="88270"/>
                    <a:pt x="159394" y="90525"/>
                  </a:cubicBezTo>
                  <a:cubicBezTo>
                    <a:pt x="160675" y="93191"/>
                    <a:pt x="162520" y="95549"/>
                    <a:pt x="164802" y="97420"/>
                  </a:cubicBezTo>
                  <a:cubicBezTo>
                    <a:pt x="165776" y="98214"/>
                    <a:pt x="166724" y="99034"/>
                    <a:pt x="167723" y="99803"/>
                  </a:cubicBezTo>
                  <a:cubicBezTo>
                    <a:pt x="171645" y="102751"/>
                    <a:pt x="174618" y="106826"/>
                    <a:pt x="176207" y="111490"/>
                  </a:cubicBezTo>
                  <a:cubicBezTo>
                    <a:pt x="177027" y="113797"/>
                    <a:pt x="177565" y="116155"/>
                    <a:pt x="177873" y="118590"/>
                  </a:cubicBezTo>
                  <a:cubicBezTo>
                    <a:pt x="178155" y="120820"/>
                    <a:pt x="178257" y="123075"/>
                    <a:pt x="178129" y="125331"/>
                  </a:cubicBezTo>
                  <a:cubicBezTo>
                    <a:pt x="178027" y="127330"/>
                    <a:pt x="177565" y="129278"/>
                    <a:pt x="176796" y="131123"/>
                  </a:cubicBezTo>
                  <a:cubicBezTo>
                    <a:pt x="175694" y="133686"/>
                    <a:pt x="174567" y="136249"/>
                    <a:pt x="173439" y="138812"/>
                  </a:cubicBezTo>
                  <a:cubicBezTo>
                    <a:pt x="172824" y="140222"/>
                    <a:pt x="172209" y="141631"/>
                    <a:pt x="171645" y="143067"/>
                  </a:cubicBezTo>
                  <a:cubicBezTo>
                    <a:pt x="170491" y="146040"/>
                    <a:pt x="170696" y="148987"/>
                    <a:pt x="172055" y="151909"/>
                  </a:cubicBezTo>
                  <a:cubicBezTo>
                    <a:pt x="172798" y="153447"/>
                    <a:pt x="173721" y="154882"/>
                    <a:pt x="174797" y="156215"/>
                  </a:cubicBezTo>
                  <a:cubicBezTo>
                    <a:pt x="176925" y="158829"/>
                    <a:pt x="179488" y="161136"/>
                    <a:pt x="182281" y="163263"/>
                  </a:cubicBezTo>
                  <a:cubicBezTo>
                    <a:pt x="188971" y="168415"/>
                    <a:pt x="196609" y="172387"/>
                    <a:pt x="205015" y="175386"/>
                  </a:cubicBezTo>
                  <a:cubicBezTo>
                    <a:pt x="205451" y="175540"/>
                    <a:pt x="205887" y="175745"/>
                    <a:pt x="206322" y="175924"/>
                  </a:cubicBezTo>
                  <a:lnTo>
                    <a:pt x="178539" y="175924"/>
                  </a:lnTo>
                  <a:cubicBezTo>
                    <a:pt x="178257" y="175668"/>
                    <a:pt x="178001" y="175412"/>
                    <a:pt x="177694" y="175181"/>
                  </a:cubicBezTo>
                  <a:cubicBezTo>
                    <a:pt x="174054" y="172439"/>
                    <a:pt x="170594" y="169491"/>
                    <a:pt x="167313" y="166364"/>
                  </a:cubicBezTo>
                  <a:cubicBezTo>
                    <a:pt x="164597" y="163801"/>
                    <a:pt x="162136" y="161008"/>
                    <a:pt x="159932" y="158009"/>
                  </a:cubicBezTo>
                  <a:cubicBezTo>
                    <a:pt x="157753" y="154985"/>
                    <a:pt x="156010" y="151806"/>
                    <a:pt x="154960" y="148372"/>
                  </a:cubicBezTo>
                  <a:cubicBezTo>
                    <a:pt x="154550" y="146988"/>
                    <a:pt x="154268" y="145553"/>
                    <a:pt x="154139" y="144117"/>
                  </a:cubicBezTo>
                  <a:cubicBezTo>
                    <a:pt x="153909" y="141401"/>
                    <a:pt x="154344" y="138658"/>
                    <a:pt x="155421" y="136146"/>
                  </a:cubicBezTo>
                  <a:cubicBezTo>
                    <a:pt x="156036" y="134686"/>
                    <a:pt x="156754" y="133225"/>
                    <a:pt x="157394" y="131764"/>
                  </a:cubicBezTo>
                  <a:cubicBezTo>
                    <a:pt x="157856" y="130739"/>
                    <a:pt x="158266" y="129688"/>
                    <a:pt x="158625" y="128637"/>
                  </a:cubicBezTo>
                  <a:cubicBezTo>
                    <a:pt x="159650" y="125356"/>
                    <a:pt x="159163" y="122178"/>
                    <a:pt x="157471" y="119103"/>
                  </a:cubicBezTo>
                  <a:cubicBezTo>
                    <a:pt x="156779" y="117898"/>
                    <a:pt x="155959" y="116745"/>
                    <a:pt x="154985" y="115745"/>
                  </a:cubicBezTo>
                  <a:cubicBezTo>
                    <a:pt x="154344" y="115079"/>
                    <a:pt x="153678" y="114438"/>
                    <a:pt x="152986" y="113823"/>
                  </a:cubicBezTo>
                  <a:cubicBezTo>
                    <a:pt x="152422" y="113285"/>
                    <a:pt x="151833" y="112746"/>
                    <a:pt x="151218" y="112234"/>
                  </a:cubicBezTo>
                  <a:cubicBezTo>
                    <a:pt x="147040" y="108748"/>
                    <a:pt x="144016" y="104083"/>
                    <a:pt x="142580" y="98829"/>
                  </a:cubicBezTo>
                  <a:cubicBezTo>
                    <a:pt x="141837" y="96164"/>
                    <a:pt x="141299" y="93473"/>
                    <a:pt x="140966" y="90756"/>
                  </a:cubicBezTo>
                  <a:cubicBezTo>
                    <a:pt x="140402" y="86476"/>
                    <a:pt x="139915" y="82170"/>
                    <a:pt x="139325" y="77864"/>
                  </a:cubicBezTo>
                  <a:cubicBezTo>
                    <a:pt x="138813" y="74173"/>
                    <a:pt x="138172" y="70482"/>
                    <a:pt x="137403" y="66817"/>
                  </a:cubicBezTo>
                  <a:cubicBezTo>
                    <a:pt x="136685" y="63409"/>
                    <a:pt x="136045" y="60025"/>
                    <a:pt x="135250" y="56642"/>
                  </a:cubicBezTo>
                  <a:cubicBezTo>
                    <a:pt x="133533" y="49107"/>
                    <a:pt x="131636" y="41572"/>
                    <a:pt x="129124" y="34216"/>
                  </a:cubicBezTo>
                  <a:cubicBezTo>
                    <a:pt x="128279" y="31576"/>
                    <a:pt x="127202" y="29039"/>
                    <a:pt x="125946" y="26578"/>
                  </a:cubicBezTo>
                  <a:cubicBezTo>
                    <a:pt x="125152" y="25015"/>
                    <a:pt x="124203" y="23554"/>
                    <a:pt x="123127" y="22170"/>
                  </a:cubicBezTo>
                  <a:cubicBezTo>
                    <a:pt x="122025" y="20786"/>
                    <a:pt x="120718" y="19530"/>
                    <a:pt x="119231" y="18530"/>
                  </a:cubicBezTo>
                  <a:cubicBezTo>
                    <a:pt x="118360" y="17941"/>
                    <a:pt x="117437" y="17454"/>
                    <a:pt x="116463" y="17070"/>
                  </a:cubicBezTo>
                  <a:cubicBezTo>
                    <a:pt x="113951" y="16096"/>
                    <a:pt x="111183" y="15942"/>
                    <a:pt x="108595" y="16659"/>
                  </a:cubicBezTo>
                  <a:cubicBezTo>
                    <a:pt x="107031" y="17095"/>
                    <a:pt x="105519" y="17710"/>
                    <a:pt x="104135" y="18530"/>
                  </a:cubicBezTo>
                  <a:cubicBezTo>
                    <a:pt x="101880" y="19838"/>
                    <a:pt x="99829" y="21478"/>
                    <a:pt x="98035" y="23400"/>
                  </a:cubicBezTo>
                  <a:cubicBezTo>
                    <a:pt x="95370" y="26194"/>
                    <a:pt x="93114" y="29321"/>
                    <a:pt x="91320" y="32729"/>
                  </a:cubicBezTo>
                  <a:cubicBezTo>
                    <a:pt x="90218" y="34806"/>
                    <a:pt x="89167" y="36907"/>
                    <a:pt x="88116" y="38958"/>
                  </a:cubicBezTo>
                  <a:cubicBezTo>
                    <a:pt x="86758" y="41674"/>
                    <a:pt x="85246" y="44314"/>
                    <a:pt x="83580" y="46852"/>
                  </a:cubicBezTo>
                  <a:cubicBezTo>
                    <a:pt x="82298" y="48748"/>
                    <a:pt x="80837" y="50491"/>
                    <a:pt x="79197" y="52080"/>
                  </a:cubicBezTo>
                  <a:cubicBezTo>
                    <a:pt x="78300" y="52926"/>
                    <a:pt x="77352" y="53695"/>
                    <a:pt x="76326" y="54387"/>
                  </a:cubicBezTo>
                  <a:cubicBezTo>
                    <a:pt x="73302" y="56335"/>
                    <a:pt x="69791" y="57437"/>
                    <a:pt x="66177" y="57539"/>
                  </a:cubicBezTo>
                  <a:cubicBezTo>
                    <a:pt x="62332" y="57693"/>
                    <a:pt x="58616" y="57104"/>
                    <a:pt x="55002" y="56104"/>
                  </a:cubicBezTo>
                  <a:cubicBezTo>
                    <a:pt x="50414" y="54797"/>
                    <a:pt x="45980" y="52952"/>
                    <a:pt x="41828" y="50619"/>
                  </a:cubicBezTo>
                  <a:cubicBezTo>
                    <a:pt x="37830" y="48441"/>
                    <a:pt x="34139" y="45955"/>
                    <a:pt x="30423" y="43443"/>
                  </a:cubicBezTo>
                  <a:cubicBezTo>
                    <a:pt x="26194" y="40572"/>
                    <a:pt x="21991" y="37625"/>
                    <a:pt x="17710" y="34806"/>
                  </a:cubicBezTo>
                  <a:cubicBezTo>
                    <a:pt x="12405" y="31269"/>
                    <a:pt x="6843" y="28065"/>
                    <a:pt x="1128" y="25040"/>
                  </a:cubicBezTo>
                  <a:cubicBezTo>
                    <a:pt x="769" y="24861"/>
                    <a:pt x="461" y="24605"/>
                    <a:pt x="0" y="24630"/>
                  </a:cubicBezTo>
                  <a:lnTo>
                    <a:pt x="0" y="19351"/>
                  </a:lnTo>
                  <a:cubicBezTo>
                    <a:pt x="179" y="19351"/>
                    <a:pt x="359" y="19376"/>
                    <a:pt x="538" y="19428"/>
                  </a:cubicBezTo>
                  <a:cubicBezTo>
                    <a:pt x="846" y="19556"/>
                    <a:pt x="1128" y="19709"/>
                    <a:pt x="1435" y="19863"/>
                  </a:cubicBezTo>
                  <a:cubicBezTo>
                    <a:pt x="11354" y="24964"/>
                    <a:pt x="20991" y="30653"/>
                    <a:pt x="30269" y="36907"/>
                  </a:cubicBezTo>
                  <a:cubicBezTo>
                    <a:pt x="33447" y="39060"/>
                    <a:pt x="36677" y="41136"/>
                    <a:pt x="39906" y="43187"/>
                  </a:cubicBezTo>
                  <a:cubicBezTo>
                    <a:pt x="42315" y="44724"/>
                    <a:pt x="44827" y="46083"/>
                    <a:pt x="47416" y="47287"/>
                  </a:cubicBezTo>
                  <a:cubicBezTo>
                    <a:pt x="50389" y="48723"/>
                    <a:pt x="53516" y="49773"/>
                    <a:pt x="56745" y="50440"/>
                  </a:cubicBezTo>
                  <a:cubicBezTo>
                    <a:pt x="58795" y="50876"/>
                    <a:pt x="60871" y="51029"/>
                    <a:pt x="62948" y="50952"/>
                  </a:cubicBezTo>
                  <a:cubicBezTo>
                    <a:pt x="66510" y="50799"/>
                    <a:pt x="69586" y="49748"/>
                    <a:pt x="72149" y="47697"/>
                  </a:cubicBezTo>
                  <a:cubicBezTo>
                    <a:pt x="73353" y="46723"/>
                    <a:pt x="74455" y="45570"/>
                    <a:pt x="75404" y="44314"/>
                  </a:cubicBezTo>
                  <a:cubicBezTo>
                    <a:pt x="76813" y="42443"/>
                    <a:pt x="78018" y="40418"/>
                    <a:pt x="79018" y="38266"/>
                  </a:cubicBezTo>
                  <a:cubicBezTo>
                    <a:pt x="80427" y="35190"/>
                    <a:pt x="81658" y="32037"/>
                    <a:pt x="82657" y="28808"/>
                  </a:cubicBezTo>
                  <a:cubicBezTo>
                    <a:pt x="83477" y="26091"/>
                    <a:pt x="84502" y="23477"/>
                    <a:pt x="85733" y="20940"/>
                  </a:cubicBezTo>
                  <a:cubicBezTo>
                    <a:pt x="87527" y="17454"/>
                    <a:pt x="89680" y="14148"/>
                    <a:pt x="92166" y="11123"/>
                  </a:cubicBezTo>
                  <a:cubicBezTo>
                    <a:pt x="94883" y="7817"/>
                    <a:pt x="97753" y="4562"/>
                    <a:pt x="100778" y="1435"/>
                  </a:cubicBezTo>
                  <a:cubicBezTo>
                    <a:pt x="101239" y="948"/>
                    <a:pt x="101752" y="461"/>
                    <a:pt x="102238" y="0"/>
                  </a:cubicBezTo>
                  <a:lnTo>
                    <a:pt x="125921" y="0"/>
                  </a:lnTo>
                  <a:cubicBezTo>
                    <a:pt x="126100" y="308"/>
                    <a:pt x="126485" y="384"/>
                    <a:pt x="126792" y="564"/>
                  </a:cubicBezTo>
                  <a:cubicBezTo>
                    <a:pt x="128663" y="1512"/>
                    <a:pt x="130457" y="2640"/>
                    <a:pt x="132123" y="3921"/>
                  </a:cubicBezTo>
                  <a:cubicBezTo>
                    <a:pt x="134968" y="6126"/>
                    <a:pt x="137224" y="8996"/>
                    <a:pt x="138684" y="12277"/>
                  </a:cubicBezTo>
                  <a:cubicBezTo>
                    <a:pt x="139735" y="14609"/>
                    <a:pt x="140555" y="17018"/>
                    <a:pt x="141196" y="19504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16" name="Google Shape;667;p24"/>
            <p:cNvSpPr/>
            <p:nvPr/>
          </p:nvSpPr>
          <p:spPr>
            <a:xfrm flipH="1">
              <a:off x="4353480" y="1168200"/>
              <a:ext cx="4783320" cy="3974400"/>
            </a:xfrm>
            <a:custGeom>
              <a:avLst/>
              <a:gdLst>
                <a:gd name="textAreaLeft" fmla="*/ -360 w 4783320"/>
                <a:gd name="textAreaRight" fmla="*/ 4783320 w 4783320"/>
                <a:gd name="textAreaTop" fmla="*/ 0 h 3974400"/>
                <a:gd name="textAreaBottom" fmla="*/ 3974760 h 3974400"/>
              </a:gdLst>
              <a:ahLst/>
              <a:cxnLst/>
              <a:rect l="textAreaLeft" t="textAreaTop" r="textAreaRight" b="textAreaBottom"/>
              <a:pathLst>
                <a:path w="148937" h="135968">
                  <a:moveTo>
                    <a:pt x="1307" y="308"/>
                  </a:moveTo>
                  <a:cubicBezTo>
                    <a:pt x="3306" y="897"/>
                    <a:pt x="5229" y="1615"/>
                    <a:pt x="7125" y="2435"/>
                  </a:cubicBezTo>
                  <a:cubicBezTo>
                    <a:pt x="10329" y="3819"/>
                    <a:pt x="13430" y="5331"/>
                    <a:pt x="16429" y="6972"/>
                  </a:cubicBezTo>
                  <a:cubicBezTo>
                    <a:pt x="21068" y="9483"/>
                    <a:pt x="25656" y="12021"/>
                    <a:pt x="30295" y="14507"/>
                  </a:cubicBezTo>
                  <a:cubicBezTo>
                    <a:pt x="35805" y="17505"/>
                    <a:pt x="41546" y="19992"/>
                    <a:pt x="47493" y="21991"/>
                  </a:cubicBezTo>
                  <a:cubicBezTo>
                    <a:pt x="51414" y="23323"/>
                    <a:pt x="55412" y="24374"/>
                    <a:pt x="59487" y="25169"/>
                  </a:cubicBezTo>
                  <a:cubicBezTo>
                    <a:pt x="62512" y="25758"/>
                    <a:pt x="65562" y="26040"/>
                    <a:pt x="68637" y="26040"/>
                  </a:cubicBezTo>
                  <a:cubicBezTo>
                    <a:pt x="74174" y="25989"/>
                    <a:pt x="79146" y="24631"/>
                    <a:pt x="83554" y="21863"/>
                  </a:cubicBezTo>
                  <a:cubicBezTo>
                    <a:pt x="85476" y="20632"/>
                    <a:pt x="87296" y="19248"/>
                    <a:pt x="88988" y="17736"/>
                  </a:cubicBezTo>
                  <a:cubicBezTo>
                    <a:pt x="90269" y="16608"/>
                    <a:pt x="91499" y="15455"/>
                    <a:pt x="92781" y="14353"/>
                  </a:cubicBezTo>
                  <a:cubicBezTo>
                    <a:pt x="94062" y="13225"/>
                    <a:pt x="95395" y="12149"/>
                    <a:pt x="96754" y="11124"/>
                  </a:cubicBezTo>
                  <a:cubicBezTo>
                    <a:pt x="97574" y="10534"/>
                    <a:pt x="98420" y="10021"/>
                    <a:pt x="99317" y="9535"/>
                  </a:cubicBezTo>
                  <a:cubicBezTo>
                    <a:pt x="100086" y="9124"/>
                    <a:pt x="100931" y="8817"/>
                    <a:pt x="101803" y="8637"/>
                  </a:cubicBezTo>
                  <a:cubicBezTo>
                    <a:pt x="103571" y="8202"/>
                    <a:pt x="105417" y="8432"/>
                    <a:pt x="107031" y="9278"/>
                  </a:cubicBezTo>
                  <a:cubicBezTo>
                    <a:pt x="107928" y="9765"/>
                    <a:pt x="108749" y="10380"/>
                    <a:pt x="109492" y="11098"/>
                  </a:cubicBezTo>
                  <a:cubicBezTo>
                    <a:pt x="110466" y="12072"/>
                    <a:pt x="111337" y="13123"/>
                    <a:pt x="112080" y="14302"/>
                  </a:cubicBezTo>
                  <a:cubicBezTo>
                    <a:pt x="113413" y="16326"/>
                    <a:pt x="114515" y="18505"/>
                    <a:pt x="115387" y="20786"/>
                  </a:cubicBezTo>
                  <a:cubicBezTo>
                    <a:pt x="116848" y="24528"/>
                    <a:pt x="117950" y="28424"/>
                    <a:pt x="118667" y="32371"/>
                  </a:cubicBezTo>
                  <a:cubicBezTo>
                    <a:pt x="119667" y="37471"/>
                    <a:pt x="120026" y="42648"/>
                    <a:pt x="119769" y="47826"/>
                  </a:cubicBezTo>
                  <a:cubicBezTo>
                    <a:pt x="119641" y="50056"/>
                    <a:pt x="119436" y="52311"/>
                    <a:pt x="119180" y="54566"/>
                  </a:cubicBezTo>
                  <a:cubicBezTo>
                    <a:pt x="118693" y="58795"/>
                    <a:pt x="118078" y="63024"/>
                    <a:pt x="117591" y="67253"/>
                  </a:cubicBezTo>
                  <a:cubicBezTo>
                    <a:pt x="117027" y="71610"/>
                    <a:pt x="116719" y="75993"/>
                    <a:pt x="116617" y="80401"/>
                  </a:cubicBezTo>
                  <a:cubicBezTo>
                    <a:pt x="116566" y="83374"/>
                    <a:pt x="116771" y="86348"/>
                    <a:pt x="117258" y="89295"/>
                  </a:cubicBezTo>
                  <a:cubicBezTo>
                    <a:pt x="118129" y="94498"/>
                    <a:pt x="120000" y="99444"/>
                    <a:pt x="123358" y="103930"/>
                  </a:cubicBezTo>
                  <a:cubicBezTo>
                    <a:pt x="125049" y="106262"/>
                    <a:pt x="126818" y="108543"/>
                    <a:pt x="128663" y="110824"/>
                  </a:cubicBezTo>
                  <a:cubicBezTo>
                    <a:pt x="131559" y="114412"/>
                    <a:pt x="134276" y="118129"/>
                    <a:pt x="137019" y="121794"/>
                  </a:cubicBezTo>
                  <a:cubicBezTo>
                    <a:pt x="140581" y="126561"/>
                    <a:pt x="144426" y="131123"/>
                    <a:pt x="148526" y="135429"/>
                  </a:cubicBezTo>
                  <a:cubicBezTo>
                    <a:pt x="148680" y="135583"/>
                    <a:pt x="148808" y="135788"/>
                    <a:pt x="148937" y="135967"/>
                  </a:cubicBezTo>
                  <a:lnTo>
                    <a:pt x="115028" y="135967"/>
                  </a:lnTo>
                  <a:cubicBezTo>
                    <a:pt x="114772" y="135608"/>
                    <a:pt x="114515" y="135275"/>
                    <a:pt x="114310" y="134916"/>
                  </a:cubicBezTo>
                  <a:cubicBezTo>
                    <a:pt x="111055" y="129227"/>
                    <a:pt x="108313" y="123255"/>
                    <a:pt x="106134" y="117104"/>
                  </a:cubicBezTo>
                  <a:cubicBezTo>
                    <a:pt x="104340" y="112157"/>
                    <a:pt x="102905" y="107082"/>
                    <a:pt x="101880" y="101931"/>
                  </a:cubicBezTo>
                  <a:cubicBezTo>
                    <a:pt x="101136" y="98086"/>
                    <a:pt x="100624" y="94242"/>
                    <a:pt x="100393" y="90346"/>
                  </a:cubicBezTo>
                  <a:cubicBezTo>
                    <a:pt x="100162" y="86860"/>
                    <a:pt x="100214" y="83374"/>
                    <a:pt x="100470" y="79914"/>
                  </a:cubicBezTo>
                  <a:cubicBezTo>
                    <a:pt x="100726" y="76813"/>
                    <a:pt x="101111" y="73738"/>
                    <a:pt x="101675" y="70688"/>
                  </a:cubicBezTo>
                  <a:cubicBezTo>
                    <a:pt x="102520" y="65997"/>
                    <a:pt x="103751" y="61384"/>
                    <a:pt x="104853" y="56745"/>
                  </a:cubicBezTo>
                  <a:cubicBezTo>
                    <a:pt x="105673" y="53541"/>
                    <a:pt x="106211" y="50286"/>
                    <a:pt x="106467" y="46980"/>
                  </a:cubicBezTo>
                  <a:cubicBezTo>
                    <a:pt x="106724" y="43135"/>
                    <a:pt x="106339" y="39342"/>
                    <a:pt x="105007" y="35651"/>
                  </a:cubicBezTo>
                  <a:cubicBezTo>
                    <a:pt x="104596" y="34524"/>
                    <a:pt x="104058" y="33447"/>
                    <a:pt x="103366" y="32448"/>
                  </a:cubicBezTo>
                  <a:cubicBezTo>
                    <a:pt x="102854" y="31653"/>
                    <a:pt x="102238" y="30936"/>
                    <a:pt x="101521" y="30320"/>
                  </a:cubicBezTo>
                  <a:cubicBezTo>
                    <a:pt x="99957" y="28962"/>
                    <a:pt x="98061" y="28321"/>
                    <a:pt x="95805" y="28398"/>
                  </a:cubicBezTo>
                  <a:cubicBezTo>
                    <a:pt x="94780" y="28398"/>
                    <a:pt x="93781" y="28526"/>
                    <a:pt x="92781" y="28783"/>
                  </a:cubicBezTo>
                  <a:cubicBezTo>
                    <a:pt x="91397" y="29141"/>
                    <a:pt x="90039" y="29500"/>
                    <a:pt x="88680" y="29885"/>
                  </a:cubicBezTo>
                  <a:cubicBezTo>
                    <a:pt x="86271" y="30577"/>
                    <a:pt x="83913" y="31346"/>
                    <a:pt x="81452" y="31884"/>
                  </a:cubicBezTo>
                  <a:cubicBezTo>
                    <a:pt x="76788" y="32909"/>
                    <a:pt x="72021" y="33319"/>
                    <a:pt x="67253" y="33063"/>
                  </a:cubicBezTo>
                  <a:cubicBezTo>
                    <a:pt x="61282" y="32730"/>
                    <a:pt x="55464" y="31807"/>
                    <a:pt x="49671" y="30654"/>
                  </a:cubicBezTo>
                  <a:cubicBezTo>
                    <a:pt x="43956" y="29500"/>
                    <a:pt x="38343" y="28014"/>
                    <a:pt x="32755" y="26502"/>
                  </a:cubicBezTo>
                  <a:cubicBezTo>
                    <a:pt x="28578" y="25399"/>
                    <a:pt x="24400" y="24246"/>
                    <a:pt x="20145" y="23298"/>
                  </a:cubicBezTo>
                  <a:cubicBezTo>
                    <a:pt x="17864" y="22785"/>
                    <a:pt x="15557" y="22401"/>
                    <a:pt x="13225" y="22170"/>
                  </a:cubicBezTo>
                  <a:cubicBezTo>
                    <a:pt x="11226" y="21965"/>
                    <a:pt x="9227" y="21965"/>
                    <a:pt x="7228" y="22196"/>
                  </a:cubicBezTo>
                  <a:cubicBezTo>
                    <a:pt x="4972" y="22426"/>
                    <a:pt x="2845" y="23272"/>
                    <a:pt x="1051" y="24605"/>
                  </a:cubicBezTo>
                  <a:cubicBezTo>
                    <a:pt x="846" y="24759"/>
                    <a:pt x="641" y="24912"/>
                    <a:pt x="436" y="25041"/>
                  </a:cubicBezTo>
                  <a:cubicBezTo>
                    <a:pt x="282" y="25066"/>
                    <a:pt x="154" y="25092"/>
                    <a:pt x="0" y="25092"/>
                  </a:cubicBezTo>
                  <a:lnTo>
                    <a:pt x="0" y="103"/>
                  </a:lnTo>
                  <a:cubicBezTo>
                    <a:pt x="487" y="0"/>
                    <a:pt x="897" y="180"/>
                    <a:pt x="1307" y="30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17" name="Google Shape;668;p24"/>
            <p:cNvSpPr/>
            <p:nvPr/>
          </p:nvSpPr>
          <p:spPr>
            <a:xfrm flipH="1">
              <a:off x="-5400" y="0"/>
              <a:ext cx="4717800" cy="5142960"/>
            </a:xfrm>
            <a:custGeom>
              <a:avLst/>
              <a:gdLst>
                <a:gd name="textAreaLeft" fmla="*/ -360 w 4717800"/>
                <a:gd name="textAreaRight" fmla="*/ 4717800 w 4717800"/>
                <a:gd name="textAreaTop" fmla="*/ 0 h 5142960"/>
                <a:gd name="textAreaBottom" fmla="*/ 5143320 h 5142960"/>
              </a:gdLst>
              <a:ahLst/>
              <a:cxnLst/>
              <a:rect l="textAreaLeft" t="textAreaTop" r="textAreaRight" b="textAreaBottom"/>
              <a:pathLst>
                <a:path w="146887" h="175950">
                  <a:moveTo>
                    <a:pt x="114772" y="175924"/>
                  </a:moveTo>
                  <a:cubicBezTo>
                    <a:pt x="114644" y="175822"/>
                    <a:pt x="114516" y="175719"/>
                    <a:pt x="114362" y="175642"/>
                  </a:cubicBezTo>
                  <a:cubicBezTo>
                    <a:pt x="110364" y="174310"/>
                    <a:pt x="106289" y="173079"/>
                    <a:pt x="102060" y="172310"/>
                  </a:cubicBezTo>
                  <a:cubicBezTo>
                    <a:pt x="98472" y="171695"/>
                    <a:pt x="94832" y="171439"/>
                    <a:pt x="91193" y="171516"/>
                  </a:cubicBezTo>
                  <a:cubicBezTo>
                    <a:pt x="88989" y="171567"/>
                    <a:pt x="86810" y="171593"/>
                    <a:pt x="84606" y="171644"/>
                  </a:cubicBezTo>
                  <a:cubicBezTo>
                    <a:pt x="78531" y="171772"/>
                    <a:pt x="72457" y="170849"/>
                    <a:pt x="66690" y="168978"/>
                  </a:cubicBezTo>
                  <a:cubicBezTo>
                    <a:pt x="59591" y="166697"/>
                    <a:pt x="53311" y="163391"/>
                    <a:pt x="47929" y="158932"/>
                  </a:cubicBezTo>
                  <a:cubicBezTo>
                    <a:pt x="46263" y="157573"/>
                    <a:pt x="44751" y="156035"/>
                    <a:pt x="43444" y="154318"/>
                  </a:cubicBezTo>
                  <a:cubicBezTo>
                    <a:pt x="42290" y="152883"/>
                    <a:pt x="41419" y="151217"/>
                    <a:pt x="40932" y="149423"/>
                  </a:cubicBezTo>
                  <a:cubicBezTo>
                    <a:pt x="40573" y="148039"/>
                    <a:pt x="40471" y="146629"/>
                    <a:pt x="40650" y="145219"/>
                  </a:cubicBezTo>
                  <a:cubicBezTo>
                    <a:pt x="40958" y="143041"/>
                    <a:pt x="41496" y="140914"/>
                    <a:pt x="42265" y="138889"/>
                  </a:cubicBezTo>
                  <a:cubicBezTo>
                    <a:pt x="43136" y="136454"/>
                    <a:pt x="44033" y="134019"/>
                    <a:pt x="44956" y="131610"/>
                  </a:cubicBezTo>
                  <a:cubicBezTo>
                    <a:pt x="45853" y="129201"/>
                    <a:pt x="46340" y="126689"/>
                    <a:pt x="46417" y="124126"/>
                  </a:cubicBezTo>
                  <a:cubicBezTo>
                    <a:pt x="46494" y="122024"/>
                    <a:pt x="46545" y="119923"/>
                    <a:pt x="46417" y="117821"/>
                  </a:cubicBezTo>
                  <a:cubicBezTo>
                    <a:pt x="46109" y="112772"/>
                    <a:pt x="45212" y="107800"/>
                    <a:pt x="43264" y="102981"/>
                  </a:cubicBezTo>
                  <a:cubicBezTo>
                    <a:pt x="42752" y="101725"/>
                    <a:pt x="42162" y="100495"/>
                    <a:pt x="41522" y="99316"/>
                  </a:cubicBezTo>
                  <a:cubicBezTo>
                    <a:pt x="40138" y="96804"/>
                    <a:pt x="38241" y="94600"/>
                    <a:pt x="36011" y="92806"/>
                  </a:cubicBezTo>
                  <a:cubicBezTo>
                    <a:pt x="35242" y="92191"/>
                    <a:pt x="34499" y="91576"/>
                    <a:pt x="33730" y="90961"/>
                  </a:cubicBezTo>
                  <a:cubicBezTo>
                    <a:pt x="30731" y="88757"/>
                    <a:pt x="28527" y="85655"/>
                    <a:pt x="27374" y="82118"/>
                  </a:cubicBezTo>
                  <a:cubicBezTo>
                    <a:pt x="26759" y="80196"/>
                    <a:pt x="26374" y="78197"/>
                    <a:pt x="26195" y="76198"/>
                  </a:cubicBezTo>
                  <a:cubicBezTo>
                    <a:pt x="25964" y="73686"/>
                    <a:pt x="25887" y="71174"/>
                    <a:pt x="25938" y="68688"/>
                  </a:cubicBezTo>
                  <a:cubicBezTo>
                    <a:pt x="25938" y="67048"/>
                    <a:pt x="25990" y="65433"/>
                    <a:pt x="25938" y="63793"/>
                  </a:cubicBezTo>
                  <a:cubicBezTo>
                    <a:pt x="25938" y="62383"/>
                    <a:pt x="25759" y="60974"/>
                    <a:pt x="25426" y="59590"/>
                  </a:cubicBezTo>
                  <a:cubicBezTo>
                    <a:pt x="24990" y="57873"/>
                    <a:pt x="24298" y="56232"/>
                    <a:pt x="23350" y="54746"/>
                  </a:cubicBezTo>
                  <a:cubicBezTo>
                    <a:pt x="22453" y="53310"/>
                    <a:pt x="21530" y="51901"/>
                    <a:pt x="20607" y="50517"/>
                  </a:cubicBezTo>
                  <a:cubicBezTo>
                    <a:pt x="18506" y="47492"/>
                    <a:pt x="16635" y="44289"/>
                    <a:pt x="15071" y="40957"/>
                  </a:cubicBezTo>
                  <a:cubicBezTo>
                    <a:pt x="13405" y="37317"/>
                    <a:pt x="12124" y="33550"/>
                    <a:pt x="11201" y="29680"/>
                  </a:cubicBezTo>
                  <a:cubicBezTo>
                    <a:pt x="10278" y="25938"/>
                    <a:pt x="9586" y="22144"/>
                    <a:pt x="8894" y="18377"/>
                  </a:cubicBezTo>
                  <a:cubicBezTo>
                    <a:pt x="8305" y="15327"/>
                    <a:pt x="7690" y="12251"/>
                    <a:pt x="6613" y="9278"/>
                  </a:cubicBezTo>
                  <a:cubicBezTo>
                    <a:pt x="6152" y="7945"/>
                    <a:pt x="5537" y="6664"/>
                    <a:pt x="4845" y="5434"/>
                  </a:cubicBezTo>
                  <a:cubicBezTo>
                    <a:pt x="3820" y="3639"/>
                    <a:pt x="2461" y="2050"/>
                    <a:pt x="872" y="743"/>
                  </a:cubicBezTo>
                  <a:cubicBezTo>
                    <a:pt x="565" y="513"/>
                    <a:pt x="283" y="256"/>
                    <a:pt x="1" y="0"/>
                  </a:cubicBezTo>
                  <a:lnTo>
                    <a:pt x="16635" y="0"/>
                  </a:lnTo>
                  <a:cubicBezTo>
                    <a:pt x="16865" y="1128"/>
                    <a:pt x="17173" y="2281"/>
                    <a:pt x="17378" y="3409"/>
                  </a:cubicBezTo>
                  <a:cubicBezTo>
                    <a:pt x="17532" y="4306"/>
                    <a:pt x="17660" y="5203"/>
                    <a:pt x="17711" y="6126"/>
                  </a:cubicBezTo>
                  <a:cubicBezTo>
                    <a:pt x="17839" y="7817"/>
                    <a:pt x="17916" y="9509"/>
                    <a:pt x="18019" y="11175"/>
                  </a:cubicBezTo>
                  <a:cubicBezTo>
                    <a:pt x="18198" y="14532"/>
                    <a:pt x="18326" y="17890"/>
                    <a:pt x="18711" y="21222"/>
                  </a:cubicBezTo>
                  <a:cubicBezTo>
                    <a:pt x="19198" y="25374"/>
                    <a:pt x="20018" y="29474"/>
                    <a:pt x="21633" y="33447"/>
                  </a:cubicBezTo>
                  <a:cubicBezTo>
                    <a:pt x="22555" y="35754"/>
                    <a:pt x="23760" y="37932"/>
                    <a:pt x="25246" y="39906"/>
                  </a:cubicBezTo>
                  <a:cubicBezTo>
                    <a:pt x="28220" y="43853"/>
                    <a:pt x="32295" y="46749"/>
                    <a:pt x="37498" y="48569"/>
                  </a:cubicBezTo>
                  <a:cubicBezTo>
                    <a:pt x="39394" y="49210"/>
                    <a:pt x="41342" y="49697"/>
                    <a:pt x="43316" y="50184"/>
                  </a:cubicBezTo>
                  <a:cubicBezTo>
                    <a:pt x="44469" y="50491"/>
                    <a:pt x="45648" y="50773"/>
                    <a:pt x="46776" y="51106"/>
                  </a:cubicBezTo>
                  <a:cubicBezTo>
                    <a:pt x="47468" y="51337"/>
                    <a:pt x="48160" y="51619"/>
                    <a:pt x="48801" y="51952"/>
                  </a:cubicBezTo>
                  <a:cubicBezTo>
                    <a:pt x="50005" y="52593"/>
                    <a:pt x="50595" y="53541"/>
                    <a:pt x="50595" y="54720"/>
                  </a:cubicBezTo>
                  <a:cubicBezTo>
                    <a:pt x="50620" y="55489"/>
                    <a:pt x="50466" y="56232"/>
                    <a:pt x="50159" y="56950"/>
                  </a:cubicBezTo>
                  <a:cubicBezTo>
                    <a:pt x="49749" y="57898"/>
                    <a:pt x="49287" y="58872"/>
                    <a:pt x="48826" y="59820"/>
                  </a:cubicBezTo>
                  <a:cubicBezTo>
                    <a:pt x="48237" y="61051"/>
                    <a:pt x="47596" y="62255"/>
                    <a:pt x="47032" y="63485"/>
                  </a:cubicBezTo>
                  <a:cubicBezTo>
                    <a:pt x="46366" y="64895"/>
                    <a:pt x="45930" y="66382"/>
                    <a:pt x="45699" y="67919"/>
                  </a:cubicBezTo>
                  <a:cubicBezTo>
                    <a:pt x="45417" y="70098"/>
                    <a:pt x="45853" y="72328"/>
                    <a:pt x="46981" y="74224"/>
                  </a:cubicBezTo>
                  <a:cubicBezTo>
                    <a:pt x="47237" y="74660"/>
                    <a:pt x="47519" y="75070"/>
                    <a:pt x="47801" y="75455"/>
                  </a:cubicBezTo>
                  <a:cubicBezTo>
                    <a:pt x="48160" y="75993"/>
                    <a:pt x="48519" y="76506"/>
                    <a:pt x="48929" y="76992"/>
                  </a:cubicBezTo>
                  <a:cubicBezTo>
                    <a:pt x="51825" y="80478"/>
                    <a:pt x="53491" y="84400"/>
                    <a:pt x="54439" y="88526"/>
                  </a:cubicBezTo>
                  <a:cubicBezTo>
                    <a:pt x="55157" y="91781"/>
                    <a:pt x="55695" y="95087"/>
                    <a:pt x="56079" y="98394"/>
                  </a:cubicBezTo>
                  <a:cubicBezTo>
                    <a:pt x="56438" y="101546"/>
                    <a:pt x="56720" y="104698"/>
                    <a:pt x="56925" y="107851"/>
                  </a:cubicBezTo>
                  <a:cubicBezTo>
                    <a:pt x="57182" y="111465"/>
                    <a:pt x="57182" y="115053"/>
                    <a:pt x="57207" y="118667"/>
                  </a:cubicBezTo>
                  <a:cubicBezTo>
                    <a:pt x="57207" y="120384"/>
                    <a:pt x="57258" y="122101"/>
                    <a:pt x="57335" y="123818"/>
                  </a:cubicBezTo>
                  <a:cubicBezTo>
                    <a:pt x="57438" y="127330"/>
                    <a:pt x="57258" y="130841"/>
                    <a:pt x="56797" y="134327"/>
                  </a:cubicBezTo>
                  <a:cubicBezTo>
                    <a:pt x="56541" y="136249"/>
                    <a:pt x="56438" y="138197"/>
                    <a:pt x="56490" y="140145"/>
                  </a:cubicBezTo>
                  <a:cubicBezTo>
                    <a:pt x="56541" y="141657"/>
                    <a:pt x="56771" y="143169"/>
                    <a:pt x="57233" y="144604"/>
                  </a:cubicBezTo>
                  <a:cubicBezTo>
                    <a:pt x="58130" y="147398"/>
                    <a:pt x="59898" y="149782"/>
                    <a:pt x="62487" y="151730"/>
                  </a:cubicBezTo>
                  <a:cubicBezTo>
                    <a:pt x="65563" y="154062"/>
                    <a:pt x="69202" y="155574"/>
                    <a:pt x="73252" y="156369"/>
                  </a:cubicBezTo>
                  <a:cubicBezTo>
                    <a:pt x="75892" y="156856"/>
                    <a:pt x="78557" y="157189"/>
                    <a:pt x="81248" y="157342"/>
                  </a:cubicBezTo>
                  <a:cubicBezTo>
                    <a:pt x="84426" y="157573"/>
                    <a:pt x="87604" y="157778"/>
                    <a:pt x="90757" y="158214"/>
                  </a:cubicBezTo>
                  <a:cubicBezTo>
                    <a:pt x="95088" y="158803"/>
                    <a:pt x="99369" y="159829"/>
                    <a:pt x="103521" y="161238"/>
                  </a:cubicBezTo>
                  <a:cubicBezTo>
                    <a:pt x="106494" y="162238"/>
                    <a:pt x="109441" y="163340"/>
                    <a:pt x="112389" y="164416"/>
                  </a:cubicBezTo>
                  <a:cubicBezTo>
                    <a:pt x="115669" y="165621"/>
                    <a:pt x="118976" y="166800"/>
                    <a:pt x="122410" y="167748"/>
                  </a:cubicBezTo>
                  <a:cubicBezTo>
                    <a:pt x="125460" y="168594"/>
                    <a:pt x="128587" y="169107"/>
                    <a:pt x="131740" y="169286"/>
                  </a:cubicBezTo>
                  <a:cubicBezTo>
                    <a:pt x="134918" y="169414"/>
                    <a:pt x="138121" y="169158"/>
                    <a:pt x="141223" y="168492"/>
                  </a:cubicBezTo>
                  <a:cubicBezTo>
                    <a:pt x="142760" y="168184"/>
                    <a:pt x="144273" y="167748"/>
                    <a:pt x="145785" y="167364"/>
                  </a:cubicBezTo>
                  <a:cubicBezTo>
                    <a:pt x="146144" y="167287"/>
                    <a:pt x="146528" y="167184"/>
                    <a:pt x="146887" y="167108"/>
                  </a:cubicBezTo>
                  <a:lnTo>
                    <a:pt x="146887" y="175950"/>
                  </a:ln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18" name="Google Shape;669;p24"/>
            <p:cNvSpPr/>
            <p:nvPr/>
          </p:nvSpPr>
          <p:spPr>
            <a:xfrm flipH="1">
              <a:off x="6780240" y="3044160"/>
              <a:ext cx="2357280" cy="2098440"/>
            </a:xfrm>
            <a:custGeom>
              <a:avLst/>
              <a:gdLst>
                <a:gd name="textAreaLeft" fmla="*/ 360 w 2357280"/>
                <a:gd name="textAreaRight" fmla="*/ 2358000 w 2357280"/>
                <a:gd name="textAreaTop" fmla="*/ 0 h 2098440"/>
                <a:gd name="textAreaBottom" fmla="*/ 2098800 h 2098440"/>
              </a:gdLst>
              <a:ahLst/>
              <a:cxnLst/>
              <a:rect l="textAreaLeft" t="textAreaTop" r="textAreaRight" b="textAreaBottom"/>
              <a:pathLst>
                <a:path w="73405" h="71791">
                  <a:moveTo>
                    <a:pt x="15327" y="20582"/>
                  </a:moveTo>
                  <a:cubicBezTo>
                    <a:pt x="18941" y="17865"/>
                    <a:pt x="22580" y="15148"/>
                    <a:pt x="26220" y="12457"/>
                  </a:cubicBezTo>
                  <a:cubicBezTo>
                    <a:pt x="28629" y="10688"/>
                    <a:pt x="31141" y="8997"/>
                    <a:pt x="33755" y="7433"/>
                  </a:cubicBezTo>
                  <a:cubicBezTo>
                    <a:pt x="37907" y="4896"/>
                    <a:pt x="42392" y="2922"/>
                    <a:pt x="47057" y="1590"/>
                  </a:cubicBezTo>
                  <a:cubicBezTo>
                    <a:pt x="50645" y="539"/>
                    <a:pt x="54361" y="1"/>
                    <a:pt x="58103" y="1"/>
                  </a:cubicBezTo>
                  <a:cubicBezTo>
                    <a:pt x="59898" y="1"/>
                    <a:pt x="61640" y="257"/>
                    <a:pt x="63358" y="744"/>
                  </a:cubicBezTo>
                  <a:cubicBezTo>
                    <a:pt x="66408" y="1615"/>
                    <a:pt x="68689" y="3230"/>
                    <a:pt x="70201" y="5562"/>
                  </a:cubicBezTo>
                  <a:cubicBezTo>
                    <a:pt x="71277" y="7305"/>
                    <a:pt x="72021" y="9253"/>
                    <a:pt x="72405" y="11278"/>
                  </a:cubicBezTo>
                  <a:cubicBezTo>
                    <a:pt x="72995" y="14148"/>
                    <a:pt x="73276" y="17096"/>
                    <a:pt x="73302" y="20069"/>
                  </a:cubicBezTo>
                  <a:cubicBezTo>
                    <a:pt x="73405" y="24862"/>
                    <a:pt x="73276" y="29629"/>
                    <a:pt x="72918" y="34422"/>
                  </a:cubicBezTo>
                  <a:cubicBezTo>
                    <a:pt x="72764" y="36780"/>
                    <a:pt x="72610" y="39112"/>
                    <a:pt x="72405" y="41470"/>
                  </a:cubicBezTo>
                  <a:cubicBezTo>
                    <a:pt x="71867" y="47032"/>
                    <a:pt x="71124" y="52542"/>
                    <a:pt x="69688" y="58027"/>
                  </a:cubicBezTo>
                  <a:cubicBezTo>
                    <a:pt x="68561" y="62102"/>
                    <a:pt x="67074" y="66100"/>
                    <a:pt x="65254" y="69945"/>
                  </a:cubicBezTo>
                  <a:cubicBezTo>
                    <a:pt x="64972" y="70560"/>
                    <a:pt x="64716" y="71175"/>
                    <a:pt x="64434" y="71790"/>
                  </a:cubicBezTo>
                  <a:lnTo>
                    <a:pt x="50107" y="71790"/>
                  </a:lnTo>
                  <a:lnTo>
                    <a:pt x="52029" y="66100"/>
                  </a:lnTo>
                  <a:cubicBezTo>
                    <a:pt x="53541" y="61589"/>
                    <a:pt x="54977" y="57053"/>
                    <a:pt x="56104" y="52440"/>
                  </a:cubicBezTo>
                  <a:cubicBezTo>
                    <a:pt x="57155" y="48390"/>
                    <a:pt x="57847" y="44264"/>
                    <a:pt x="58206" y="40086"/>
                  </a:cubicBezTo>
                  <a:cubicBezTo>
                    <a:pt x="58488" y="37190"/>
                    <a:pt x="58411" y="34268"/>
                    <a:pt x="58027" y="31372"/>
                  </a:cubicBezTo>
                  <a:cubicBezTo>
                    <a:pt x="57822" y="29578"/>
                    <a:pt x="57309" y="27835"/>
                    <a:pt x="56514" y="26194"/>
                  </a:cubicBezTo>
                  <a:cubicBezTo>
                    <a:pt x="56130" y="25426"/>
                    <a:pt x="55669" y="24708"/>
                    <a:pt x="55105" y="24042"/>
                  </a:cubicBezTo>
                  <a:cubicBezTo>
                    <a:pt x="53721" y="22478"/>
                    <a:pt x="51850" y="21555"/>
                    <a:pt x="49543" y="21222"/>
                  </a:cubicBezTo>
                  <a:cubicBezTo>
                    <a:pt x="47467" y="20992"/>
                    <a:pt x="45365" y="21094"/>
                    <a:pt x="43341" y="21530"/>
                  </a:cubicBezTo>
                  <a:cubicBezTo>
                    <a:pt x="40803" y="22017"/>
                    <a:pt x="38317" y="22709"/>
                    <a:pt x="35908" y="23580"/>
                  </a:cubicBezTo>
                  <a:cubicBezTo>
                    <a:pt x="31371" y="25169"/>
                    <a:pt x="27014" y="27092"/>
                    <a:pt x="22708" y="29039"/>
                  </a:cubicBezTo>
                  <a:cubicBezTo>
                    <a:pt x="15352" y="32397"/>
                    <a:pt x="8202" y="36216"/>
                    <a:pt x="1333" y="40445"/>
                  </a:cubicBezTo>
                  <a:cubicBezTo>
                    <a:pt x="897" y="40701"/>
                    <a:pt x="436" y="40906"/>
                    <a:pt x="0" y="41137"/>
                  </a:cubicBezTo>
                  <a:lnTo>
                    <a:pt x="0" y="31013"/>
                  </a:lnTo>
                  <a:cubicBezTo>
                    <a:pt x="538" y="30987"/>
                    <a:pt x="871" y="30654"/>
                    <a:pt x="1256" y="30423"/>
                  </a:cubicBezTo>
                  <a:cubicBezTo>
                    <a:pt x="6126" y="27322"/>
                    <a:pt x="10790" y="24016"/>
                    <a:pt x="15327" y="20582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19" name="Google Shape;670;p24"/>
            <p:cNvSpPr/>
            <p:nvPr/>
          </p:nvSpPr>
          <p:spPr>
            <a:xfrm flipH="1">
              <a:off x="3607560" y="699120"/>
              <a:ext cx="5529240" cy="4444200"/>
            </a:xfrm>
            <a:custGeom>
              <a:avLst/>
              <a:gdLst>
                <a:gd name="textAreaLeft" fmla="*/ -360 w 5529240"/>
                <a:gd name="textAreaRight" fmla="*/ 5529240 w 5529240"/>
                <a:gd name="textAreaTop" fmla="*/ 0 h 4444200"/>
                <a:gd name="textAreaBottom" fmla="*/ 4444560 h 4444200"/>
              </a:gdLst>
              <a:ahLst/>
              <a:cxnLst/>
              <a:rect l="textAreaLeft" t="textAreaTop" r="textAreaRight" b="textAreaBottom"/>
              <a:pathLst>
                <a:path w="172158" h="152038">
                  <a:moveTo>
                    <a:pt x="21427" y="15661"/>
                  </a:moveTo>
                  <a:cubicBezTo>
                    <a:pt x="24938" y="18070"/>
                    <a:pt x="28424" y="20479"/>
                    <a:pt x="31961" y="22837"/>
                  </a:cubicBezTo>
                  <a:cubicBezTo>
                    <a:pt x="35959" y="25580"/>
                    <a:pt x="40162" y="27989"/>
                    <a:pt x="44545" y="30090"/>
                  </a:cubicBezTo>
                  <a:cubicBezTo>
                    <a:pt x="48928" y="32218"/>
                    <a:pt x="53593" y="33807"/>
                    <a:pt x="58360" y="34806"/>
                  </a:cubicBezTo>
                  <a:cubicBezTo>
                    <a:pt x="61564" y="35447"/>
                    <a:pt x="64767" y="35806"/>
                    <a:pt x="68074" y="35524"/>
                  </a:cubicBezTo>
                  <a:cubicBezTo>
                    <a:pt x="71072" y="35268"/>
                    <a:pt x="73994" y="34396"/>
                    <a:pt x="76660" y="32961"/>
                  </a:cubicBezTo>
                  <a:cubicBezTo>
                    <a:pt x="78274" y="32038"/>
                    <a:pt x="79761" y="30911"/>
                    <a:pt x="81119" y="29629"/>
                  </a:cubicBezTo>
                  <a:cubicBezTo>
                    <a:pt x="82606" y="28194"/>
                    <a:pt x="83964" y="26656"/>
                    <a:pt x="85143" y="24964"/>
                  </a:cubicBezTo>
                  <a:cubicBezTo>
                    <a:pt x="86399" y="23196"/>
                    <a:pt x="87629" y="21376"/>
                    <a:pt x="88757" y="19531"/>
                  </a:cubicBezTo>
                  <a:cubicBezTo>
                    <a:pt x="90090" y="17378"/>
                    <a:pt x="91320" y="15199"/>
                    <a:pt x="92627" y="13046"/>
                  </a:cubicBezTo>
                  <a:cubicBezTo>
                    <a:pt x="94062" y="10612"/>
                    <a:pt x="95728" y="8382"/>
                    <a:pt x="97651" y="6331"/>
                  </a:cubicBezTo>
                  <a:cubicBezTo>
                    <a:pt x="98983" y="4947"/>
                    <a:pt x="100444" y="3743"/>
                    <a:pt x="102033" y="2692"/>
                  </a:cubicBezTo>
                  <a:cubicBezTo>
                    <a:pt x="103366" y="1795"/>
                    <a:pt x="104827" y="1077"/>
                    <a:pt x="106365" y="616"/>
                  </a:cubicBezTo>
                  <a:cubicBezTo>
                    <a:pt x="107749" y="180"/>
                    <a:pt x="109159" y="1"/>
                    <a:pt x="110620" y="52"/>
                  </a:cubicBezTo>
                  <a:cubicBezTo>
                    <a:pt x="112619" y="129"/>
                    <a:pt x="114567" y="744"/>
                    <a:pt x="116233" y="1872"/>
                  </a:cubicBezTo>
                  <a:cubicBezTo>
                    <a:pt x="117437" y="2666"/>
                    <a:pt x="118514" y="3666"/>
                    <a:pt x="119436" y="4768"/>
                  </a:cubicBezTo>
                  <a:cubicBezTo>
                    <a:pt x="120538" y="6101"/>
                    <a:pt x="121487" y="7536"/>
                    <a:pt x="122281" y="9048"/>
                  </a:cubicBezTo>
                  <a:cubicBezTo>
                    <a:pt x="123358" y="11073"/>
                    <a:pt x="124280" y="13175"/>
                    <a:pt x="125024" y="15328"/>
                  </a:cubicBezTo>
                  <a:cubicBezTo>
                    <a:pt x="127228" y="21222"/>
                    <a:pt x="128817" y="27245"/>
                    <a:pt x="130252" y="33320"/>
                  </a:cubicBezTo>
                  <a:cubicBezTo>
                    <a:pt x="131713" y="39445"/>
                    <a:pt x="132995" y="45622"/>
                    <a:pt x="133994" y="51825"/>
                  </a:cubicBezTo>
                  <a:cubicBezTo>
                    <a:pt x="134609" y="55720"/>
                    <a:pt x="135096" y="59616"/>
                    <a:pt x="135481" y="63512"/>
                  </a:cubicBezTo>
                  <a:cubicBezTo>
                    <a:pt x="135788" y="66716"/>
                    <a:pt x="136070" y="69945"/>
                    <a:pt x="136429" y="73149"/>
                  </a:cubicBezTo>
                  <a:cubicBezTo>
                    <a:pt x="136737" y="75789"/>
                    <a:pt x="137326" y="78403"/>
                    <a:pt x="138198" y="80889"/>
                  </a:cubicBezTo>
                  <a:cubicBezTo>
                    <a:pt x="139658" y="85195"/>
                    <a:pt x="142196" y="89065"/>
                    <a:pt x="145553" y="92141"/>
                  </a:cubicBezTo>
                  <a:cubicBezTo>
                    <a:pt x="146117" y="92653"/>
                    <a:pt x="146707" y="93217"/>
                    <a:pt x="147245" y="93781"/>
                  </a:cubicBezTo>
                  <a:cubicBezTo>
                    <a:pt x="147834" y="94422"/>
                    <a:pt x="148450" y="95062"/>
                    <a:pt x="148988" y="95729"/>
                  </a:cubicBezTo>
                  <a:cubicBezTo>
                    <a:pt x="151166" y="98446"/>
                    <a:pt x="151935" y="101419"/>
                    <a:pt x="151269" y="104622"/>
                  </a:cubicBezTo>
                  <a:cubicBezTo>
                    <a:pt x="151038" y="105724"/>
                    <a:pt x="150705" y="106827"/>
                    <a:pt x="150423" y="107929"/>
                  </a:cubicBezTo>
                  <a:cubicBezTo>
                    <a:pt x="149962" y="109518"/>
                    <a:pt x="149449" y="111132"/>
                    <a:pt x="149065" y="112773"/>
                  </a:cubicBezTo>
                  <a:cubicBezTo>
                    <a:pt x="148398" y="115515"/>
                    <a:pt x="148347" y="118386"/>
                    <a:pt x="148885" y="121179"/>
                  </a:cubicBezTo>
                  <a:cubicBezTo>
                    <a:pt x="149449" y="123999"/>
                    <a:pt x="150423" y="126715"/>
                    <a:pt x="151781" y="129253"/>
                  </a:cubicBezTo>
                  <a:cubicBezTo>
                    <a:pt x="153858" y="133225"/>
                    <a:pt x="156600" y="136865"/>
                    <a:pt x="159701" y="140325"/>
                  </a:cubicBezTo>
                  <a:cubicBezTo>
                    <a:pt x="163264" y="144221"/>
                    <a:pt x="167134" y="147860"/>
                    <a:pt x="171235" y="151218"/>
                  </a:cubicBezTo>
                  <a:cubicBezTo>
                    <a:pt x="171568" y="151474"/>
                    <a:pt x="171850" y="151756"/>
                    <a:pt x="172157" y="152038"/>
                  </a:cubicBezTo>
                  <a:lnTo>
                    <a:pt x="166006" y="152038"/>
                  </a:lnTo>
                  <a:cubicBezTo>
                    <a:pt x="165724" y="151782"/>
                    <a:pt x="165494" y="151500"/>
                    <a:pt x="165212" y="151243"/>
                  </a:cubicBezTo>
                  <a:cubicBezTo>
                    <a:pt x="161111" y="147732"/>
                    <a:pt x="157292" y="143913"/>
                    <a:pt x="153781" y="139812"/>
                  </a:cubicBezTo>
                  <a:cubicBezTo>
                    <a:pt x="151038" y="136609"/>
                    <a:pt x="148706" y="133123"/>
                    <a:pt x="146784" y="129381"/>
                  </a:cubicBezTo>
                  <a:cubicBezTo>
                    <a:pt x="145092" y="126049"/>
                    <a:pt x="143990" y="122461"/>
                    <a:pt x="143529" y="118744"/>
                  </a:cubicBezTo>
                  <a:cubicBezTo>
                    <a:pt x="143195" y="115900"/>
                    <a:pt x="143324" y="113055"/>
                    <a:pt x="143580" y="110210"/>
                  </a:cubicBezTo>
                  <a:cubicBezTo>
                    <a:pt x="143708" y="108723"/>
                    <a:pt x="143836" y="107211"/>
                    <a:pt x="143862" y="105724"/>
                  </a:cubicBezTo>
                  <a:cubicBezTo>
                    <a:pt x="143939" y="102956"/>
                    <a:pt x="142939" y="100265"/>
                    <a:pt x="141119" y="98189"/>
                  </a:cubicBezTo>
                  <a:cubicBezTo>
                    <a:pt x="140786" y="97805"/>
                    <a:pt x="140479" y="97420"/>
                    <a:pt x="140145" y="97036"/>
                  </a:cubicBezTo>
                  <a:cubicBezTo>
                    <a:pt x="139530" y="96344"/>
                    <a:pt x="138941" y="95678"/>
                    <a:pt x="138351" y="94986"/>
                  </a:cubicBezTo>
                  <a:cubicBezTo>
                    <a:pt x="136660" y="93038"/>
                    <a:pt x="135327" y="90833"/>
                    <a:pt x="134327" y="88475"/>
                  </a:cubicBezTo>
                  <a:cubicBezTo>
                    <a:pt x="133123" y="85477"/>
                    <a:pt x="132277" y="82324"/>
                    <a:pt x="131867" y="79121"/>
                  </a:cubicBezTo>
                  <a:cubicBezTo>
                    <a:pt x="131508" y="76506"/>
                    <a:pt x="131303" y="73866"/>
                    <a:pt x="131252" y="71252"/>
                  </a:cubicBezTo>
                  <a:cubicBezTo>
                    <a:pt x="131098" y="67126"/>
                    <a:pt x="130919" y="63025"/>
                    <a:pt x="130483" y="58950"/>
                  </a:cubicBezTo>
                  <a:cubicBezTo>
                    <a:pt x="130278" y="56797"/>
                    <a:pt x="130047" y="54644"/>
                    <a:pt x="129714" y="52491"/>
                  </a:cubicBezTo>
                  <a:cubicBezTo>
                    <a:pt x="129201" y="49364"/>
                    <a:pt x="128637" y="46237"/>
                    <a:pt x="128022" y="43110"/>
                  </a:cubicBezTo>
                  <a:cubicBezTo>
                    <a:pt x="126843" y="37190"/>
                    <a:pt x="125306" y="31321"/>
                    <a:pt x="123435" y="25580"/>
                  </a:cubicBezTo>
                  <a:cubicBezTo>
                    <a:pt x="122409" y="22350"/>
                    <a:pt x="121102" y="19198"/>
                    <a:pt x="119590" y="16148"/>
                  </a:cubicBezTo>
                  <a:cubicBezTo>
                    <a:pt x="118744" y="14507"/>
                    <a:pt x="117745" y="12944"/>
                    <a:pt x="116591" y="11534"/>
                  </a:cubicBezTo>
                  <a:cubicBezTo>
                    <a:pt x="115720" y="10483"/>
                    <a:pt x="114746" y="9561"/>
                    <a:pt x="113618" y="8817"/>
                  </a:cubicBezTo>
                  <a:cubicBezTo>
                    <a:pt x="112516" y="8074"/>
                    <a:pt x="111312" y="7536"/>
                    <a:pt x="110004" y="7280"/>
                  </a:cubicBezTo>
                  <a:cubicBezTo>
                    <a:pt x="108108" y="6895"/>
                    <a:pt x="106134" y="7075"/>
                    <a:pt x="104340" y="7741"/>
                  </a:cubicBezTo>
                  <a:cubicBezTo>
                    <a:pt x="102905" y="8279"/>
                    <a:pt x="101572" y="8997"/>
                    <a:pt x="100342" y="9894"/>
                  </a:cubicBezTo>
                  <a:cubicBezTo>
                    <a:pt x="99060" y="10842"/>
                    <a:pt x="97881" y="11893"/>
                    <a:pt x="96831" y="13072"/>
                  </a:cubicBezTo>
                  <a:cubicBezTo>
                    <a:pt x="95472" y="14559"/>
                    <a:pt x="94242" y="16148"/>
                    <a:pt x="93114" y="17814"/>
                  </a:cubicBezTo>
                  <a:cubicBezTo>
                    <a:pt x="91781" y="19736"/>
                    <a:pt x="90449" y="21684"/>
                    <a:pt x="89116" y="23606"/>
                  </a:cubicBezTo>
                  <a:cubicBezTo>
                    <a:pt x="87578" y="25810"/>
                    <a:pt x="85861" y="27886"/>
                    <a:pt x="84015" y="29834"/>
                  </a:cubicBezTo>
                  <a:cubicBezTo>
                    <a:pt x="82657" y="31269"/>
                    <a:pt x="81145" y="32551"/>
                    <a:pt x="79505" y="33679"/>
                  </a:cubicBezTo>
                  <a:cubicBezTo>
                    <a:pt x="75916" y="36088"/>
                    <a:pt x="71764" y="37292"/>
                    <a:pt x="67125" y="37395"/>
                  </a:cubicBezTo>
                  <a:cubicBezTo>
                    <a:pt x="63665" y="37421"/>
                    <a:pt x="60179" y="36985"/>
                    <a:pt x="56822" y="36139"/>
                  </a:cubicBezTo>
                  <a:cubicBezTo>
                    <a:pt x="51260" y="34781"/>
                    <a:pt x="45878" y="32756"/>
                    <a:pt x="40803" y="30142"/>
                  </a:cubicBezTo>
                  <a:cubicBezTo>
                    <a:pt x="36907" y="28117"/>
                    <a:pt x="33140" y="25887"/>
                    <a:pt x="29500" y="23478"/>
                  </a:cubicBezTo>
                  <a:cubicBezTo>
                    <a:pt x="26015" y="21171"/>
                    <a:pt x="22554" y="18813"/>
                    <a:pt x="19043" y="16532"/>
                  </a:cubicBezTo>
                  <a:cubicBezTo>
                    <a:pt x="13302" y="12765"/>
                    <a:pt x="7381" y="9304"/>
                    <a:pt x="1307" y="6152"/>
                  </a:cubicBezTo>
                  <a:cubicBezTo>
                    <a:pt x="897" y="5947"/>
                    <a:pt x="436" y="5793"/>
                    <a:pt x="0" y="5588"/>
                  </a:cubicBezTo>
                  <a:lnTo>
                    <a:pt x="0" y="2974"/>
                  </a:lnTo>
                  <a:cubicBezTo>
                    <a:pt x="436" y="3153"/>
                    <a:pt x="897" y="3333"/>
                    <a:pt x="1307" y="3538"/>
                  </a:cubicBezTo>
                  <a:cubicBezTo>
                    <a:pt x="8227" y="7203"/>
                    <a:pt x="14942" y="11252"/>
                    <a:pt x="21427" y="15661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20" name="Google Shape;671;p24"/>
            <p:cNvSpPr/>
            <p:nvPr/>
          </p:nvSpPr>
          <p:spPr>
            <a:xfrm flipH="1">
              <a:off x="-5400" y="362520"/>
              <a:ext cx="1572120" cy="3028680"/>
            </a:xfrm>
            <a:custGeom>
              <a:avLst/>
              <a:gdLst>
                <a:gd name="textAreaLeft" fmla="*/ -360 w 1572120"/>
                <a:gd name="textAreaRight" fmla="*/ 1572120 w 1572120"/>
                <a:gd name="textAreaTop" fmla="*/ 0 h 3028680"/>
                <a:gd name="textAreaBottom" fmla="*/ 3029040 h 3028680"/>
              </a:gdLst>
              <a:ahLst/>
              <a:cxnLst/>
              <a:rect l="textAreaLeft" t="textAreaTop" r="textAreaRight" b="textAreaBottom"/>
              <a:pathLst>
                <a:path w="48954" h="103623">
                  <a:moveTo>
                    <a:pt x="30962" y="101188"/>
                  </a:moveTo>
                  <a:cubicBezTo>
                    <a:pt x="28040" y="100265"/>
                    <a:pt x="25220" y="99035"/>
                    <a:pt x="22529" y="97523"/>
                  </a:cubicBezTo>
                  <a:cubicBezTo>
                    <a:pt x="18223" y="95114"/>
                    <a:pt x="14302" y="92064"/>
                    <a:pt x="10944" y="88450"/>
                  </a:cubicBezTo>
                  <a:cubicBezTo>
                    <a:pt x="6049" y="83196"/>
                    <a:pt x="2794" y="77327"/>
                    <a:pt x="1179" y="70817"/>
                  </a:cubicBezTo>
                  <a:cubicBezTo>
                    <a:pt x="0" y="66024"/>
                    <a:pt x="180" y="61205"/>
                    <a:pt x="1282" y="56438"/>
                  </a:cubicBezTo>
                  <a:cubicBezTo>
                    <a:pt x="1846" y="54055"/>
                    <a:pt x="2538" y="51671"/>
                    <a:pt x="3230" y="49287"/>
                  </a:cubicBezTo>
                  <a:cubicBezTo>
                    <a:pt x="4434" y="45135"/>
                    <a:pt x="6075" y="41137"/>
                    <a:pt x="8125" y="37318"/>
                  </a:cubicBezTo>
                  <a:cubicBezTo>
                    <a:pt x="11073" y="31833"/>
                    <a:pt x="14968" y="26861"/>
                    <a:pt x="19479" y="22196"/>
                  </a:cubicBezTo>
                  <a:cubicBezTo>
                    <a:pt x="24631" y="16917"/>
                    <a:pt x="30141" y="12021"/>
                    <a:pt x="35985" y="7562"/>
                  </a:cubicBezTo>
                  <a:cubicBezTo>
                    <a:pt x="39958" y="4486"/>
                    <a:pt x="44315" y="1949"/>
                    <a:pt x="48954" y="1"/>
                  </a:cubicBezTo>
                  <a:lnTo>
                    <a:pt x="48954" y="3948"/>
                  </a:lnTo>
                  <a:cubicBezTo>
                    <a:pt x="48749" y="4025"/>
                    <a:pt x="48544" y="4076"/>
                    <a:pt x="48339" y="4179"/>
                  </a:cubicBezTo>
                  <a:cubicBezTo>
                    <a:pt x="45853" y="5383"/>
                    <a:pt x="43495" y="6793"/>
                    <a:pt x="41239" y="8433"/>
                  </a:cubicBezTo>
                  <a:cubicBezTo>
                    <a:pt x="33986" y="13687"/>
                    <a:pt x="27348" y="19428"/>
                    <a:pt x="21581" y="25836"/>
                  </a:cubicBezTo>
                  <a:cubicBezTo>
                    <a:pt x="17275" y="30654"/>
                    <a:pt x="13841" y="35883"/>
                    <a:pt x="11534" y="41573"/>
                  </a:cubicBezTo>
                  <a:cubicBezTo>
                    <a:pt x="10355" y="44443"/>
                    <a:pt x="9458" y="47442"/>
                    <a:pt x="8920" y="50492"/>
                  </a:cubicBezTo>
                  <a:cubicBezTo>
                    <a:pt x="8535" y="52645"/>
                    <a:pt x="8151" y="54772"/>
                    <a:pt x="7920" y="56925"/>
                  </a:cubicBezTo>
                  <a:cubicBezTo>
                    <a:pt x="7074" y="64614"/>
                    <a:pt x="9612" y="71432"/>
                    <a:pt x="15763" y="77275"/>
                  </a:cubicBezTo>
                  <a:cubicBezTo>
                    <a:pt x="19838" y="81145"/>
                    <a:pt x="24708" y="84119"/>
                    <a:pt x="30039" y="85964"/>
                  </a:cubicBezTo>
                  <a:cubicBezTo>
                    <a:pt x="34165" y="87399"/>
                    <a:pt x="38522" y="88091"/>
                    <a:pt x="42905" y="87989"/>
                  </a:cubicBezTo>
                  <a:cubicBezTo>
                    <a:pt x="44930" y="87963"/>
                    <a:pt x="46980" y="87707"/>
                    <a:pt x="48954" y="87194"/>
                  </a:cubicBezTo>
                  <a:lnTo>
                    <a:pt x="48954" y="102623"/>
                  </a:lnTo>
                  <a:cubicBezTo>
                    <a:pt x="48851" y="102623"/>
                    <a:pt x="48723" y="102623"/>
                    <a:pt x="48621" y="102649"/>
                  </a:cubicBezTo>
                  <a:cubicBezTo>
                    <a:pt x="42546" y="103623"/>
                    <a:pt x="36677" y="103008"/>
                    <a:pt x="30962" y="10118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21" name="Google Shape;672;p24"/>
            <p:cNvSpPr/>
            <p:nvPr/>
          </p:nvSpPr>
          <p:spPr>
            <a:xfrm flipH="1">
              <a:off x="-4680" y="0"/>
              <a:ext cx="4073760" cy="4843440"/>
            </a:xfrm>
            <a:custGeom>
              <a:avLst/>
              <a:gdLst>
                <a:gd name="textAreaLeft" fmla="*/ 360 w 4073760"/>
                <a:gd name="textAreaRight" fmla="*/ 4074480 w 4073760"/>
                <a:gd name="textAreaTop" fmla="*/ 0 h 4843440"/>
                <a:gd name="textAreaBottom" fmla="*/ 4843800 h 4843440"/>
              </a:gdLst>
              <a:ahLst/>
              <a:cxnLst/>
              <a:rect l="textAreaLeft" t="textAreaTop" r="textAreaRight" b="textAreaBottom"/>
              <a:pathLst>
                <a:path w="126844" h="165698">
                  <a:moveTo>
                    <a:pt x="114055" y="165595"/>
                  </a:moveTo>
                  <a:cubicBezTo>
                    <a:pt x="110184" y="165698"/>
                    <a:pt x="106340" y="165288"/>
                    <a:pt x="102598" y="164365"/>
                  </a:cubicBezTo>
                  <a:cubicBezTo>
                    <a:pt x="99573" y="163571"/>
                    <a:pt x="96600" y="162648"/>
                    <a:pt x="93679" y="161546"/>
                  </a:cubicBezTo>
                  <a:cubicBezTo>
                    <a:pt x="90321" y="160316"/>
                    <a:pt x="86963" y="159034"/>
                    <a:pt x="83580" y="157829"/>
                  </a:cubicBezTo>
                  <a:cubicBezTo>
                    <a:pt x="78019" y="155830"/>
                    <a:pt x="72252" y="154446"/>
                    <a:pt x="66383" y="153703"/>
                  </a:cubicBezTo>
                  <a:cubicBezTo>
                    <a:pt x="63640" y="153344"/>
                    <a:pt x="60898" y="153011"/>
                    <a:pt x="58181" y="152627"/>
                  </a:cubicBezTo>
                  <a:cubicBezTo>
                    <a:pt x="56054" y="152345"/>
                    <a:pt x="53978" y="151858"/>
                    <a:pt x="51953" y="151140"/>
                  </a:cubicBezTo>
                  <a:cubicBezTo>
                    <a:pt x="46904" y="149269"/>
                    <a:pt x="43597" y="146142"/>
                    <a:pt x="42085" y="141734"/>
                  </a:cubicBezTo>
                  <a:cubicBezTo>
                    <a:pt x="41624" y="140401"/>
                    <a:pt x="41342" y="138991"/>
                    <a:pt x="41214" y="137582"/>
                  </a:cubicBezTo>
                  <a:cubicBezTo>
                    <a:pt x="40983" y="135506"/>
                    <a:pt x="41034" y="133455"/>
                    <a:pt x="41009" y="131379"/>
                  </a:cubicBezTo>
                  <a:cubicBezTo>
                    <a:pt x="40983" y="129508"/>
                    <a:pt x="40932" y="127612"/>
                    <a:pt x="40829" y="125741"/>
                  </a:cubicBezTo>
                  <a:cubicBezTo>
                    <a:pt x="40676" y="122460"/>
                    <a:pt x="40470" y="119179"/>
                    <a:pt x="40317" y="115899"/>
                  </a:cubicBezTo>
                  <a:cubicBezTo>
                    <a:pt x="40137" y="112362"/>
                    <a:pt x="40009" y="108825"/>
                    <a:pt x="39778" y="105288"/>
                  </a:cubicBezTo>
                  <a:cubicBezTo>
                    <a:pt x="39573" y="102033"/>
                    <a:pt x="39266" y="98778"/>
                    <a:pt x="38984" y="95523"/>
                  </a:cubicBezTo>
                  <a:cubicBezTo>
                    <a:pt x="38651" y="91499"/>
                    <a:pt x="38241" y="87475"/>
                    <a:pt x="37600" y="83477"/>
                  </a:cubicBezTo>
                  <a:cubicBezTo>
                    <a:pt x="37087" y="80017"/>
                    <a:pt x="36062" y="76634"/>
                    <a:pt x="34499" y="73507"/>
                  </a:cubicBezTo>
                  <a:cubicBezTo>
                    <a:pt x="34063" y="72635"/>
                    <a:pt x="33678" y="71738"/>
                    <a:pt x="33320" y="70841"/>
                  </a:cubicBezTo>
                  <a:cubicBezTo>
                    <a:pt x="32628" y="69124"/>
                    <a:pt x="32448" y="67202"/>
                    <a:pt x="32833" y="65382"/>
                  </a:cubicBezTo>
                  <a:cubicBezTo>
                    <a:pt x="33063" y="64177"/>
                    <a:pt x="33473" y="63024"/>
                    <a:pt x="34037" y="61973"/>
                  </a:cubicBezTo>
                  <a:cubicBezTo>
                    <a:pt x="34781" y="60589"/>
                    <a:pt x="35575" y="59231"/>
                    <a:pt x="36370" y="57898"/>
                  </a:cubicBezTo>
                  <a:cubicBezTo>
                    <a:pt x="37010" y="56822"/>
                    <a:pt x="37677" y="55771"/>
                    <a:pt x="38292" y="54694"/>
                  </a:cubicBezTo>
                  <a:cubicBezTo>
                    <a:pt x="38830" y="53797"/>
                    <a:pt x="39240" y="52849"/>
                    <a:pt x="39497" y="51849"/>
                  </a:cubicBezTo>
                  <a:cubicBezTo>
                    <a:pt x="39702" y="51183"/>
                    <a:pt x="39753" y="50491"/>
                    <a:pt x="39676" y="49799"/>
                  </a:cubicBezTo>
                  <a:cubicBezTo>
                    <a:pt x="39497" y="48646"/>
                    <a:pt x="38753" y="47851"/>
                    <a:pt x="37446" y="47415"/>
                  </a:cubicBezTo>
                  <a:cubicBezTo>
                    <a:pt x="36652" y="47134"/>
                    <a:pt x="35831" y="47005"/>
                    <a:pt x="34986" y="46980"/>
                  </a:cubicBezTo>
                  <a:cubicBezTo>
                    <a:pt x="33909" y="46929"/>
                    <a:pt x="32807" y="46929"/>
                    <a:pt x="31705" y="46929"/>
                  </a:cubicBezTo>
                  <a:cubicBezTo>
                    <a:pt x="30193" y="46929"/>
                    <a:pt x="28655" y="46954"/>
                    <a:pt x="27143" y="46954"/>
                  </a:cubicBezTo>
                  <a:cubicBezTo>
                    <a:pt x="25092" y="46954"/>
                    <a:pt x="23068" y="46775"/>
                    <a:pt x="21068" y="46416"/>
                  </a:cubicBezTo>
                  <a:cubicBezTo>
                    <a:pt x="15763" y="45442"/>
                    <a:pt x="11457" y="43238"/>
                    <a:pt x="8202" y="39650"/>
                  </a:cubicBezTo>
                  <a:cubicBezTo>
                    <a:pt x="7151" y="38496"/>
                    <a:pt x="6229" y="37215"/>
                    <a:pt x="5460" y="35882"/>
                  </a:cubicBezTo>
                  <a:cubicBezTo>
                    <a:pt x="4178" y="33703"/>
                    <a:pt x="3179" y="31345"/>
                    <a:pt x="2512" y="28911"/>
                  </a:cubicBezTo>
                  <a:cubicBezTo>
                    <a:pt x="1410" y="24810"/>
                    <a:pt x="795" y="20581"/>
                    <a:pt x="693" y="16352"/>
                  </a:cubicBezTo>
                  <a:cubicBezTo>
                    <a:pt x="590" y="12507"/>
                    <a:pt x="539" y="8663"/>
                    <a:pt x="462" y="4793"/>
                  </a:cubicBezTo>
                  <a:cubicBezTo>
                    <a:pt x="462" y="3178"/>
                    <a:pt x="308" y="1589"/>
                    <a:pt x="1" y="0"/>
                  </a:cubicBezTo>
                  <a:lnTo>
                    <a:pt x="2743" y="0"/>
                  </a:lnTo>
                  <a:cubicBezTo>
                    <a:pt x="2794" y="1666"/>
                    <a:pt x="2897" y="3306"/>
                    <a:pt x="2871" y="4972"/>
                  </a:cubicBezTo>
                  <a:cubicBezTo>
                    <a:pt x="2871" y="7638"/>
                    <a:pt x="2769" y="10303"/>
                    <a:pt x="2743" y="12969"/>
                  </a:cubicBezTo>
                  <a:cubicBezTo>
                    <a:pt x="2692" y="16403"/>
                    <a:pt x="2897" y="19863"/>
                    <a:pt x="3384" y="23272"/>
                  </a:cubicBezTo>
                  <a:cubicBezTo>
                    <a:pt x="3768" y="25963"/>
                    <a:pt x="4460" y="28603"/>
                    <a:pt x="5460" y="31140"/>
                  </a:cubicBezTo>
                  <a:cubicBezTo>
                    <a:pt x="6511" y="33832"/>
                    <a:pt x="8048" y="36266"/>
                    <a:pt x="10022" y="38368"/>
                  </a:cubicBezTo>
                  <a:cubicBezTo>
                    <a:pt x="12380" y="40777"/>
                    <a:pt x="15353" y="42520"/>
                    <a:pt x="18634" y="43392"/>
                  </a:cubicBezTo>
                  <a:cubicBezTo>
                    <a:pt x="21632" y="44186"/>
                    <a:pt x="24759" y="44442"/>
                    <a:pt x="27835" y="44084"/>
                  </a:cubicBezTo>
                  <a:cubicBezTo>
                    <a:pt x="29834" y="43879"/>
                    <a:pt x="31807" y="43571"/>
                    <a:pt x="33755" y="43135"/>
                  </a:cubicBezTo>
                  <a:cubicBezTo>
                    <a:pt x="36113" y="42648"/>
                    <a:pt x="38446" y="42110"/>
                    <a:pt x="40804" y="41674"/>
                  </a:cubicBezTo>
                  <a:cubicBezTo>
                    <a:pt x="41880" y="41495"/>
                    <a:pt x="42982" y="41367"/>
                    <a:pt x="44059" y="41290"/>
                  </a:cubicBezTo>
                  <a:cubicBezTo>
                    <a:pt x="44853" y="41239"/>
                    <a:pt x="45648" y="41316"/>
                    <a:pt x="46442" y="41521"/>
                  </a:cubicBezTo>
                  <a:cubicBezTo>
                    <a:pt x="47647" y="41828"/>
                    <a:pt x="48416" y="42520"/>
                    <a:pt x="48723" y="43545"/>
                  </a:cubicBezTo>
                  <a:cubicBezTo>
                    <a:pt x="48877" y="44160"/>
                    <a:pt x="48928" y="44776"/>
                    <a:pt x="48826" y="45416"/>
                  </a:cubicBezTo>
                  <a:cubicBezTo>
                    <a:pt x="48672" y="46518"/>
                    <a:pt x="48365" y="47595"/>
                    <a:pt x="47903" y="48594"/>
                  </a:cubicBezTo>
                  <a:cubicBezTo>
                    <a:pt x="47314" y="49927"/>
                    <a:pt x="46622" y="51209"/>
                    <a:pt x="45827" y="52439"/>
                  </a:cubicBezTo>
                  <a:cubicBezTo>
                    <a:pt x="44725" y="54156"/>
                    <a:pt x="43572" y="55873"/>
                    <a:pt x="42521" y="57591"/>
                  </a:cubicBezTo>
                  <a:cubicBezTo>
                    <a:pt x="41854" y="58667"/>
                    <a:pt x="41239" y="59795"/>
                    <a:pt x="40701" y="60922"/>
                  </a:cubicBezTo>
                  <a:cubicBezTo>
                    <a:pt x="39753" y="62845"/>
                    <a:pt x="39368" y="64972"/>
                    <a:pt x="39548" y="67099"/>
                  </a:cubicBezTo>
                  <a:cubicBezTo>
                    <a:pt x="39650" y="68125"/>
                    <a:pt x="39753" y="69150"/>
                    <a:pt x="39932" y="70175"/>
                  </a:cubicBezTo>
                  <a:cubicBezTo>
                    <a:pt x="40394" y="72892"/>
                    <a:pt x="40727" y="75660"/>
                    <a:pt x="40906" y="78402"/>
                  </a:cubicBezTo>
                  <a:cubicBezTo>
                    <a:pt x="41188" y="82810"/>
                    <a:pt x="41419" y="87219"/>
                    <a:pt x="41675" y="91627"/>
                  </a:cubicBezTo>
                  <a:cubicBezTo>
                    <a:pt x="41829" y="94241"/>
                    <a:pt x="41983" y="96830"/>
                    <a:pt x="42188" y="99419"/>
                  </a:cubicBezTo>
                  <a:cubicBezTo>
                    <a:pt x="42393" y="102007"/>
                    <a:pt x="42598" y="104622"/>
                    <a:pt x="42777" y="107210"/>
                  </a:cubicBezTo>
                  <a:cubicBezTo>
                    <a:pt x="42957" y="110055"/>
                    <a:pt x="43110" y="112900"/>
                    <a:pt x="43315" y="115745"/>
                  </a:cubicBezTo>
                  <a:cubicBezTo>
                    <a:pt x="43392" y="116898"/>
                    <a:pt x="43495" y="118052"/>
                    <a:pt x="43623" y="119205"/>
                  </a:cubicBezTo>
                  <a:cubicBezTo>
                    <a:pt x="43854" y="121384"/>
                    <a:pt x="44110" y="123562"/>
                    <a:pt x="44366" y="125766"/>
                  </a:cubicBezTo>
                  <a:cubicBezTo>
                    <a:pt x="44699" y="128509"/>
                    <a:pt x="44981" y="131251"/>
                    <a:pt x="45340" y="133994"/>
                  </a:cubicBezTo>
                  <a:cubicBezTo>
                    <a:pt x="45545" y="135813"/>
                    <a:pt x="46007" y="137607"/>
                    <a:pt x="46699" y="139299"/>
                  </a:cubicBezTo>
                  <a:cubicBezTo>
                    <a:pt x="48185" y="142836"/>
                    <a:pt x="50953" y="145476"/>
                    <a:pt x="55028" y="147142"/>
                  </a:cubicBezTo>
                  <a:cubicBezTo>
                    <a:pt x="55772" y="147449"/>
                    <a:pt x="56566" y="147706"/>
                    <a:pt x="57335" y="147962"/>
                  </a:cubicBezTo>
                  <a:cubicBezTo>
                    <a:pt x="59129" y="148475"/>
                    <a:pt x="60949" y="148910"/>
                    <a:pt x="62794" y="149243"/>
                  </a:cubicBezTo>
                  <a:cubicBezTo>
                    <a:pt x="65998" y="149884"/>
                    <a:pt x="69202" y="150474"/>
                    <a:pt x="72406" y="151191"/>
                  </a:cubicBezTo>
                  <a:cubicBezTo>
                    <a:pt x="77173" y="152293"/>
                    <a:pt x="81735" y="153857"/>
                    <a:pt x="86246" y="155523"/>
                  </a:cubicBezTo>
                  <a:cubicBezTo>
                    <a:pt x="89655" y="156804"/>
                    <a:pt x="93063" y="158086"/>
                    <a:pt x="96524" y="159290"/>
                  </a:cubicBezTo>
                  <a:cubicBezTo>
                    <a:pt x="100471" y="160674"/>
                    <a:pt x="104546" y="161571"/>
                    <a:pt x="108698" y="161905"/>
                  </a:cubicBezTo>
                  <a:cubicBezTo>
                    <a:pt x="111517" y="162135"/>
                    <a:pt x="114311" y="162084"/>
                    <a:pt x="117104" y="161725"/>
                  </a:cubicBezTo>
                  <a:cubicBezTo>
                    <a:pt x="120026" y="161341"/>
                    <a:pt x="122923" y="160726"/>
                    <a:pt x="125767" y="159880"/>
                  </a:cubicBezTo>
                  <a:cubicBezTo>
                    <a:pt x="126126" y="159752"/>
                    <a:pt x="126485" y="159675"/>
                    <a:pt x="126844" y="159598"/>
                  </a:cubicBezTo>
                  <a:lnTo>
                    <a:pt x="126844" y="163160"/>
                  </a:lnTo>
                  <a:cubicBezTo>
                    <a:pt x="125972" y="163442"/>
                    <a:pt x="125075" y="163750"/>
                    <a:pt x="124178" y="163981"/>
                  </a:cubicBezTo>
                  <a:cubicBezTo>
                    <a:pt x="120872" y="164903"/>
                    <a:pt x="117489" y="165442"/>
                    <a:pt x="114055" y="16559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22" name="Google Shape;673;p24"/>
            <p:cNvSpPr/>
            <p:nvPr/>
          </p:nvSpPr>
          <p:spPr>
            <a:xfrm flipH="1">
              <a:off x="7023960" y="0"/>
              <a:ext cx="2113920" cy="627480"/>
            </a:xfrm>
            <a:custGeom>
              <a:avLst/>
              <a:gdLst>
                <a:gd name="textAreaLeft" fmla="*/ 360 w 2113920"/>
                <a:gd name="textAreaRight" fmla="*/ 2114640 w 2113920"/>
                <a:gd name="textAreaTop" fmla="*/ 0 h 627480"/>
                <a:gd name="textAreaBottom" fmla="*/ 627840 h 627480"/>
              </a:gdLst>
              <a:ahLst/>
              <a:cxnLst/>
              <a:rect l="textAreaLeft" t="textAreaTop" r="textAreaRight" b="textAreaBottom"/>
              <a:pathLst>
                <a:path w="65819" h="21478">
                  <a:moveTo>
                    <a:pt x="65152" y="513"/>
                  </a:moveTo>
                  <a:cubicBezTo>
                    <a:pt x="62179" y="2230"/>
                    <a:pt x="59616" y="4537"/>
                    <a:pt x="57565" y="7305"/>
                  </a:cubicBezTo>
                  <a:cubicBezTo>
                    <a:pt x="56591" y="8637"/>
                    <a:pt x="55617" y="9970"/>
                    <a:pt x="54643" y="11328"/>
                  </a:cubicBezTo>
                  <a:cubicBezTo>
                    <a:pt x="53311" y="13148"/>
                    <a:pt x="51875" y="14865"/>
                    <a:pt x="50312" y="16506"/>
                  </a:cubicBezTo>
                  <a:cubicBezTo>
                    <a:pt x="49210" y="17659"/>
                    <a:pt x="47954" y="18684"/>
                    <a:pt x="46596" y="19530"/>
                  </a:cubicBezTo>
                  <a:cubicBezTo>
                    <a:pt x="45032" y="20504"/>
                    <a:pt x="43264" y="21119"/>
                    <a:pt x="41418" y="21350"/>
                  </a:cubicBezTo>
                  <a:cubicBezTo>
                    <a:pt x="39983" y="21478"/>
                    <a:pt x="38548" y="21401"/>
                    <a:pt x="37112" y="21145"/>
                  </a:cubicBezTo>
                  <a:cubicBezTo>
                    <a:pt x="35088" y="20786"/>
                    <a:pt x="33088" y="20299"/>
                    <a:pt x="31141" y="19658"/>
                  </a:cubicBezTo>
                  <a:cubicBezTo>
                    <a:pt x="27578" y="18556"/>
                    <a:pt x="24118" y="17275"/>
                    <a:pt x="20735" y="15891"/>
                  </a:cubicBezTo>
                  <a:cubicBezTo>
                    <a:pt x="14250" y="13251"/>
                    <a:pt x="7817" y="10585"/>
                    <a:pt x="1358" y="7945"/>
                  </a:cubicBezTo>
                  <a:cubicBezTo>
                    <a:pt x="923" y="7766"/>
                    <a:pt x="538" y="7510"/>
                    <a:pt x="0" y="7510"/>
                  </a:cubicBezTo>
                  <a:lnTo>
                    <a:pt x="0" y="0"/>
                  </a:lnTo>
                  <a:lnTo>
                    <a:pt x="14122" y="0"/>
                  </a:lnTo>
                  <a:cubicBezTo>
                    <a:pt x="14302" y="51"/>
                    <a:pt x="14481" y="103"/>
                    <a:pt x="14660" y="128"/>
                  </a:cubicBezTo>
                  <a:cubicBezTo>
                    <a:pt x="18761" y="487"/>
                    <a:pt x="22888" y="718"/>
                    <a:pt x="27040" y="359"/>
                  </a:cubicBezTo>
                  <a:cubicBezTo>
                    <a:pt x="28116" y="282"/>
                    <a:pt x="29218" y="282"/>
                    <a:pt x="30295" y="0"/>
                  </a:cubicBezTo>
                  <a:lnTo>
                    <a:pt x="65818" y="0"/>
                  </a:lnTo>
                  <a:cubicBezTo>
                    <a:pt x="65613" y="179"/>
                    <a:pt x="65382" y="359"/>
                    <a:pt x="65152" y="513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23" name="Google Shape;674;p24"/>
            <p:cNvSpPr/>
            <p:nvPr/>
          </p:nvSpPr>
          <p:spPr>
            <a:xfrm flipH="1">
              <a:off x="6050880" y="0"/>
              <a:ext cx="3086640" cy="1400040"/>
            </a:xfrm>
            <a:custGeom>
              <a:avLst/>
              <a:gdLst>
                <a:gd name="textAreaLeft" fmla="*/ 360 w 3086640"/>
                <a:gd name="textAreaRight" fmla="*/ 3087360 w 3086640"/>
                <a:gd name="textAreaTop" fmla="*/ 0 h 1400040"/>
                <a:gd name="textAreaBottom" fmla="*/ 1400400 h 1400040"/>
              </a:gdLst>
              <a:ahLst/>
              <a:cxnLst/>
              <a:rect l="textAreaLeft" t="textAreaTop" r="textAreaRight" b="textAreaBottom"/>
              <a:pathLst>
                <a:path w="96113" h="47903">
                  <a:moveTo>
                    <a:pt x="90141" y="6894"/>
                  </a:moveTo>
                  <a:cubicBezTo>
                    <a:pt x="89141" y="8073"/>
                    <a:pt x="88168" y="9252"/>
                    <a:pt x="87194" y="10457"/>
                  </a:cubicBezTo>
                  <a:cubicBezTo>
                    <a:pt x="83862" y="14532"/>
                    <a:pt x="81376" y="19248"/>
                    <a:pt x="79915" y="24323"/>
                  </a:cubicBezTo>
                  <a:cubicBezTo>
                    <a:pt x="79018" y="27552"/>
                    <a:pt x="77967" y="30705"/>
                    <a:pt x="76762" y="33832"/>
                  </a:cubicBezTo>
                  <a:cubicBezTo>
                    <a:pt x="75839" y="36138"/>
                    <a:pt x="74712" y="38368"/>
                    <a:pt x="73379" y="40470"/>
                  </a:cubicBezTo>
                  <a:cubicBezTo>
                    <a:pt x="72482" y="41828"/>
                    <a:pt x="71457" y="43084"/>
                    <a:pt x="70303" y="44186"/>
                  </a:cubicBezTo>
                  <a:cubicBezTo>
                    <a:pt x="68484" y="45878"/>
                    <a:pt x="66228" y="47005"/>
                    <a:pt x="63819" y="47492"/>
                  </a:cubicBezTo>
                  <a:cubicBezTo>
                    <a:pt x="61871" y="47851"/>
                    <a:pt x="59872" y="47902"/>
                    <a:pt x="57924" y="47646"/>
                  </a:cubicBezTo>
                  <a:cubicBezTo>
                    <a:pt x="55182" y="47313"/>
                    <a:pt x="52490" y="46621"/>
                    <a:pt x="49953" y="45570"/>
                  </a:cubicBezTo>
                  <a:cubicBezTo>
                    <a:pt x="47441" y="44571"/>
                    <a:pt x="45032" y="43392"/>
                    <a:pt x="42674" y="42059"/>
                  </a:cubicBezTo>
                  <a:cubicBezTo>
                    <a:pt x="39342" y="40188"/>
                    <a:pt x="36164" y="38189"/>
                    <a:pt x="32986" y="36138"/>
                  </a:cubicBezTo>
                  <a:cubicBezTo>
                    <a:pt x="27117" y="32422"/>
                    <a:pt x="21222" y="28731"/>
                    <a:pt x="15096" y="25297"/>
                  </a:cubicBezTo>
                  <a:cubicBezTo>
                    <a:pt x="10534" y="22734"/>
                    <a:pt x="5869" y="20248"/>
                    <a:pt x="1128" y="17890"/>
                  </a:cubicBezTo>
                  <a:cubicBezTo>
                    <a:pt x="795" y="17659"/>
                    <a:pt x="410" y="17531"/>
                    <a:pt x="0" y="17480"/>
                  </a:cubicBezTo>
                  <a:lnTo>
                    <a:pt x="0" y="13533"/>
                  </a:lnTo>
                  <a:cubicBezTo>
                    <a:pt x="513" y="13738"/>
                    <a:pt x="1025" y="13943"/>
                    <a:pt x="1512" y="14173"/>
                  </a:cubicBezTo>
                  <a:cubicBezTo>
                    <a:pt x="11790" y="19043"/>
                    <a:pt x="21837" y="24195"/>
                    <a:pt x="31679" y="29628"/>
                  </a:cubicBezTo>
                  <a:cubicBezTo>
                    <a:pt x="34908" y="31422"/>
                    <a:pt x="38214" y="33165"/>
                    <a:pt x="41521" y="34857"/>
                  </a:cubicBezTo>
                  <a:cubicBezTo>
                    <a:pt x="43802" y="36061"/>
                    <a:pt x="46160" y="37061"/>
                    <a:pt x="48595" y="37881"/>
                  </a:cubicBezTo>
                  <a:cubicBezTo>
                    <a:pt x="50594" y="38599"/>
                    <a:pt x="52721" y="39034"/>
                    <a:pt x="54848" y="39188"/>
                  </a:cubicBezTo>
                  <a:cubicBezTo>
                    <a:pt x="58001" y="39342"/>
                    <a:pt x="60666" y="38547"/>
                    <a:pt x="62819" y="36574"/>
                  </a:cubicBezTo>
                  <a:cubicBezTo>
                    <a:pt x="63998" y="35498"/>
                    <a:pt x="64998" y="34242"/>
                    <a:pt x="65844" y="32858"/>
                  </a:cubicBezTo>
                  <a:cubicBezTo>
                    <a:pt x="67125" y="30756"/>
                    <a:pt x="68176" y="28526"/>
                    <a:pt x="68996" y="26219"/>
                  </a:cubicBezTo>
                  <a:cubicBezTo>
                    <a:pt x="69945" y="23451"/>
                    <a:pt x="70816" y="20658"/>
                    <a:pt x="71739" y="17890"/>
                  </a:cubicBezTo>
                  <a:cubicBezTo>
                    <a:pt x="72097" y="16788"/>
                    <a:pt x="72456" y="15711"/>
                    <a:pt x="72866" y="14635"/>
                  </a:cubicBezTo>
                  <a:cubicBezTo>
                    <a:pt x="73866" y="12097"/>
                    <a:pt x="75353" y="9765"/>
                    <a:pt x="77223" y="7766"/>
                  </a:cubicBezTo>
                  <a:cubicBezTo>
                    <a:pt x="78633" y="6254"/>
                    <a:pt x="80120" y="4844"/>
                    <a:pt x="81709" y="3511"/>
                  </a:cubicBezTo>
                  <a:cubicBezTo>
                    <a:pt x="82836" y="2537"/>
                    <a:pt x="83964" y="1589"/>
                    <a:pt x="85092" y="589"/>
                  </a:cubicBezTo>
                  <a:cubicBezTo>
                    <a:pt x="85271" y="410"/>
                    <a:pt x="85451" y="205"/>
                    <a:pt x="85630" y="0"/>
                  </a:cubicBezTo>
                  <a:lnTo>
                    <a:pt x="96113" y="0"/>
                  </a:lnTo>
                  <a:cubicBezTo>
                    <a:pt x="95857" y="333"/>
                    <a:pt x="95626" y="641"/>
                    <a:pt x="95370" y="948"/>
                  </a:cubicBezTo>
                  <a:cubicBezTo>
                    <a:pt x="93627" y="2922"/>
                    <a:pt x="91884" y="4895"/>
                    <a:pt x="90141" y="6894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24" name="Google Shape;675;p24"/>
            <p:cNvSpPr/>
            <p:nvPr/>
          </p:nvSpPr>
          <p:spPr>
            <a:xfrm flipH="1">
              <a:off x="5663520" y="1999800"/>
              <a:ext cx="3473640" cy="3142800"/>
            </a:xfrm>
            <a:custGeom>
              <a:avLst/>
              <a:gdLst>
                <a:gd name="textAreaLeft" fmla="*/ -360 w 3473640"/>
                <a:gd name="textAreaRight" fmla="*/ 3473640 w 3473640"/>
                <a:gd name="textAreaTop" fmla="*/ 0 h 3142800"/>
                <a:gd name="textAreaBottom" fmla="*/ 3143160 h 3142800"/>
              </a:gdLst>
              <a:ahLst/>
              <a:cxnLst/>
              <a:rect l="textAreaLeft" t="textAreaTop" r="textAreaRight" b="textAreaBottom"/>
              <a:pathLst>
                <a:path w="108160" h="107519">
                  <a:moveTo>
                    <a:pt x="897" y="6280"/>
                  </a:moveTo>
                  <a:cubicBezTo>
                    <a:pt x="1717" y="5331"/>
                    <a:pt x="2614" y="4486"/>
                    <a:pt x="3588" y="3717"/>
                  </a:cubicBezTo>
                  <a:cubicBezTo>
                    <a:pt x="5869" y="1923"/>
                    <a:pt x="8586" y="769"/>
                    <a:pt x="11457" y="359"/>
                  </a:cubicBezTo>
                  <a:cubicBezTo>
                    <a:pt x="12918" y="129"/>
                    <a:pt x="14378" y="0"/>
                    <a:pt x="15865" y="0"/>
                  </a:cubicBezTo>
                  <a:cubicBezTo>
                    <a:pt x="19197" y="26"/>
                    <a:pt x="22503" y="308"/>
                    <a:pt x="25784" y="846"/>
                  </a:cubicBezTo>
                  <a:cubicBezTo>
                    <a:pt x="30423" y="1513"/>
                    <a:pt x="35011" y="2410"/>
                    <a:pt x="39573" y="3281"/>
                  </a:cubicBezTo>
                  <a:cubicBezTo>
                    <a:pt x="46954" y="4716"/>
                    <a:pt x="54387" y="5998"/>
                    <a:pt x="61948" y="6664"/>
                  </a:cubicBezTo>
                  <a:cubicBezTo>
                    <a:pt x="65306" y="6997"/>
                    <a:pt x="68689" y="7151"/>
                    <a:pt x="72097" y="7100"/>
                  </a:cubicBezTo>
                  <a:cubicBezTo>
                    <a:pt x="75968" y="6997"/>
                    <a:pt x="79863" y="6587"/>
                    <a:pt x="83682" y="5921"/>
                  </a:cubicBezTo>
                  <a:cubicBezTo>
                    <a:pt x="85605" y="5613"/>
                    <a:pt x="87552" y="5280"/>
                    <a:pt x="89500" y="4998"/>
                  </a:cubicBezTo>
                  <a:cubicBezTo>
                    <a:pt x="90910" y="4793"/>
                    <a:pt x="92371" y="4742"/>
                    <a:pt x="93806" y="4896"/>
                  </a:cubicBezTo>
                  <a:cubicBezTo>
                    <a:pt x="95985" y="5101"/>
                    <a:pt x="97779" y="5895"/>
                    <a:pt x="99086" y="7382"/>
                  </a:cubicBezTo>
                  <a:cubicBezTo>
                    <a:pt x="99573" y="7946"/>
                    <a:pt x="100009" y="8561"/>
                    <a:pt x="100419" y="9227"/>
                  </a:cubicBezTo>
                  <a:cubicBezTo>
                    <a:pt x="101034" y="10304"/>
                    <a:pt x="101495" y="11483"/>
                    <a:pt x="101777" y="12687"/>
                  </a:cubicBezTo>
                  <a:cubicBezTo>
                    <a:pt x="102623" y="15942"/>
                    <a:pt x="102572" y="19223"/>
                    <a:pt x="102162" y="22504"/>
                  </a:cubicBezTo>
                  <a:cubicBezTo>
                    <a:pt x="101752" y="25246"/>
                    <a:pt x="101239" y="27988"/>
                    <a:pt x="100547" y="30680"/>
                  </a:cubicBezTo>
                  <a:cubicBezTo>
                    <a:pt x="99394" y="35549"/>
                    <a:pt x="98317" y="40445"/>
                    <a:pt x="97625" y="45417"/>
                  </a:cubicBezTo>
                  <a:cubicBezTo>
                    <a:pt x="97164" y="48518"/>
                    <a:pt x="96882" y="51619"/>
                    <a:pt x="96779" y="54772"/>
                  </a:cubicBezTo>
                  <a:cubicBezTo>
                    <a:pt x="96677" y="58052"/>
                    <a:pt x="96728" y="61333"/>
                    <a:pt x="96959" y="64639"/>
                  </a:cubicBezTo>
                  <a:cubicBezTo>
                    <a:pt x="97241" y="68484"/>
                    <a:pt x="97728" y="72303"/>
                    <a:pt x="98445" y="76121"/>
                  </a:cubicBezTo>
                  <a:cubicBezTo>
                    <a:pt x="99188" y="80222"/>
                    <a:pt x="100188" y="84297"/>
                    <a:pt x="101341" y="88373"/>
                  </a:cubicBezTo>
                  <a:cubicBezTo>
                    <a:pt x="103059" y="94524"/>
                    <a:pt x="105160" y="100572"/>
                    <a:pt x="107646" y="106493"/>
                  </a:cubicBezTo>
                  <a:cubicBezTo>
                    <a:pt x="107800" y="106826"/>
                    <a:pt x="108005" y="107185"/>
                    <a:pt x="108159" y="107518"/>
                  </a:cubicBezTo>
                  <a:lnTo>
                    <a:pt x="102238" y="107518"/>
                  </a:lnTo>
                  <a:cubicBezTo>
                    <a:pt x="102238" y="107364"/>
                    <a:pt x="102213" y="107211"/>
                    <a:pt x="102187" y="107057"/>
                  </a:cubicBezTo>
                  <a:cubicBezTo>
                    <a:pt x="101726" y="105340"/>
                    <a:pt x="101239" y="103648"/>
                    <a:pt x="100778" y="101931"/>
                  </a:cubicBezTo>
                  <a:cubicBezTo>
                    <a:pt x="98753" y="94370"/>
                    <a:pt x="96907" y="86809"/>
                    <a:pt x="95575" y="79146"/>
                  </a:cubicBezTo>
                  <a:cubicBezTo>
                    <a:pt x="94729" y="74353"/>
                    <a:pt x="94165" y="69509"/>
                    <a:pt x="93883" y="64665"/>
                  </a:cubicBezTo>
                  <a:cubicBezTo>
                    <a:pt x="93499" y="57770"/>
                    <a:pt x="93781" y="50850"/>
                    <a:pt x="94780" y="44033"/>
                  </a:cubicBezTo>
                  <a:cubicBezTo>
                    <a:pt x="95370" y="39753"/>
                    <a:pt x="96215" y="35524"/>
                    <a:pt x="97087" y="31295"/>
                  </a:cubicBezTo>
                  <a:cubicBezTo>
                    <a:pt x="97728" y="28475"/>
                    <a:pt x="98189" y="25630"/>
                    <a:pt x="98496" y="22734"/>
                  </a:cubicBezTo>
                  <a:cubicBezTo>
                    <a:pt x="98702" y="20556"/>
                    <a:pt x="98573" y="18351"/>
                    <a:pt x="98112" y="16199"/>
                  </a:cubicBezTo>
                  <a:cubicBezTo>
                    <a:pt x="97830" y="14840"/>
                    <a:pt x="97317" y="13533"/>
                    <a:pt x="96549" y="12380"/>
                  </a:cubicBezTo>
                  <a:cubicBezTo>
                    <a:pt x="95344" y="10586"/>
                    <a:pt x="93524" y="9458"/>
                    <a:pt x="91064" y="9022"/>
                  </a:cubicBezTo>
                  <a:cubicBezTo>
                    <a:pt x="89603" y="8766"/>
                    <a:pt x="88142" y="8689"/>
                    <a:pt x="86655" y="8766"/>
                  </a:cubicBezTo>
                  <a:cubicBezTo>
                    <a:pt x="83810" y="8945"/>
                    <a:pt x="80991" y="9125"/>
                    <a:pt x="78146" y="9304"/>
                  </a:cubicBezTo>
                  <a:cubicBezTo>
                    <a:pt x="75224" y="9484"/>
                    <a:pt x="72303" y="9560"/>
                    <a:pt x="69381" y="9509"/>
                  </a:cubicBezTo>
                  <a:cubicBezTo>
                    <a:pt x="64306" y="9407"/>
                    <a:pt x="59231" y="9073"/>
                    <a:pt x="54182" y="8510"/>
                  </a:cubicBezTo>
                  <a:cubicBezTo>
                    <a:pt x="49620" y="7971"/>
                    <a:pt x="45032" y="7459"/>
                    <a:pt x="40444" y="6895"/>
                  </a:cubicBezTo>
                  <a:cubicBezTo>
                    <a:pt x="35575" y="6305"/>
                    <a:pt x="30679" y="5767"/>
                    <a:pt x="25758" y="5562"/>
                  </a:cubicBezTo>
                  <a:cubicBezTo>
                    <a:pt x="22683" y="5408"/>
                    <a:pt x="19607" y="5588"/>
                    <a:pt x="16583" y="6049"/>
                  </a:cubicBezTo>
                  <a:cubicBezTo>
                    <a:pt x="12149" y="6741"/>
                    <a:pt x="8407" y="8484"/>
                    <a:pt x="5382" y="11252"/>
                  </a:cubicBezTo>
                  <a:cubicBezTo>
                    <a:pt x="3742" y="12790"/>
                    <a:pt x="2307" y="14558"/>
                    <a:pt x="1102" y="16455"/>
                  </a:cubicBezTo>
                  <a:cubicBezTo>
                    <a:pt x="923" y="16737"/>
                    <a:pt x="743" y="17019"/>
                    <a:pt x="589" y="17275"/>
                  </a:cubicBezTo>
                  <a:cubicBezTo>
                    <a:pt x="461" y="17480"/>
                    <a:pt x="231" y="17634"/>
                    <a:pt x="0" y="17685"/>
                  </a:cubicBezTo>
                  <a:lnTo>
                    <a:pt x="0" y="6972"/>
                  </a:lnTo>
                  <a:cubicBezTo>
                    <a:pt x="359" y="6844"/>
                    <a:pt x="692" y="6587"/>
                    <a:pt x="897" y="6280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25" name="Google Shape;676;p24"/>
            <p:cNvSpPr/>
            <p:nvPr/>
          </p:nvSpPr>
          <p:spPr>
            <a:xfrm flipH="1">
              <a:off x="6537600" y="2722680"/>
              <a:ext cx="2599560" cy="2420280"/>
            </a:xfrm>
            <a:custGeom>
              <a:avLst/>
              <a:gdLst>
                <a:gd name="textAreaLeft" fmla="*/ -360 w 2599560"/>
                <a:gd name="textAreaRight" fmla="*/ 2599560 w 2599560"/>
                <a:gd name="textAreaTop" fmla="*/ 0 h 2420280"/>
                <a:gd name="textAreaBottom" fmla="*/ 2420640 h 2420280"/>
              </a:gdLst>
              <a:ahLst/>
              <a:cxnLst/>
              <a:rect l="textAreaLeft" t="textAreaTop" r="textAreaRight" b="textAreaBottom"/>
              <a:pathLst>
                <a:path w="80940" h="82811">
                  <a:moveTo>
                    <a:pt x="1333" y="34498"/>
                  </a:moveTo>
                  <a:cubicBezTo>
                    <a:pt x="3921" y="32294"/>
                    <a:pt x="6331" y="29962"/>
                    <a:pt x="8637" y="27553"/>
                  </a:cubicBezTo>
                  <a:cubicBezTo>
                    <a:pt x="12097" y="24016"/>
                    <a:pt x="15378" y="20376"/>
                    <a:pt x="18659" y="16737"/>
                  </a:cubicBezTo>
                  <a:cubicBezTo>
                    <a:pt x="20248" y="14943"/>
                    <a:pt x="21939" y="13251"/>
                    <a:pt x="23708" y="11662"/>
                  </a:cubicBezTo>
                  <a:cubicBezTo>
                    <a:pt x="27681" y="8125"/>
                    <a:pt x="32320" y="5408"/>
                    <a:pt x="37369" y="3717"/>
                  </a:cubicBezTo>
                  <a:cubicBezTo>
                    <a:pt x="39983" y="2820"/>
                    <a:pt x="42674" y="2102"/>
                    <a:pt x="45365" y="1589"/>
                  </a:cubicBezTo>
                  <a:cubicBezTo>
                    <a:pt x="49312" y="846"/>
                    <a:pt x="53311" y="385"/>
                    <a:pt x="57309" y="205"/>
                  </a:cubicBezTo>
                  <a:cubicBezTo>
                    <a:pt x="60513" y="0"/>
                    <a:pt x="63742" y="103"/>
                    <a:pt x="66946" y="462"/>
                  </a:cubicBezTo>
                  <a:cubicBezTo>
                    <a:pt x="68740" y="667"/>
                    <a:pt x="70508" y="1051"/>
                    <a:pt x="72226" y="1615"/>
                  </a:cubicBezTo>
                  <a:cubicBezTo>
                    <a:pt x="75481" y="2717"/>
                    <a:pt x="77787" y="4588"/>
                    <a:pt x="79018" y="7331"/>
                  </a:cubicBezTo>
                  <a:cubicBezTo>
                    <a:pt x="79274" y="7920"/>
                    <a:pt x="79505" y="8510"/>
                    <a:pt x="79710" y="9125"/>
                  </a:cubicBezTo>
                  <a:cubicBezTo>
                    <a:pt x="80197" y="10791"/>
                    <a:pt x="80504" y="12508"/>
                    <a:pt x="80607" y="14225"/>
                  </a:cubicBezTo>
                  <a:cubicBezTo>
                    <a:pt x="80940" y="17736"/>
                    <a:pt x="80837" y="21222"/>
                    <a:pt x="80760" y="24733"/>
                  </a:cubicBezTo>
                  <a:cubicBezTo>
                    <a:pt x="80581" y="31243"/>
                    <a:pt x="80376" y="37753"/>
                    <a:pt x="80222" y="44289"/>
                  </a:cubicBezTo>
                  <a:cubicBezTo>
                    <a:pt x="80094" y="49364"/>
                    <a:pt x="80043" y="54438"/>
                    <a:pt x="79966" y="59488"/>
                  </a:cubicBezTo>
                  <a:cubicBezTo>
                    <a:pt x="79889" y="63101"/>
                    <a:pt x="79658" y="66690"/>
                    <a:pt x="79274" y="70278"/>
                  </a:cubicBezTo>
                  <a:cubicBezTo>
                    <a:pt x="78889" y="74225"/>
                    <a:pt x="78172" y="78146"/>
                    <a:pt x="77121" y="81965"/>
                  </a:cubicBezTo>
                  <a:cubicBezTo>
                    <a:pt x="77044" y="82247"/>
                    <a:pt x="76993" y="82529"/>
                    <a:pt x="76967" y="82811"/>
                  </a:cubicBezTo>
                  <a:lnTo>
                    <a:pt x="70816" y="82811"/>
                  </a:lnTo>
                  <a:cubicBezTo>
                    <a:pt x="70918" y="82478"/>
                    <a:pt x="71021" y="82119"/>
                    <a:pt x="71149" y="81811"/>
                  </a:cubicBezTo>
                  <a:cubicBezTo>
                    <a:pt x="72379" y="78864"/>
                    <a:pt x="73328" y="75839"/>
                    <a:pt x="74020" y="72738"/>
                  </a:cubicBezTo>
                  <a:cubicBezTo>
                    <a:pt x="74994" y="68381"/>
                    <a:pt x="75660" y="63947"/>
                    <a:pt x="76019" y="59513"/>
                  </a:cubicBezTo>
                  <a:cubicBezTo>
                    <a:pt x="76403" y="55130"/>
                    <a:pt x="76634" y="50748"/>
                    <a:pt x="76762" y="46365"/>
                  </a:cubicBezTo>
                  <a:cubicBezTo>
                    <a:pt x="76865" y="43623"/>
                    <a:pt x="76993" y="40855"/>
                    <a:pt x="77095" y="38112"/>
                  </a:cubicBezTo>
                  <a:cubicBezTo>
                    <a:pt x="77275" y="32909"/>
                    <a:pt x="77403" y="27706"/>
                    <a:pt x="77198" y="22503"/>
                  </a:cubicBezTo>
                  <a:cubicBezTo>
                    <a:pt x="77121" y="20222"/>
                    <a:pt x="76813" y="17941"/>
                    <a:pt x="76301" y="15712"/>
                  </a:cubicBezTo>
                  <a:cubicBezTo>
                    <a:pt x="75942" y="14071"/>
                    <a:pt x="75301" y="12508"/>
                    <a:pt x="74455" y="11073"/>
                  </a:cubicBezTo>
                  <a:cubicBezTo>
                    <a:pt x="73123" y="8971"/>
                    <a:pt x="71149" y="7407"/>
                    <a:pt x="68535" y="6459"/>
                  </a:cubicBezTo>
                  <a:cubicBezTo>
                    <a:pt x="67715" y="6177"/>
                    <a:pt x="66895" y="5947"/>
                    <a:pt x="66074" y="5741"/>
                  </a:cubicBezTo>
                  <a:cubicBezTo>
                    <a:pt x="63511" y="5203"/>
                    <a:pt x="60897" y="4998"/>
                    <a:pt x="58283" y="5101"/>
                  </a:cubicBezTo>
                  <a:cubicBezTo>
                    <a:pt x="52619" y="5255"/>
                    <a:pt x="47031" y="6280"/>
                    <a:pt x="41675" y="8099"/>
                  </a:cubicBezTo>
                  <a:cubicBezTo>
                    <a:pt x="36856" y="9765"/>
                    <a:pt x="32345" y="12200"/>
                    <a:pt x="28296" y="15276"/>
                  </a:cubicBezTo>
                  <a:cubicBezTo>
                    <a:pt x="26040" y="16967"/>
                    <a:pt x="23939" y="18787"/>
                    <a:pt x="21888" y="20607"/>
                  </a:cubicBezTo>
                  <a:cubicBezTo>
                    <a:pt x="18172" y="23913"/>
                    <a:pt x="14455" y="27245"/>
                    <a:pt x="10739" y="30551"/>
                  </a:cubicBezTo>
                  <a:cubicBezTo>
                    <a:pt x="7715" y="33242"/>
                    <a:pt x="4537" y="35754"/>
                    <a:pt x="1230" y="38112"/>
                  </a:cubicBezTo>
                  <a:cubicBezTo>
                    <a:pt x="1000" y="38292"/>
                    <a:pt x="769" y="38445"/>
                    <a:pt x="538" y="38573"/>
                  </a:cubicBezTo>
                  <a:cubicBezTo>
                    <a:pt x="359" y="38625"/>
                    <a:pt x="179" y="38625"/>
                    <a:pt x="0" y="38625"/>
                  </a:cubicBezTo>
                  <a:lnTo>
                    <a:pt x="0" y="35242"/>
                  </a:lnTo>
                  <a:cubicBezTo>
                    <a:pt x="179" y="35242"/>
                    <a:pt x="359" y="35216"/>
                    <a:pt x="513" y="35165"/>
                  </a:cubicBezTo>
                  <a:cubicBezTo>
                    <a:pt x="820" y="34960"/>
                    <a:pt x="1076" y="34729"/>
                    <a:pt x="1333" y="3449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26" name="Google Shape;677;p24"/>
            <p:cNvSpPr/>
            <p:nvPr/>
          </p:nvSpPr>
          <p:spPr>
            <a:xfrm flipH="1">
              <a:off x="-4680" y="0"/>
              <a:ext cx="3917520" cy="4620960"/>
            </a:xfrm>
            <a:custGeom>
              <a:avLst/>
              <a:gdLst>
                <a:gd name="textAreaLeft" fmla="*/ 360 w 3917520"/>
                <a:gd name="textAreaRight" fmla="*/ 3918240 w 3917520"/>
                <a:gd name="textAreaTop" fmla="*/ 0 h 4620960"/>
                <a:gd name="textAreaBottom" fmla="*/ 4621320 h 4620960"/>
              </a:gdLst>
              <a:ahLst/>
              <a:cxnLst/>
              <a:rect l="textAreaLeft" t="textAreaTop" r="textAreaRight" b="textAreaBottom"/>
              <a:pathLst>
                <a:path w="121974" h="158086">
                  <a:moveTo>
                    <a:pt x="100009" y="157368"/>
                  </a:moveTo>
                  <a:cubicBezTo>
                    <a:pt x="96703" y="156856"/>
                    <a:pt x="93473" y="156061"/>
                    <a:pt x="90321" y="154959"/>
                  </a:cubicBezTo>
                  <a:cubicBezTo>
                    <a:pt x="88065" y="154190"/>
                    <a:pt x="85810" y="153370"/>
                    <a:pt x="83554" y="152498"/>
                  </a:cubicBezTo>
                  <a:cubicBezTo>
                    <a:pt x="78685" y="150679"/>
                    <a:pt x="73789" y="148885"/>
                    <a:pt x="68740" y="147424"/>
                  </a:cubicBezTo>
                  <a:cubicBezTo>
                    <a:pt x="65818" y="146578"/>
                    <a:pt x="62871" y="145758"/>
                    <a:pt x="59923" y="144938"/>
                  </a:cubicBezTo>
                  <a:cubicBezTo>
                    <a:pt x="58155" y="144425"/>
                    <a:pt x="56412" y="143810"/>
                    <a:pt x="54721" y="143041"/>
                  </a:cubicBezTo>
                  <a:cubicBezTo>
                    <a:pt x="50876" y="141298"/>
                    <a:pt x="48185" y="138709"/>
                    <a:pt x="46647" y="135326"/>
                  </a:cubicBezTo>
                  <a:cubicBezTo>
                    <a:pt x="46083" y="133994"/>
                    <a:pt x="45596" y="132635"/>
                    <a:pt x="45263" y="131251"/>
                  </a:cubicBezTo>
                  <a:cubicBezTo>
                    <a:pt x="44443" y="128124"/>
                    <a:pt x="43776" y="124997"/>
                    <a:pt x="43213" y="121819"/>
                  </a:cubicBezTo>
                  <a:cubicBezTo>
                    <a:pt x="42879" y="119871"/>
                    <a:pt x="42546" y="117924"/>
                    <a:pt x="42290" y="115950"/>
                  </a:cubicBezTo>
                  <a:cubicBezTo>
                    <a:pt x="41982" y="113515"/>
                    <a:pt x="41777" y="111080"/>
                    <a:pt x="41521" y="108646"/>
                  </a:cubicBezTo>
                  <a:cubicBezTo>
                    <a:pt x="41239" y="105698"/>
                    <a:pt x="40957" y="102725"/>
                    <a:pt x="40726" y="99752"/>
                  </a:cubicBezTo>
                  <a:cubicBezTo>
                    <a:pt x="40445" y="96010"/>
                    <a:pt x="40240" y="92242"/>
                    <a:pt x="40163" y="88500"/>
                  </a:cubicBezTo>
                  <a:cubicBezTo>
                    <a:pt x="39983" y="81247"/>
                    <a:pt x="40445" y="73994"/>
                    <a:pt x="41598" y="66843"/>
                  </a:cubicBezTo>
                  <a:cubicBezTo>
                    <a:pt x="41957" y="64357"/>
                    <a:pt x="42700" y="61922"/>
                    <a:pt x="43751" y="59641"/>
                  </a:cubicBezTo>
                  <a:cubicBezTo>
                    <a:pt x="44520" y="58052"/>
                    <a:pt x="45391" y="56488"/>
                    <a:pt x="46263" y="54925"/>
                  </a:cubicBezTo>
                  <a:cubicBezTo>
                    <a:pt x="47749" y="52362"/>
                    <a:pt x="49313" y="49799"/>
                    <a:pt x="50799" y="47236"/>
                  </a:cubicBezTo>
                  <a:cubicBezTo>
                    <a:pt x="52183" y="44852"/>
                    <a:pt x="53413" y="42392"/>
                    <a:pt x="54439" y="39855"/>
                  </a:cubicBezTo>
                  <a:cubicBezTo>
                    <a:pt x="55002" y="38573"/>
                    <a:pt x="55387" y="37215"/>
                    <a:pt x="55592" y="35831"/>
                  </a:cubicBezTo>
                  <a:cubicBezTo>
                    <a:pt x="55720" y="35113"/>
                    <a:pt x="55694" y="34395"/>
                    <a:pt x="55541" y="33678"/>
                  </a:cubicBezTo>
                  <a:cubicBezTo>
                    <a:pt x="55207" y="32473"/>
                    <a:pt x="54310" y="31756"/>
                    <a:pt x="52824" y="31627"/>
                  </a:cubicBezTo>
                  <a:cubicBezTo>
                    <a:pt x="52132" y="31551"/>
                    <a:pt x="51440" y="31576"/>
                    <a:pt x="50773" y="31679"/>
                  </a:cubicBezTo>
                  <a:cubicBezTo>
                    <a:pt x="49851" y="31807"/>
                    <a:pt x="48928" y="32012"/>
                    <a:pt x="48031" y="32268"/>
                  </a:cubicBezTo>
                  <a:cubicBezTo>
                    <a:pt x="46032" y="32832"/>
                    <a:pt x="44084" y="33524"/>
                    <a:pt x="42187" y="34344"/>
                  </a:cubicBezTo>
                  <a:cubicBezTo>
                    <a:pt x="39804" y="35318"/>
                    <a:pt x="37446" y="36343"/>
                    <a:pt x="35062" y="37317"/>
                  </a:cubicBezTo>
                  <a:cubicBezTo>
                    <a:pt x="32961" y="38163"/>
                    <a:pt x="30833" y="39009"/>
                    <a:pt x="28655" y="39752"/>
                  </a:cubicBezTo>
                  <a:cubicBezTo>
                    <a:pt x="26399" y="40572"/>
                    <a:pt x="24067" y="41136"/>
                    <a:pt x="21683" y="41418"/>
                  </a:cubicBezTo>
                  <a:cubicBezTo>
                    <a:pt x="16506" y="41956"/>
                    <a:pt x="12021" y="40752"/>
                    <a:pt x="8202" y="37804"/>
                  </a:cubicBezTo>
                  <a:cubicBezTo>
                    <a:pt x="6920" y="36779"/>
                    <a:pt x="5818" y="35574"/>
                    <a:pt x="4896" y="34242"/>
                  </a:cubicBezTo>
                  <a:cubicBezTo>
                    <a:pt x="3742" y="32576"/>
                    <a:pt x="2845" y="30782"/>
                    <a:pt x="2179" y="28885"/>
                  </a:cubicBezTo>
                  <a:cubicBezTo>
                    <a:pt x="846" y="25117"/>
                    <a:pt x="333" y="21273"/>
                    <a:pt x="154" y="17377"/>
                  </a:cubicBezTo>
                  <a:cubicBezTo>
                    <a:pt x="0" y="13148"/>
                    <a:pt x="257" y="8919"/>
                    <a:pt x="487" y="4690"/>
                  </a:cubicBezTo>
                  <a:cubicBezTo>
                    <a:pt x="564" y="3127"/>
                    <a:pt x="564" y="1563"/>
                    <a:pt x="590" y="0"/>
                  </a:cubicBezTo>
                  <a:lnTo>
                    <a:pt x="1717" y="0"/>
                  </a:lnTo>
                  <a:cubicBezTo>
                    <a:pt x="1692" y="1153"/>
                    <a:pt x="1717" y="2332"/>
                    <a:pt x="1641" y="3486"/>
                  </a:cubicBezTo>
                  <a:cubicBezTo>
                    <a:pt x="1512" y="6254"/>
                    <a:pt x="1333" y="9047"/>
                    <a:pt x="1179" y="11841"/>
                  </a:cubicBezTo>
                  <a:cubicBezTo>
                    <a:pt x="1000" y="14917"/>
                    <a:pt x="1102" y="18044"/>
                    <a:pt x="1461" y="21119"/>
                  </a:cubicBezTo>
                  <a:cubicBezTo>
                    <a:pt x="1717" y="23349"/>
                    <a:pt x="2179" y="25553"/>
                    <a:pt x="2871" y="27680"/>
                  </a:cubicBezTo>
                  <a:cubicBezTo>
                    <a:pt x="3640" y="30166"/>
                    <a:pt x="4870" y="32473"/>
                    <a:pt x="6510" y="34524"/>
                  </a:cubicBezTo>
                  <a:cubicBezTo>
                    <a:pt x="7792" y="36113"/>
                    <a:pt x="9407" y="37445"/>
                    <a:pt x="11252" y="38394"/>
                  </a:cubicBezTo>
                  <a:cubicBezTo>
                    <a:pt x="14148" y="39906"/>
                    <a:pt x="17429" y="40572"/>
                    <a:pt x="20684" y="40265"/>
                  </a:cubicBezTo>
                  <a:cubicBezTo>
                    <a:pt x="22709" y="40085"/>
                    <a:pt x="24682" y="39650"/>
                    <a:pt x="26604" y="39009"/>
                  </a:cubicBezTo>
                  <a:cubicBezTo>
                    <a:pt x="29014" y="38214"/>
                    <a:pt x="31372" y="37266"/>
                    <a:pt x="33627" y="36138"/>
                  </a:cubicBezTo>
                  <a:cubicBezTo>
                    <a:pt x="36626" y="34652"/>
                    <a:pt x="39599" y="33140"/>
                    <a:pt x="42597" y="31679"/>
                  </a:cubicBezTo>
                  <a:cubicBezTo>
                    <a:pt x="44955" y="30525"/>
                    <a:pt x="47313" y="29372"/>
                    <a:pt x="49723" y="28296"/>
                  </a:cubicBezTo>
                  <a:cubicBezTo>
                    <a:pt x="51184" y="27655"/>
                    <a:pt x="52721" y="27142"/>
                    <a:pt x="54259" y="26604"/>
                  </a:cubicBezTo>
                  <a:cubicBezTo>
                    <a:pt x="55361" y="26219"/>
                    <a:pt x="56515" y="25989"/>
                    <a:pt x="57668" y="25861"/>
                  </a:cubicBezTo>
                  <a:cubicBezTo>
                    <a:pt x="58386" y="25784"/>
                    <a:pt x="59103" y="25809"/>
                    <a:pt x="59821" y="25938"/>
                  </a:cubicBezTo>
                  <a:cubicBezTo>
                    <a:pt x="60923" y="26143"/>
                    <a:pt x="61641" y="26706"/>
                    <a:pt x="61923" y="27603"/>
                  </a:cubicBezTo>
                  <a:cubicBezTo>
                    <a:pt x="62076" y="28014"/>
                    <a:pt x="62153" y="28449"/>
                    <a:pt x="62153" y="28885"/>
                  </a:cubicBezTo>
                  <a:cubicBezTo>
                    <a:pt x="62128" y="29474"/>
                    <a:pt x="62076" y="30064"/>
                    <a:pt x="61948" y="30653"/>
                  </a:cubicBezTo>
                  <a:cubicBezTo>
                    <a:pt x="61564" y="32473"/>
                    <a:pt x="60795" y="34216"/>
                    <a:pt x="59949" y="35933"/>
                  </a:cubicBezTo>
                  <a:cubicBezTo>
                    <a:pt x="58437" y="39086"/>
                    <a:pt x="56694" y="42136"/>
                    <a:pt x="54951" y="45186"/>
                  </a:cubicBezTo>
                  <a:cubicBezTo>
                    <a:pt x="52824" y="48928"/>
                    <a:pt x="50671" y="52670"/>
                    <a:pt x="48595" y="56437"/>
                  </a:cubicBezTo>
                  <a:cubicBezTo>
                    <a:pt x="46852" y="59513"/>
                    <a:pt x="45494" y="62768"/>
                    <a:pt x="44520" y="66177"/>
                  </a:cubicBezTo>
                  <a:cubicBezTo>
                    <a:pt x="43161" y="71123"/>
                    <a:pt x="42316" y="76198"/>
                    <a:pt x="41982" y="81324"/>
                  </a:cubicBezTo>
                  <a:cubicBezTo>
                    <a:pt x="41700" y="86219"/>
                    <a:pt x="41752" y="91166"/>
                    <a:pt x="42111" y="96061"/>
                  </a:cubicBezTo>
                  <a:cubicBezTo>
                    <a:pt x="42316" y="99086"/>
                    <a:pt x="42597" y="102110"/>
                    <a:pt x="42931" y="105134"/>
                  </a:cubicBezTo>
                  <a:cubicBezTo>
                    <a:pt x="43238" y="108338"/>
                    <a:pt x="43623" y="111516"/>
                    <a:pt x="44084" y="114669"/>
                  </a:cubicBezTo>
                  <a:cubicBezTo>
                    <a:pt x="44699" y="119103"/>
                    <a:pt x="45647" y="123511"/>
                    <a:pt x="46878" y="127817"/>
                  </a:cubicBezTo>
                  <a:cubicBezTo>
                    <a:pt x="47390" y="129713"/>
                    <a:pt x="48057" y="131584"/>
                    <a:pt x="48877" y="133378"/>
                  </a:cubicBezTo>
                  <a:cubicBezTo>
                    <a:pt x="50492" y="136787"/>
                    <a:pt x="53157" y="139427"/>
                    <a:pt x="56976" y="141247"/>
                  </a:cubicBezTo>
                  <a:cubicBezTo>
                    <a:pt x="57950" y="141683"/>
                    <a:pt x="58898" y="142118"/>
                    <a:pt x="59923" y="142503"/>
                  </a:cubicBezTo>
                  <a:cubicBezTo>
                    <a:pt x="61333" y="143015"/>
                    <a:pt x="62768" y="143528"/>
                    <a:pt x="64204" y="143989"/>
                  </a:cubicBezTo>
                  <a:cubicBezTo>
                    <a:pt x="68817" y="145450"/>
                    <a:pt x="73431" y="146860"/>
                    <a:pt x="77941" y="148551"/>
                  </a:cubicBezTo>
                  <a:cubicBezTo>
                    <a:pt x="81171" y="149730"/>
                    <a:pt x="84451" y="150935"/>
                    <a:pt x="87706" y="152140"/>
                  </a:cubicBezTo>
                  <a:cubicBezTo>
                    <a:pt x="89859" y="152934"/>
                    <a:pt x="92038" y="153652"/>
                    <a:pt x="94268" y="154216"/>
                  </a:cubicBezTo>
                  <a:cubicBezTo>
                    <a:pt x="98727" y="155446"/>
                    <a:pt x="103341" y="155984"/>
                    <a:pt x="107954" y="155830"/>
                  </a:cubicBezTo>
                  <a:cubicBezTo>
                    <a:pt x="111261" y="155677"/>
                    <a:pt x="114567" y="155190"/>
                    <a:pt x="117796" y="154395"/>
                  </a:cubicBezTo>
                  <a:cubicBezTo>
                    <a:pt x="119206" y="154087"/>
                    <a:pt x="120616" y="153703"/>
                    <a:pt x="121974" y="153190"/>
                  </a:cubicBezTo>
                  <a:lnTo>
                    <a:pt x="121974" y="155266"/>
                  </a:lnTo>
                  <a:cubicBezTo>
                    <a:pt x="119308" y="156112"/>
                    <a:pt x="116566" y="156779"/>
                    <a:pt x="113824" y="157240"/>
                  </a:cubicBezTo>
                  <a:cubicBezTo>
                    <a:pt x="109236" y="158034"/>
                    <a:pt x="104571" y="158086"/>
                    <a:pt x="100009" y="15736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27" name="Google Shape;678;p24"/>
            <p:cNvSpPr/>
            <p:nvPr/>
          </p:nvSpPr>
          <p:spPr>
            <a:xfrm flipH="1">
              <a:off x="4039920" y="970920"/>
              <a:ext cx="5097240" cy="4172040"/>
            </a:xfrm>
            <a:custGeom>
              <a:avLst/>
              <a:gdLst>
                <a:gd name="textAreaLeft" fmla="*/ -360 w 5097240"/>
                <a:gd name="textAreaRight" fmla="*/ 5097240 w 5097240"/>
                <a:gd name="textAreaTop" fmla="*/ 0 h 4172040"/>
                <a:gd name="textAreaBottom" fmla="*/ 4172400 h 4172040"/>
              </a:gdLst>
              <a:ahLst/>
              <a:cxnLst/>
              <a:rect l="textAreaLeft" t="textAreaTop" r="textAreaRight" b="textAreaBottom"/>
              <a:pathLst>
                <a:path w="158702" h="142734">
                  <a:moveTo>
                    <a:pt x="1256" y="436"/>
                  </a:moveTo>
                  <a:cubicBezTo>
                    <a:pt x="5331" y="2358"/>
                    <a:pt x="9329" y="4460"/>
                    <a:pt x="13123" y="6741"/>
                  </a:cubicBezTo>
                  <a:cubicBezTo>
                    <a:pt x="17403" y="9304"/>
                    <a:pt x="21606" y="11893"/>
                    <a:pt x="25810" y="14533"/>
                  </a:cubicBezTo>
                  <a:cubicBezTo>
                    <a:pt x="29295" y="16686"/>
                    <a:pt x="32781" y="18864"/>
                    <a:pt x="36446" y="20838"/>
                  </a:cubicBezTo>
                  <a:cubicBezTo>
                    <a:pt x="41239" y="23426"/>
                    <a:pt x="46288" y="25579"/>
                    <a:pt x="51491" y="27220"/>
                  </a:cubicBezTo>
                  <a:cubicBezTo>
                    <a:pt x="56079" y="28680"/>
                    <a:pt x="60795" y="29783"/>
                    <a:pt x="65716" y="30013"/>
                  </a:cubicBezTo>
                  <a:cubicBezTo>
                    <a:pt x="68766" y="30193"/>
                    <a:pt x="71841" y="29859"/>
                    <a:pt x="74789" y="29065"/>
                  </a:cubicBezTo>
                  <a:cubicBezTo>
                    <a:pt x="77890" y="28168"/>
                    <a:pt x="80786" y="26656"/>
                    <a:pt x="83272" y="24605"/>
                  </a:cubicBezTo>
                  <a:cubicBezTo>
                    <a:pt x="84913" y="23272"/>
                    <a:pt x="86476" y="21786"/>
                    <a:pt x="87886" y="20197"/>
                  </a:cubicBezTo>
                  <a:cubicBezTo>
                    <a:pt x="89500" y="18352"/>
                    <a:pt x="91089" y="16455"/>
                    <a:pt x="92678" y="14610"/>
                  </a:cubicBezTo>
                  <a:cubicBezTo>
                    <a:pt x="93960" y="13123"/>
                    <a:pt x="95241" y="11636"/>
                    <a:pt x="96574" y="10201"/>
                  </a:cubicBezTo>
                  <a:cubicBezTo>
                    <a:pt x="97728" y="8971"/>
                    <a:pt x="99035" y="7920"/>
                    <a:pt x="100496" y="7074"/>
                  </a:cubicBezTo>
                  <a:cubicBezTo>
                    <a:pt x="101546" y="6434"/>
                    <a:pt x="102725" y="5947"/>
                    <a:pt x="103930" y="5639"/>
                  </a:cubicBezTo>
                  <a:cubicBezTo>
                    <a:pt x="106006" y="5075"/>
                    <a:pt x="108236" y="5357"/>
                    <a:pt x="110107" y="6408"/>
                  </a:cubicBezTo>
                  <a:cubicBezTo>
                    <a:pt x="110696" y="6741"/>
                    <a:pt x="111260" y="7126"/>
                    <a:pt x="111773" y="7561"/>
                  </a:cubicBezTo>
                  <a:cubicBezTo>
                    <a:pt x="112644" y="8253"/>
                    <a:pt x="113439" y="9073"/>
                    <a:pt x="114105" y="9971"/>
                  </a:cubicBezTo>
                  <a:cubicBezTo>
                    <a:pt x="115028" y="11175"/>
                    <a:pt x="115874" y="12431"/>
                    <a:pt x="116566" y="13764"/>
                  </a:cubicBezTo>
                  <a:cubicBezTo>
                    <a:pt x="118360" y="17147"/>
                    <a:pt x="119821" y="20684"/>
                    <a:pt x="120923" y="24349"/>
                  </a:cubicBezTo>
                  <a:cubicBezTo>
                    <a:pt x="122819" y="30295"/>
                    <a:pt x="124203" y="36421"/>
                    <a:pt x="125075" y="42597"/>
                  </a:cubicBezTo>
                  <a:cubicBezTo>
                    <a:pt x="125562" y="45929"/>
                    <a:pt x="125844" y="49287"/>
                    <a:pt x="125946" y="52619"/>
                  </a:cubicBezTo>
                  <a:cubicBezTo>
                    <a:pt x="126126" y="57617"/>
                    <a:pt x="125972" y="62589"/>
                    <a:pt x="125818" y="67561"/>
                  </a:cubicBezTo>
                  <a:cubicBezTo>
                    <a:pt x="125639" y="72533"/>
                    <a:pt x="125972" y="77480"/>
                    <a:pt x="126843" y="82375"/>
                  </a:cubicBezTo>
                  <a:cubicBezTo>
                    <a:pt x="127459" y="85835"/>
                    <a:pt x="128766" y="89116"/>
                    <a:pt x="130714" y="92063"/>
                  </a:cubicBezTo>
                  <a:cubicBezTo>
                    <a:pt x="131457" y="93140"/>
                    <a:pt x="132174" y="94242"/>
                    <a:pt x="132918" y="95344"/>
                  </a:cubicBezTo>
                  <a:cubicBezTo>
                    <a:pt x="134353" y="97420"/>
                    <a:pt x="135378" y="99727"/>
                    <a:pt x="135968" y="102187"/>
                  </a:cubicBezTo>
                  <a:cubicBezTo>
                    <a:pt x="136506" y="104494"/>
                    <a:pt x="137019" y="106801"/>
                    <a:pt x="137506" y="109107"/>
                  </a:cubicBezTo>
                  <a:cubicBezTo>
                    <a:pt x="139171" y="116745"/>
                    <a:pt x="142503" y="123870"/>
                    <a:pt x="147450" y="130457"/>
                  </a:cubicBezTo>
                  <a:cubicBezTo>
                    <a:pt x="150808" y="134891"/>
                    <a:pt x="154575" y="138992"/>
                    <a:pt x="158702" y="142734"/>
                  </a:cubicBezTo>
                  <a:lnTo>
                    <a:pt x="155318" y="142734"/>
                  </a:lnTo>
                  <a:lnTo>
                    <a:pt x="153114" y="140453"/>
                  </a:lnTo>
                  <a:cubicBezTo>
                    <a:pt x="145656" y="132789"/>
                    <a:pt x="139915" y="124332"/>
                    <a:pt x="136275" y="114951"/>
                  </a:cubicBezTo>
                  <a:cubicBezTo>
                    <a:pt x="135378" y="112619"/>
                    <a:pt x="134507" y="110286"/>
                    <a:pt x="133661" y="107954"/>
                  </a:cubicBezTo>
                  <a:cubicBezTo>
                    <a:pt x="132661" y="105212"/>
                    <a:pt x="131354" y="102597"/>
                    <a:pt x="129740" y="100162"/>
                  </a:cubicBezTo>
                  <a:cubicBezTo>
                    <a:pt x="128817" y="98804"/>
                    <a:pt x="127945" y="97394"/>
                    <a:pt x="127100" y="95985"/>
                  </a:cubicBezTo>
                  <a:cubicBezTo>
                    <a:pt x="125331" y="93114"/>
                    <a:pt x="124152" y="89936"/>
                    <a:pt x="123640" y="86604"/>
                  </a:cubicBezTo>
                  <a:cubicBezTo>
                    <a:pt x="123230" y="83913"/>
                    <a:pt x="123024" y="81171"/>
                    <a:pt x="122999" y="78454"/>
                  </a:cubicBezTo>
                  <a:cubicBezTo>
                    <a:pt x="122896" y="73789"/>
                    <a:pt x="123178" y="69125"/>
                    <a:pt x="123511" y="64460"/>
                  </a:cubicBezTo>
                  <a:cubicBezTo>
                    <a:pt x="123793" y="60205"/>
                    <a:pt x="123973" y="55951"/>
                    <a:pt x="123845" y="51696"/>
                  </a:cubicBezTo>
                  <a:cubicBezTo>
                    <a:pt x="123768" y="48723"/>
                    <a:pt x="123537" y="45750"/>
                    <a:pt x="123127" y="42777"/>
                  </a:cubicBezTo>
                  <a:cubicBezTo>
                    <a:pt x="122691" y="39650"/>
                    <a:pt x="122102" y="36523"/>
                    <a:pt x="121359" y="33422"/>
                  </a:cubicBezTo>
                  <a:cubicBezTo>
                    <a:pt x="120461" y="29449"/>
                    <a:pt x="119231" y="25579"/>
                    <a:pt x="117719" y="21786"/>
                  </a:cubicBezTo>
                  <a:cubicBezTo>
                    <a:pt x="116694" y="19249"/>
                    <a:pt x="115438" y="16839"/>
                    <a:pt x="113951" y="14558"/>
                  </a:cubicBezTo>
                  <a:cubicBezTo>
                    <a:pt x="113208" y="13431"/>
                    <a:pt x="112337" y="12405"/>
                    <a:pt x="111388" y="11457"/>
                  </a:cubicBezTo>
                  <a:cubicBezTo>
                    <a:pt x="110620" y="10714"/>
                    <a:pt x="109748" y="10099"/>
                    <a:pt x="108825" y="9612"/>
                  </a:cubicBezTo>
                  <a:cubicBezTo>
                    <a:pt x="107236" y="8792"/>
                    <a:pt x="105442" y="8535"/>
                    <a:pt x="103699" y="8868"/>
                  </a:cubicBezTo>
                  <a:cubicBezTo>
                    <a:pt x="102777" y="9048"/>
                    <a:pt x="101880" y="9330"/>
                    <a:pt x="101059" y="9714"/>
                  </a:cubicBezTo>
                  <a:cubicBezTo>
                    <a:pt x="99881" y="10252"/>
                    <a:pt x="98804" y="10944"/>
                    <a:pt x="97830" y="11790"/>
                  </a:cubicBezTo>
                  <a:cubicBezTo>
                    <a:pt x="96651" y="12841"/>
                    <a:pt x="95472" y="13918"/>
                    <a:pt x="94396" y="15045"/>
                  </a:cubicBezTo>
                  <a:cubicBezTo>
                    <a:pt x="92935" y="16532"/>
                    <a:pt x="91602" y="18095"/>
                    <a:pt x="90167" y="19582"/>
                  </a:cubicBezTo>
                  <a:cubicBezTo>
                    <a:pt x="88731" y="21094"/>
                    <a:pt x="87296" y="22504"/>
                    <a:pt x="85810" y="23939"/>
                  </a:cubicBezTo>
                  <a:cubicBezTo>
                    <a:pt x="84502" y="25143"/>
                    <a:pt x="83093" y="26246"/>
                    <a:pt x="81555" y="27194"/>
                  </a:cubicBezTo>
                  <a:cubicBezTo>
                    <a:pt x="77890" y="29501"/>
                    <a:pt x="73738" y="30705"/>
                    <a:pt x="69150" y="30910"/>
                  </a:cubicBezTo>
                  <a:cubicBezTo>
                    <a:pt x="65408" y="31038"/>
                    <a:pt x="61666" y="30680"/>
                    <a:pt x="58001" y="29834"/>
                  </a:cubicBezTo>
                  <a:cubicBezTo>
                    <a:pt x="51747" y="28450"/>
                    <a:pt x="45673" y="26374"/>
                    <a:pt x="39855" y="23657"/>
                  </a:cubicBezTo>
                  <a:cubicBezTo>
                    <a:pt x="35754" y="21709"/>
                    <a:pt x="31756" y="19531"/>
                    <a:pt x="27886" y="17147"/>
                  </a:cubicBezTo>
                  <a:cubicBezTo>
                    <a:pt x="23452" y="14507"/>
                    <a:pt x="19069" y="11842"/>
                    <a:pt x="14609" y="9227"/>
                  </a:cubicBezTo>
                  <a:cubicBezTo>
                    <a:pt x="10560" y="6844"/>
                    <a:pt x="6356" y="4665"/>
                    <a:pt x="2076" y="2768"/>
                  </a:cubicBezTo>
                  <a:cubicBezTo>
                    <a:pt x="1615" y="2538"/>
                    <a:pt x="1128" y="2358"/>
                    <a:pt x="641" y="2153"/>
                  </a:cubicBezTo>
                  <a:cubicBezTo>
                    <a:pt x="436" y="2128"/>
                    <a:pt x="205" y="2102"/>
                    <a:pt x="0" y="2128"/>
                  </a:cubicBezTo>
                  <a:lnTo>
                    <a:pt x="0" y="52"/>
                  </a:lnTo>
                  <a:cubicBezTo>
                    <a:pt x="513" y="0"/>
                    <a:pt x="871" y="257"/>
                    <a:pt x="1256" y="436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28" name="Google Shape;679;p24"/>
            <p:cNvSpPr/>
            <p:nvPr/>
          </p:nvSpPr>
          <p:spPr>
            <a:xfrm flipH="1">
              <a:off x="7965000" y="4377960"/>
              <a:ext cx="1171800" cy="764640"/>
            </a:xfrm>
            <a:custGeom>
              <a:avLst/>
              <a:gdLst>
                <a:gd name="textAreaLeft" fmla="*/ -360 w 1171800"/>
                <a:gd name="textAreaRight" fmla="*/ 1171800 w 1171800"/>
                <a:gd name="textAreaTop" fmla="*/ 0 h 764640"/>
                <a:gd name="textAreaBottom" fmla="*/ 765000 h 764640"/>
              </a:gdLst>
              <a:ahLst/>
              <a:cxnLst/>
              <a:rect l="textAreaLeft" t="textAreaTop" r="textAreaRight" b="textAreaBottom"/>
              <a:pathLst>
                <a:path w="36498" h="26169">
                  <a:moveTo>
                    <a:pt x="641" y="9355"/>
                  </a:moveTo>
                  <a:cubicBezTo>
                    <a:pt x="974" y="9150"/>
                    <a:pt x="1307" y="8945"/>
                    <a:pt x="1640" y="8740"/>
                  </a:cubicBezTo>
                  <a:cubicBezTo>
                    <a:pt x="4690" y="6766"/>
                    <a:pt x="7894" y="5023"/>
                    <a:pt x="11200" y="3511"/>
                  </a:cubicBezTo>
                  <a:cubicBezTo>
                    <a:pt x="13456" y="2435"/>
                    <a:pt x="15814" y="1563"/>
                    <a:pt x="18249" y="897"/>
                  </a:cubicBezTo>
                  <a:cubicBezTo>
                    <a:pt x="20478" y="282"/>
                    <a:pt x="22760" y="0"/>
                    <a:pt x="25066" y="51"/>
                  </a:cubicBezTo>
                  <a:cubicBezTo>
                    <a:pt x="26040" y="77"/>
                    <a:pt x="27014" y="179"/>
                    <a:pt x="27988" y="384"/>
                  </a:cubicBezTo>
                  <a:cubicBezTo>
                    <a:pt x="30577" y="948"/>
                    <a:pt x="32525" y="2179"/>
                    <a:pt x="33934" y="4050"/>
                  </a:cubicBezTo>
                  <a:cubicBezTo>
                    <a:pt x="34934" y="5485"/>
                    <a:pt x="35626" y="7100"/>
                    <a:pt x="35985" y="8817"/>
                  </a:cubicBezTo>
                  <a:cubicBezTo>
                    <a:pt x="36318" y="10406"/>
                    <a:pt x="36497" y="12020"/>
                    <a:pt x="36497" y="13661"/>
                  </a:cubicBezTo>
                  <a:cubicBezTo>
                    <a:pt x="36497" y="15967"/>
                    <a:pt x="36369" y="18300"/>
                    <a:pt x="36062" y="20581"/>
                  </a:cubicBezTo>
                  <a:cubicBezTo>
                    <a:pt x="35857" y="22247"/>
                    <a:pt x="35651" y="23887"/>
                    <a:pt x="35472" y="25527"/>
                  </a:cubicBezTo>
                  <a:cubicBezTo>
                    <a:pt x="35472" y="25758"/>
                    <a:pt x="35498" y="25963"/>
                    <a:pt x="35523" y="26168"/>
                  </a:cubicBezTo>
                  <a:lnTo>
                    <a:pt x="26425" y="26168"/>
                  </a:lnTo>
                  <a:cubicBezTo>
                    <a:pt x="26066" y="24400"/>
                    <a:pt x="25733" y="22606"/>
                    <a:pt x="25066" y="20863"/>
                  </a:cubicBezTo>
                  <a:cubicBezTo>
                    <a:pt x="24733" y="19991"/>
                    <a:pt x="24349" y="19146"/>
                    <a:pt x="23913" y="18325"/>
                  </a:cubicBezTo>
                  <a:cubicBezTo>
                    <a:pt x="23477" y="17582"/>
                    <a:pt x="22990" y="16916"/>
                    <a:pt x="22426" y="16301"/>
                  </a:cubicBezTo>
                  <a:cubicBezTo>
                    <a:pt x="20504" y="14250"/>
                    <a:pt x="17915" y="13456"/>
                    <a:pt x="14840" y="13661"/>
                  </a:cubicBezTo>
                  <a:cubicBezTo>
                    <a:pt x="12584" y="13840"/>
                    <a:pt x="10380" y="14353"/>
                    <a:pt x="8304" y="15199"/>
                  </a:cubicBezTo>
                  <a:cubicBezTo>
                    <a:pt x="6638" y="15839"/>
                    <a:pt x="4998" y="16583"/>
                    <a:pt x="3434" y="17403"/>
                  </a:cubicBezTo>
                  <a:cubicBezTo>
                    <a:pt x="2666" y="17813"/>
                    <a:pt x="1922" y="18223"/>
                    <a:pt x="1128" y="18607"/>
                  </a:cubicBezTo>
                  <a:cubicBezTo>
                    <a:pt x="769" y="18787"/>
                    <a:pt x="384" y="18889"/>
                    <a:pt x="0" y="19043"/>
                  </a:cubicBezTo>
                  <a:lnTo>
                    <a:pt x="0" y="9457"/>
                  </a:lnTo>
                  <a:cubicBezTo>
                    <a:pt x="205" y="9509"/>
                    <a:pt x="461" y="9483"/>
                    <a:pt x="641" y="935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29" name="Google Shape;680;p24"/>
            <p:cNvSpPr/>
            <p:nvPr/>
          </p:nvSpPr>
          <p:spPr>
            <a:xfrm flipH="1">
              <a:off x="-4680" y="621000"/>
              <a:ext cx="996480" cy="1850400"/>
            </a:xfrm>
            <a:custGeom>
              <a:avLst/>
              <a:gdLst>
                <a:gd name="textAreaLeft" fmla="*/ 360 w 996480"/>
                <a:gd name="textAreaRight" fmla="*/ 997200 w 996480"/>
                <a:gd name="textAreaTop" fmla="*/ 0 h 1850400"/>
                <a:gd name="textAreaBottom" fmla="*/ 1850760 h 1850400"/>
              </a:gdLst>
              <a:ahLst/>
              <a:cxnLst/>
              <a:rect l="textAreaLeft" t="textAreaTop" r="textAreaRight" b="textAreaBottom"/>
              <a:pathLst>
                <a:path w="31039" h="63307">
                  <a:moveTo>
                    <a:pt x="20172" y="62948"/>
                  </a:moveTo>
                  <a:cubicBezTo>
                    <a:pt x="16660" y="62537"/>
                    <a:pt x="13303" y="61615"/>
                    <a:pt x="10381" y="59872"/>
                  </a:cubicBezTo>
                  <a:cubicBezTo>
                    <a:pt x="6050" y="57283"/>
                    <a:pt x="3128" y="53874"/>
                    <a:pt x="1641" y="49620"/>
                  </a:cubicBezTo>
                  <a:cubicBezTo>
                    <a:pt x="513" y="46288"/>
                    <a:pt x="1" y="42802"/>
                    <a:pt x="129" y="39317"/>
                  </a:cubicBezTo>
                  <a:cubicBezTo>
                    <a:pt x="283" y="34985"/>
                    <a:pt x="1564" y="30884"/>
                    <a:pt x="3615" y="26937"/>
                  </a:cubicBezTo>
                  <a:cubicBezTo>
                    <a:pt x="5998" y="22350"/>
                    <a:pt x="9202" y="18198"/>
                    <a:pt x="12995" y="14327"/>
                  </a:cubicBezTo>
                  <a:cubicBezTo>
                    <a:pt x="17327" y="9970"/>
                    <a:pt x="22043" y="6023"/>
                    <a:pt x="27066" y="2486"/>
                  </a:cubicBezTo>
                  <a:cubicBezTo>
                    <a:pt x="28194" y="1692"/>
                    <a:pt x="29373" y="974"/>
                    <a:pt x="30552" y="205"/>
                  </a:cubicBezTo>
                  <a:cubicBezTo>
                    <a:pt x="30706" y="128"/>
                    <a:pt x="30860" y="52"/>
                    <a:pt x="31039" y="0"/>
                  </a:cubicBezTo>
                  <a:lnTo>
                    <a:pt x="31039" y="2640"/>
                  </a:lnTo>
                  <a:cubicBezTo>
                    <a:pt x="30936" y="2691"/>
                    <a:pt x="30834" y="2743"/>
                    <a:pt x="30757" y="2794"/>
                  </a:cubicBezTo>
                  <a:cubicBezTo>
                    <a:pt x="27425" y="5024"/>
                    <a:pt x="24221" y="7484"/>
                    <a:pt x="21171" y="10124"/>
                  </a:cubicBezTo>
                  <a:cubicBezTo>
                    <a:pt x="17660" y="13097"/>
                    <a:pt x="14508" y="16455"/>
                    <a:pt x="11765" y="20120"/>
                  </a:cubicBezTo>
                  <a:cubicBezTo>
                    <a:pt x="9407" y="23349"/>
                    <a:pt x="7485" y="26758"/>
                    <a:pt x="6357" y="30423"/>
                  </a:cubicBezTo>
                  <a:cubicBezTo>
                    <a:pt x="4461" y="36446"/>
                    <a:pt x="5332" y="42213"/>
                    <a:pt x="8818" y="47723"/>
                  </a:cubicBezTo>
                  <a:cubicBezTo>
                    <a:pt x="10022" y="49646"/>
                    <a:pt x="11586" y="51337"/>
                    <a:pt x="13405" y="52696"/>
                  </a:cubicBezTo>
                  <a:cubicBezTo>
                    <a:pt x="15917" y="54515"/>
                    <a:pt x="18813" y="55669"/>
                    <a:pt x="22043" y="56361"/>
                  </a:cubicBezTo>
                  <a:cubicBezTo>
                    <a:pt x="24298" y="56822"/>
                    <a:pt x="26579" y="57104"/>
                    <a:pt x="28886" y="57206"/>
                  </a:cubicBezTo>
                  <a:lnTo>
                    <a:pt x="31039" y="57335"/>
                  </a:lnTo>
                  <a:lnTo>
                    <a:pt x="31039" y="62768"/>
                  </a:lnTo>
                  <a:cubicBezTo>
                    <a:pt x="30860" y="62819"/>
                    <a:pt x="30680" y="62871"/>
                    <a:pt x="30501" y="62896"/>
                  </a:cubicBezTo>
                  <a:cubicBezTo>
                    <a:pt x="27066" y="63306"/>
                    <a:pt x="23606" y="63306"/>
                    <a:pt x="20172" y="6294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30" name="Google Shape;681;p24"/>
            <p:cNvSpPr/>
            <p:nvPr/>
          </p:nvSpPr>
          <p:spPr>
            <a:xfrm flipH="1">
              <a:off x="6043680" y="2318040"/>
              <a:ext cx="3094200" cy="2824920"/>
            </a:xfrm>
            <a:custGeom>
              <a:avLst/>
              <a:gdLst>
                <a:gd name="textAreaLeft" fmla="*/ -360 w 3094200"/>
                <a:gd name="textAreaRight" fmla="*/ 3094200 w 3094200"/>
                <a:gd name="textAreaTop" fmla="*/ 0 h 2824920"/>
                <a:gd name="textAreaBottom" fmla="*/ 2825280 h 2824920"/>
              </a:gdLst>
              <a:ahLst/>
              <a:cxnLst/>
              <a:rect l="textAreaLeft" t="textAreaTop" r="textAreaRight" b="textAreaBottom"/>
              <a:pathLst>
                <a:path w="96344" h="96651">
                  <a:moveTo>
                    <a:pt x="436" y="22093"/>
                  </a:moveTo>
                  <a:cubicBezTo>
                    <a:pt x="564" y="21837"/>
                    <a:pt x="667" y="21581"/>
                    <a:pt x="769" y="21299"/>
                  </a:cubicBezTo>
                  <a:cubicBezTo>
                    <a:pt x="1692" y="18582"/>
                    <a:pt x="2897" y="15968"/>
                    <a:pt x="4357" y="13507"/>
                  </a:cubicBezTo>
                  <a:cubicBezTo>
                    <a:pt x="5767" y="11149"/>
                    <a:pt x="7459" y="9022"/>
                    <a:pt x="9432" y="7177"/>
                  </a:cubicBezTo>
                  <a:cubicBezTo>
                    <a:pt x="12277" y="4485"/>
                    <a:pt x="15763" y="2614"/>
                    <a:pt x="19889" y="1564"/>
                  </a:cubicBezTo>
                  <a:cubicBezTo>
                    <a:pt x="21555" y="1128"/>
                    <a:pt x="23273" y="795"/>
                    <a:pt x="24990" y="564"/>
                  </a:cubicBezTo>
                  <a:cubicBezTo>
                    <a:pt x="27886" y="205"/>
                    <a:pt x="30782" y="26"/>
                    <a:pt x="33704" y="26"/>
                  </a:cubicBezTo>
                  <a:cubicBezTo>
                    <a:pt x="39035" y="0"/>
                    <a:pt x="44315" y="359"/>
                    <a:pt x="49620" y="667"/>
                  </a:cubicBezTo>
                  <a:cubicBezTo>
                    <a:pt x="53337" y="897"/>
                    <a:pt x="57027" y="1128"/>
                    <a:pt x="60744" y="1307"/>
                  </a:cubicBezTo>
                  <a:cubicBezTo>
                    <a:pt x="65024" y="1512"/>
                    <a:pt x="69304" y="1589"/>
                    <a:pt x="73610" y="1615"/>
                  </a:cubicBezTo>
                  <a:cubicBezTo>
                    <a:pt x="76481" y="1615"/>
                    <a:pt x="79377" y="1666"/>
                    <a:pt x="82247" y="1743"/>
                  </a:cubicBezTo>
                  <a:cubicBezTo>
                    <a:pt x="83913" y="1769"/>
                    <a:pt x="85579" y="1948"/>
                    <a:pt x="87194" y="2307"/>
                  </a:cubicBezTo>
                  <a:cubicBezTo>
                    <a:pt x="89962" y="2948"/>
                    <a:pt x="91910" y="4357"/>
                    <a:pt x="93012" y="6587"/>
                  </a:cubicBezTo>
                  <a:cubicBezTo>
                    <a:pt x="93576" y="7792"/>
                    <a:pt x="93960" y="9073"/>
                    <a:pt x="94088" y="10406"/>
                  </a:cubicBezTo>
                  <a:cubicBezTo>
                    <a:pt x="94319" y="12482"/>
                    <a:pt x="94294" y="14609"/>
                    <a:pt x="93986" y="16685"/>
                  </a:cubicBezTo>
                  <a:cubicBezTo>
                    <a:pt x="93602" y="19761"/>
                    <a:pt x="93115" y="22836"/>
                    <a:pt x="92628" y="25912"/>
                  </a:cubicBezTo>
                  <a:cubicBezTo>
                    <a:pt x="92038" y="29577"/>
                    <a:pt x="91525" y="33242"/>
                    <a:pt x="91167" y="36933"/>
                  </a:cubicBezTo>
                  <a:cubicBezTo>
                    <a:pt x="90757" y="40983"/>
                    <a:pt x="90577" y="45058"/>
                    <a:pt x="90577" y="49133"/>
                  </a:cubicBezTo>
                  <a:cubicBezTo>
                    <a:pt x="90577" y="51465"/>
                    <a:pt x="90654" y="53823"/>
                    <a:pt x="90782" y="56181"/>
                  </a:cubicBezTo>
                  <a:cubicBezTo>
                    <a:pt x="90910" y="58513"/>
                    <a:pt x="91090" y="60923"/>
                    <a:pt x="91346" y="63306"/>
                  </a:cubicBezTo>
                  <a:cubicBezTo>
                    <a:pt x="91551" y="65510"/>
                    <a:pt x="91807" y="67715"/>
                    <a:pt x="92141" y="69919"/>
                  </a:cubicBezTo>
                  <a:cubicBezTo>
                    <a:pt x="92525" y="72661"/>
                    <a:pt x="92935" y="75404"/>
                    <a:pt x="93371" y="78120"/>
                  </a:cubicBezTo>
                  <a:cubicBezTo>
                    <a:pt x="93858" y="81170"/>
                    <a:pt x="94396" y="84220"/>
                    <a:pt x="94883" y="87245"/>
                  </a:cubicBezTo>
                  <a:cubicBezTo>
                    <a:pt x="95396" y="90372"/>
                    <a:pt x="95857" y="93524"/>
                    <a:pt x="96344" y="96651"/>
                  </a:cubicBezTo>
                  <a:lnTo>
                    <a:pt x="93627" y="96651"/>
                  </a:lnTo>
                  <a:cubicBezTo>
                    <a:pt x="93627" y="96446"/>
                    <a:pt x="93627" y="96215"/>
                    <a:pt x="93602" y="96010"/>
                  </a:cubicBezTo>
                  <a:cubicBezTo>
                    <a:pt x="93191" y="91269"/>
                    <a:pt x="92551" y="86527"/>
                    <a:pt x="91936" y="81811"/>
                  </a:cubicBezTo>
                  <a:cubicBezTo>
                    <a:pt x="91525" y="78659"/>
                    <a:pt x="91064" y="75532"/>
                    <a:pt x="90705" y="72379"/>
                  </a:cubicBezTo>
                  <a:cubicBezTo>
                    <a:pt x="90321" y="69124"/>
                    <a:pt x="90013" y="65895"/>
                    <a:pt x="89680" y="62640"/>
                  </a:cubicBezTo>
                  <a:cubicBezTo>
                    <a:pt x="89321" y="58924"/>
                    <a:pt x="89193" y="55207"/>
                    <a:pt x="89116" y="51465"/>
                  </a:cubicBezTo>
                  <a:cubicBezTo>
                    <a:pt x="89065" y="47749"/>
                    <a:pt x="89219" y="43956"/>
                    <a:pt x="89475" y="40214"/>
                  </a:cubicBezTo>
                  <a:cubicBezTo>
                    <a:pt x="89706" y="36805"/>
                    <a:pt x="90065" y="33396"/>
                    <a:pt x="90500" y="30013"/>
                  </a:cubicBezTo>
                  <a:cubicBezTo>
                    <a:pt x="90936" y="26399"/>
                    <a:pt x="91449" y="22785"/>
                    <a:pt x="91910" y="19171"/>
                  </a:cubicBezTo>
                  <a:cubicBezTo>
                    <a:pt x="92217" y="16890"/>
                    <a:pt x="92269" y="14558"/>
                    <a:pt x="92038" y="12226"/>
                  </a:cubicBezTo>
                  <a:cubicBezTo>
                    <a:pt x="91910" y="11047"/>
                    <a:pt x="91602" y="9868"/>
                    <a:pt x="91141" y="8766"/>
                  </a:cubicBezTo>
                  <a:cubicBezTo>
                    <a:pt x="90167" y="6613"/>
                    <a:pt x="88399" y="5101"/>
                    <a:pt x="85759" y="4357"/>
                  </a:cubicBezTo>
                  <a:cubicBezTo>
                    <a:pt x="84964" y="4101"/>
                    <a:pt x="84144" y="3922"/>
                    <a:pt x="83324" y="3768"/>
                  </a:cubicBezTo>
                  <a:cubicBezTo>
                    <a:pt x="80889" y="3435"/>
                    <a:pt x="78428" y="3230"/>
                    <a:pt x="75968" y="3204"/>
                  </a:cubicBezTo>
                  <a:cubicBezTo>
                    <a:pt x="71406" y="3101"/>
                    <a:pt x="66844" y="2999"/>
                    <a:pt x="62307" y="2871"/>
                  </a:cubicBezTo>
                  <a:cubicBezTo>
                    <a:pt x="57335" y="2717"/>
                    <a:pt x="52363" y="2538"/>
                    <a:pt x="47416" y="2358"/>
                  </a:cubicBezTo>
                  <a:cubicBezTo>
                    <a:pt x="42598" y="2204"/>
                    <a:pt x="37779" y="2153"/>
                    <a:pt x="32961" y="2486"/>
                  </a:cubicBezTo>
                  <a:cubicBezTo>
                    <a:pt x="29654" y="2666"/>
                    <a:pt x="26348" y="3153"/>
                    <a:pt x="23144" y="3973"/>
                  </a:cubicBezTo>
                  <a:cubicBezTo>
                    <a:pt x="18915" y="5049"/>
                    <a:pt x="15225" y="6843"/>
                    <a:pt x="12175" y="9483"/>
                  </a:cubicBezTo>
                  <a:cubicBezTo>
                    <a:pt x="10201" y="11226"/>
                    <a:pt x="8484" y="13225"/>
                    <a:pt x="7049" y="15455"/>
                  </a:cubicBezTo>
                  <a:cubicBezTo>
                    <a:pt x="5716" y="17531"/>
                    <a:pt x="4563" y="19761"/>
                    <a:pt x="3640" y="22093"/>
                  </a:cubicBezTo>
                  <a:cubicBezTo>
                    <a:pt x="2717" y="24451"/>
                    <a:pt x="1820" y="26809"/>
                    <a:pt x="897" y="29167"/>
                  </a:cubicBezTo>
                  <a:cubicBezTo>
                    <a:pt x="769" y="29526"/>
                    <a:pt x="615" y="29885"/>
                    <a:pt x="436" y="30218"/>
                  </a:cubicBezTo>
                  <a:cubicBezTo>
                    <a:pt x="359" y="30320"/>
                    <a:pt x="154" y="30397"/>
                    <a:pt x="0" y="30474"/>
                  </a:cubicBezTo>
                  <a:lnTo>
                    <a:pt x="0" y="22375"/>
                  </a:lnTo>
                  <a:cubicBezTo>
                    <a:pt x="180" y="22298"/>
                    <a:pt x="359" y="22221"/>
                    <a:pt x="436" y="22093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31" name="Google Shape;682;p24"/>
            <p:cNvSpPr/>
            <p:nvPr/>
          </p:nvSpPr>
          <p:spPr>
            <a:xfrm flipH="1">
              <a:off x="6341760" y="2531520"/>
              <a:ext cx="2795400" cy="2610720"/>
            </a:xfrm>
            <a:custGeom>
              <a:avLst/>
              <a:gdLst>
                <a:gd name="textAreaLeft" fmla="*/ -360 w 2795400"/>
                <a:gd name="textAreaRight" fmla="*/ 2795400 w 2795400"/>
                <a:gd name="textAreaTop" fmla="*/ 0 h 2610720"/>
                <a:gd name="textAreaBottom" fmla="*/ 2611080 h 2610720"/>
              </a:gdLst>
              <a:ahLst/>
              <a:cxnLst/>
              <a:rect l="textAreaLeft" t="textAreaTop" r="textAreaRight" b="textAreaBottom"/>
              <a:pathLst>
                <a:path w="87040" h="89322">
                  <a:moveTo>
                    <a:pt x="948" y="33499"/>
                  </a:moveTo>
                  <a:cubicBezTo>
                    <a:pt x="3511" y="30244"/>
                    <a:pt x="5869" y="26784"/>
                    <a:pt x="7997" y="23196"/>
                  </a:cubicBezTo>
                  <a:cubicBezTo>
                    <a:pt x="9047" y="21351"/>
                    <a:pt x="10098" y="19531"/>
                    <a:pt x="11200" y="17711"/>
                  </a:cubicBezTo>
                  <a:cubicBezTo>
                    <a:pt x="12456" y="15558"/>
                    <a:pt x="13943" y="13533"/>
                    <a:pt x="15583" y="11662"/>
                  </a:cubicBezTo>
                  <a:cubicBezTo>
                    <a:pt x="19069" y="7818"/>
                    <a:pt x="23528" y="4999"/>
                    <a:pt x="28962" y="3204"/>
                  </a:cubicBezTo>
                  <a:cubicBezTo>
                    <a:pt x="31858" y="2282"/>
                    <a:pt x="34806" y="1615"/>
                    <a:pt x="37830" y="1180"/>
                  </a:cubicBezTo>
                  <a:cubicBezTo>
                    <a:pt x="42520" y="513"/>
                    <a:pt x="47236" y="154"/>
                    <a:pt x="51978" y="103"/>
                  </a:cubicBezTo>
                  <a:cubicBezTo>
                    <a:pt x="56335" y="1"/>
                    <a:pt x="60692" y="26"/>
                    <a:pt x="65075" y="52"/>
                  </a:cubicBezTo>
                  <a:cubicBezTo>
                    <a:pt x="68125" y="78"/>
                    <a:pt x="71200" y="257"/>
                    <a:pt x="74250" y="616"/>
                  </a:cubicBezTo>
                  <a:cubicBezTo>
                    <a:pt x="76173" y="795"/>
                    <a:pt x="78044" y="1180"/>
                    <a:pt x="79863" y="1769"/>
                  </a:cubicBezTo>
                  <a:cubicBezTo>
                    <a:pt x="82862" y="2769"/>
                    <a:pt x="84887" y="4537"/>
                    <a:pt x="85861" y="7075"/>
                  </a:cubicBezTo>
                  <a:cubicBezTo>
                    <a:pt x="86373" y="8407"/>
                    <a:pt x="86681" y="9817"/>
                    <a:pt x="86758" y="11252"/>
                  </a:cubicBezTo>
                  <a:cubicBezTo>
                    <a:pt x="87040" y="14943"/>
                    <a:pt x="86707" y="18634"/>
                    <a:pt x="86450" y="22324"/>
                  </a:cubicBezTo>
                  <a:cubicBezTo>
                    <a:pt x="86194" y="25656"/>
                    <a:pt x="85886" y="29014"/>
                    <a:pt x="85681" y="32346"/>
                  </a:cubicBezTo>
                  <a:cubicBezTo>
                    <a:pt x="85323" y="37882"/>
                    <a:pt x="85169" y="43444"/>
                    <a:pt x="85297" y="48980"/>
                  </a:cubicBezTo>
                  <a:cubicBezTo>
                    <a:pt x="85374" y="53875"/>
                    <a:pt x="85630" y="58745"/>
                    <a:pt x="85886" y="63640"/>
                  </a:cubicBezTo>
                  <a:cubicBezTo>
                    <a:pt x="86092" y="67484"/>
                    <a:pt x="86348" y="71329"/>
                    <a:pt x="86527" y="75173"/>
                  </a:cubicBezTo>
                  <a:cubicBezTo>
                    <a:pt x="86784" y="79710"/>
                    <a:pt x="86732" y="84246"/>
                    <a:pt x="86425" y="88783"/>
                  </a:cubicBezTo>
                  <a:cubicBezTo>
                    <a:pt x="86450" y="88962"/>
                    <a:pt x="86476" y="89142"/>
                    <a:pt x="86527" y="89321"/>
                  </a:cubicBezTo>
                  <a:lnTo>
                    <a:pt x="83580" y="89321"/>
                  </a:lnTo>
                  <a:cubicBezTo>
                    <a:pt x="83605" y="88886"/>
                    <a:pt x="83605" y="88450"/>
                    <a:pt x="83657" y="88014"/>
                  </a:cubicBezTo>
                  <a:cubicBezTo>
                    <a:pt x="83836" y="85810"/>
                    <a:pt x="84118" y="83580"/>
                    <a:pt x="84221" y="81376"/>
                  </a:cubicBezTo>
                  <a:cubicBezTo>
                    <a:pt x="84502" y="75814"/>
                    <a:pt x="84323" y="70278"/>
                    <a:pt x="84144" y="64742"/>
                  </a:cubicBezTo>
                  <a:cubicBezTo>
                    <a:pt x="84041" y="61385"/>
                    <a:pt x="83913" y="58053"/>
                    <a:pt x="83836" y="54695"/>
                  </a:cubicBezTo>
                  <a:cubicBezTo>
                    <a:pt x="83657" y="47083"/>
                    <a:pt x="83708" y="39471"/>
                    <a:pt x="84195" y="31859"/>
                  </a:cubicBezTo>
                  <a:cubicBezTo>
                    <a:pt x="84451" y="28296"/>
                    <a:pt x="84605" y="24734"/>
                    <a:pt x="84810" y="21171"/>
                  </a:cubicBezTo>
                  <a:cubicBezTo>
                    <a:pt x="84989" y="18557"/>
                    <a:pt x="84938" y="15968"/>
                    <a:pt x="84707" y="13380"/>
                  </a:cubicBezTo>
                  <a:cubicBezTo>
                    <a:pt x="84554" y="11842"/>
                    <a:pt x="84195" y="10355"/>
                    <a:pt x="83631" y="8946"/>
                  </a:cubicBezTo>
                  <a:cubicBezTo>
                    <a:pt x="82580" y="6562"/>
                    <a:pt x="80658" y="4845"/>
                    <a:pt x="77839" y="3820"/>
                  </a:cubicBezTo>
                  <a:cubicBezTo>
                    <a:pt x="76660" y="3410"/>
                    <a:pt x="75481" y="3076"/>
                    <a:pt x="74276" y="2846"/>
                  </a:cubicBezTo>
                  <a:cubicBezTo>
                    <a:pt x="71124" y="2282"/>
                    <a:pt x="67971" y="2000"/>
                    <a:pt x="64793" y="1974"/>
                  </a:cubicBezTo>
                  <a:cubicBezTo>
                    <a:pt x="57770" y="1769"/>
                    <a:pt x="50748" y="2051"/>
                    <a:pt x="43776" y="2871"/>
                  </a:cubicBezTo>
                  <a:cubicBezTo>
                    <a:pt x="40444" y="3230"/>
                    <a:pt x="37164" y="3871"/>
                    <a:pt x="33934" y="4768"/>
                  </a:cubicBezTo>
                  <a:cubicBezTo>
                    <a:pt x="28731" y="6229"/>
                    <a:pt x="24144" y="8484"/>
                    <a:pt x="20350" y="11765"/>
                  </a:cubicBezTo>
                  <a:cubicBezTo>
                    <a:pt x="18223" y="13636"/>
                    <a:pt x="16301" y="15763"/>
                    <a:pt x="14660" y="18095"/>
                  </a:cubicBezTo>
                  <a:cubicBezTo>
                    <a:pt x="13379" y="19864"/>
                    <a:pt x="12174" y="21684"/>
                    <a:pt x="10944" y="23478"/>
                  </a:cubicBezTo>
                  <a:cubicBezTo>
                    <a:pt x="7971" y="27912"/>
                    <a:pt x="4716" y="32141"/>
                    <a:pt x="1205" y="36165"/>
                  </a:cubicBezTo>
                  <a:cubicBezTo>
                    <a:pt x="974" y="36421"/>
                    <a:pt x="743" y="36677"/>
                    <a:pt x="513" y="36908"/>
                  </a:cubicBezTo>
                  <a:cubicBezTo>
                    <a:pt x="333" y="36985"/>
                    <a:pt x="179" y="37036"/>
                    <a:pt x="0" y="37062"/>
                  </a:cubicBezTo>
                  <a:lnTo>
                    <a:pt x="0" y="34242"/>
                  </a:lnTo>
                  <a:cubicBezTo>
                    <a:pt x="564" y="34217"/>
                    <a:pt x="692" y="33807"/>
                    <a:pt x="948" y="3349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32" name="Google Shape;683;p24"/>
            <p:cNvSpPr/>
            <p:nvPr/>
          </p:nvSpPr>
          <p:spPr>
            <a:xfrm flipH="1">
              <a:off x="7657200" y="4084200"/>
              <a:ext cx="1479960" cy="1058400"/>
            </a:xfrm>
            <a:custGeom>
              <a:avLst/>
              <a:gdLst>
                <a:gd name="textAreaLeft" fmla="*/ -360 w 1479960"/>
                <a:gd name="textAreaRight" fmla="*/ 1479960 w 1479960"/>
                <a:gd name="textAreaTop" fmla="*/ 0 h 1058400"/>
                <a:gd name="textAreaBottom" fmla="*/ 1058760 h 1058400"/>
              </a:gdLst>
              <a:ahLst/>
              <a:cxnLst/>
              <a:rect l="textAreaLeft" t="textAreaTop" r="textAreaRight" b="textAreaBottom"/>
              <a:pathLst>
                <a:path w="46083" h="36216">
                  <a:moveTo>
                    <a:pt x="11149" y="6818"/>
                  </a:moveTo>
                  <a:cubicBezTo>
                    <a:pt x="13994" y="5357"/>
                    <a:pt x="16916" y="4101"/>
                    <a:pt x="19940" y="3050"/>
                  </a:cubicBezTo>
                  <a:cubicBezTo>
                    <a:pt x="23785" y="1717"/>
                    <a:pt x="27757" y="641"/>
                    <a:pt x="31935" y="231"/>
                  </a:cubicBezTo>
                  <a:cubicBezTo>
                    <a:pt x="33806" y="0"/>
                    <a:pt x="35703" y="26"/>
                    <a:pt x="37599" y="308"/>
                  </a:cubicBezTo>
                  <a:cubicBezTo>
                    <a:pt x="40265" y="769"/>
                    <a:pt x="42315" y="1948"/>
                    <a:pt x="43725" y="3896"/>
                  </a:cubicBezTo>
                  <a:cubicBezTo>
                    <a:pt x="44314" y="4742"/>
                    <a:pt x="44776" y="5664"/>
                    <a:pt x="45109" y="6664"/>
                  </a:cubicBezTo>
                  <a:cubicBezTo>
                    <a:pt x="45622" y="8330"/>
                    <a:pt x="45929" y="10098"/>
                    <a:pt x="45980" y="11867"/>
                  </a:cubicBezTo>
                  <a:cubicBezTo>
                    <a:pt x="46083" y="14635"/>
                    <a:pt x="45929" y="17454"/>
                    <a:pt x="45468" y="20196"/>
                  </a:cubicBezTo>
                  <a:cubicBezTo>
                    <a:pt x="44904" y="23887"/>
                    <a:pt x="44109" y="27501"/>
                    <a:pt x="43110" y="31089"/>
                  </a:cubicBezTo>
                  <a:cubicBezTo>
                    <a:pt x="42725" y="32473"/>
                    <a:pt x="42341" y="33832"/>
                    <a:pt x="41982" y="35216"/>
                  </a:cubicBezTo>
                  <a:cubicBezTo>
                    <a:pt x="41905" y="35523"/>
                    <a:pt x="41649" y="35856"/>
                    <a:pt x="41905" y="36215"/>
                  </a:cubicBezTo>
                  <a:lnTo>
                    <a:pt x="38701" y="36215"/>
                  </a:lnTo>
                  <a:cubicBezTo>
                    <a:pt x="38804" y="35600"/>
                    <a:pt x="38881" y="34959"/>
                    <a:pt x="39009" y="34370"/>
                  </a:cubicBezTo>
                  <a:cubicBezTo>
                    <a:pt x="39752" y="31140"/>
                    <a:pt x="40444" y="27885"/>
                    <a:pt x="40880" y="24630"/>
                  </a:cubicBezTo>
                  <a:cubicBezTo>
                    <a:pt x="41264" y="21683"/>
                    <a:pt x="41495" y="18710"/>
                    <a:pt x="41188" y="15737"/>
                  </a:cubicBezTo>
                  <a:cubicBezTo>
                    <a:pt x="41085" y="14276"/>
                    <a:pt x="40777" y="12866"/>
                    <a:pt x="40291" y="11508"/>
                  </a:cubicBezTo>
                  <a:cubicBezTo>
                    <a:pt x="40009" y="10790"/>
                    <a:pt x="39650" y="10098"/>
                    <a:pt x="39240" y="9432"/>
                  </a:cubicBezTo>
                  <a:cubicBezTo>
                    <a:pt x="37779" y="7074"/>
                    <a:pt x="35395" y="5690"/>
                    <a:pt x="32268" y="5203"/>
                  </a:cubicBezTo>
                  <a:cubicBezTo>
                    <a:pt x="30423" y="4947"/>
                    <a:pt x="28552" y="4921"/>
                    <a:pt x="26707" y="5126"/>
                  </a:cubicBezTo>
                  <a:cubicBezTo>
                    <a:pt x="22554" y="5562"/>
                    <a:pt x="18505" y="6664"/>
                    <a:pt x="14660" y="8330"/>
                  </a:cubicBezTo>
                  <a:cubicBezTo>
                    <a:pt x="10944" y="9919"/>
                    <a:pt x="7356" y="11790"/>
                    <a:pt x="3896" y="13917"/>
                  </a:cubicBezTo>
                  <a:cubicBezTo>
                    <a:pt x="2896" y="14532"/>
                    <a:pt x="1922" y="15173"/>
                    <a:pt x="923" y="15788"/>
                  </a:cubicBezTo>
                  <a:cubicBezTo>
                    <a:pt x="666" y="16019"/>
                    <a:pt x="333" y="16121"/>
                    <a:pt x="0" y="16121"/>
                  </a:cubicBezTo>
                  <a:lnTo>
                    <a:pt x="0" y="13123"/>
                  </a:lnTo>
                  <a:cubicBezTo>
                    <a:pt x="513" y="13123"/>
                    <a:pt x="820" y="12815"/>
                    <a:pt x="1179" y="12584"/>
                  </a:cubicBezTo>
                  <a:cubicBezTo>
                    <a:pt x="4383" y="10508"/>
                    <a:pt x="7689" y="8586"/>
                    <a:pt x="11149" y="681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33" name="Google Shape;684;p24"/>
            <p:cNvSpPr/>
            <p:nvPr/>
          </p:nvSpPr>
          <p:spPr>
            <a:xfrm flipH="1">
              <a:off x="6497280" y="0"/>
              <a:ext cx="2639880" cy="1050840"/>
            </a:xfrm>
            <a:custGeom>
              <a:avLst/>
              <a:gdLst>
                <a:gd name="textAreaLeft" fmla="*/ -360 w 2639880"/>
                <a:gd name="textAreaRight" fmla="*/ 2639880 w 2639880"/>
                <a:gd name="textAreaTop" fmla="*/ 0 h 1050840"/>
                <a:gd name="textAreaBottom" fmla="*/ 1051200 h 1050840"/>
              </a:gdLst>
              <a:ahLst/>
              <a:cxnLst/>
              <a:rect l="textAreaLeft" t="textAreaTop" r="textAreaRight" b="textAreaBottom"/>
              <a:pathLst>
                <a:path w="82196" h="35959">
                  <a:moveTo>
                    <a:pt x="74737" y="6049"/>
                  </a:moveTo>
                  <a:cubicBezTo>
                    <a:pt x="72918" y="7766"/>
                    <a:pt x="71431" y="9791"/>
                    <a:pt x="70355" y="12046"/>
                  </a:cubicBezTo>
                  <a:cubicBezTo>
                    <a:pt x="69663" y="13558"/>
                    <a:pt x="69047" y="15096"/>
                    <a:pt x="68535" y="16685"/>
                  </a:cubicBezTo>
                  <a:cubicBezTo>
                    <a:pt x="67612" y="19402"/>
                    <a:pt x="66715" y="22144"/>
                    <a:pt x="65587" y="24784"/>
                  </a:cubicBezTo>
                  <a:cubicBezTo>
                    <a:pt x="64742" y="26809"/>
                    <a:pt x="63716" y="28782"/>
                    <a:pt x="62486" y="30628"/>
                  </a:cubicBezTo>
                  <a:cubicBezTo>
                    <a:pt x="61692" y="31832"/>
                    <a:pt x="60718" y="32935"/>
                    <a:pt x="59616" y="33857"/>
                  </a:cubicBezTo>
                  <a:cubicBezTo>
                    <a:pt x="57924" y="35216"/>
                    <a:pt x="55848" y="35959"/>
                    <a:pt x="53695" y="35933"/>
                  </a:cubicBezTo>
                  <a:cubicBezTo>
                    <a:pt x="51773" y="35933"/>
                    <a:pt x="49851" y="35626"/>
                    <a:pt x="48005" y="35087"/>
                  </a:cubicBezTo>
                  <a:cubicBezTo>
                    <a:pt x="45750" y="34395"/>
                    <a:pt x="43546" y="33575"/>
                    <a:pt x="41393" y="32576"/>
                  </a:cubicBezTo>
                  <a:cubicBezTo>
                    <a:pt x="37933" y="31012"/>
                    <a:pt x="34575" y="29295"/>
                    <a:pt x="31243" y="27552"/>
                  </a:cubicBezTo>
                  <a:cubicBezTo>
                    <a:pt x="24682" y="24169"/>
                    <a:pt x="18095" y="20786"/>
                    <a:pt x="11405" y="17582"/>
                  </a:cubicBezTo>
                  <a:cubicBezTo>
                    <a:pt x="8022" y="15993"/>
                    <a:pt x="4639" y="14378"/>
                    <a:pt x="1256" y="12789"/>
                  </a:cubicBezTo>
                  <a:cubicBezTo>
                    <a:pt x="871" y="12610"/>
                    <a:pt x="513" y="12354"/>
                    <a:pt x="0" y="12405"/>
                  </a:cubicBezTo>
                  <a:lnTo>
                    <a:pt x="0" y="11277"/>
                  </a:lnTo>
                  <a:cubicBezTo>
                    <a:pt x="179" y="11252"/>
                    <a:pt x="359" y="11252"/>
                    <a:pt x="538" y="11277"/>
                  </a:cubicBezTo>
                  <a:cubicBezTo>
                    <a:pt x="897" y="11405"/>
                    <a:pt x="1205" y="11559"/>
                    <a:pt x="1538" y="11713"/>
                  </a:cubicBezTo>
                  <a:cubicBezTo>
                    <a:pt x="11072" y="16044"/>
                    <a:pt x="20504" y="20504"/>
                    <a:pt x="29885" y="25092"/>
                  </a:cubicBezTo>
                  <a:cubicBezTo>
                    <a:pt x="33370" y="26809"/>
                    <a:pt x="36882" y="28475"/>
                    <a:pt x="40521" y="29961"/>
                  </a:cubicBezTo>
                  <a:cubicBezTo>
                    <a:pt x="42315" y="30705"/>
                    <a:pt x="44186" y="31345"/>
                    <a:pt x="46083" y="31884"/>
                  </a:cubicBezTo>
                  <a:cubicBezTo>
                    <a:pt x="47749" y="32345"/>
                    <a:pt x="49466" y="32576"/>
                    <a:pt x="51209" y="32550"/>
                  </a:cubicBezTo>
                  <a:cubicBezTo>
                    <a:pt x="53131" y="32550"/>
                    <a:pt x="55002" y="31909"/>
                    <a:pt x="56514" y="30730"/>
                  </a:cubicBezTo>
                  <a:cubicBezTo>
                    <a:pt x="57437" y="29987"/>
                    <a:pt x="58232" y="29167"/>
                    <a:pt x="58949" y="28244"/>
                  </a:cubicBezTo>
                  <a:cubicBezTo>
                    <a:pt x="59821" y="27117"/>
                    <a:pt x="60590" y="25938"/>
                    <a:pt x="61256" y="24682"/>
                  </a:cubicBezTo>
                  <a:cubicBezTo>
                    <a:pt x="62384" y="22580"/>
                    <a:pt x="63358" y="20401"/>
                    <a:pt x="64229" y="18197"/>
                  </a:cubicBezTo>
                  <a:cubicBezTo>
                    <a:pt x="65049" y="16147"/>
                    <a:pt x="65844" y="14096"/>
                    <a:pt x="66715" y="12046"/>
                  </a:cubicBezTo>
                  <a:cubicBezTo>
                    <a:pt x="67792" y="9560"/>
                    <a:pt x="69355" y="7279"/>
                    <a:pt x="71329" y="5408"/>
                  </a:cubicBezTo>
                  <a:cubicBezTo>
                    <a:pt x="72764" y="4075"/>
                    <a:pt x="74302" y="2871"/>
                    <a:pt x="75942" y="1794"/>
                  </a:cubicBezTo>
                  <a:cubicBezTo>
                    <a:pt x="76813" y="1205"/>
                    <a:pt x="77685" y="589"/>
                    <a:pt x="78556" y="0"/>
                  </a:cubicBezTo>
                  <a:lnTo>
                    <a:pt x="82196" y="0"/>
                  </a:lnTo>
                  <a:cubicBezTo>
                    <a:pt x="81273" y="692"/>
                    <a:pt x="80376" y="1410"/>
                    <a:pt x="79453" y="2102"/>
                  </a:cubicBezTo>
                  <a:cubicBezTo>
                    <a:pt x="77813" y="3332"/>
                    <a:pt x="76224" y="4639"/>
                    <a:pt x="74737" y="604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34" name="Google Shape;685;p24"/>
            <p:cNvSpPr/>
            <p:nvPr/>
          </p:nvSpPr>
          <p:spPr>
            <a:xfrm flipH="1">
              <a:off x="2021400" y="0"/>
              <a:ext cx="1460880" cy="649080"/>
            </a:xfrm>
            <a:custGeom>
              <a:avLst/>
              <a:gdLst>
                <a:gd name="textAreaLeft" fmla="*/ 360 w 1460880"/>
                <a:gd name="textAreaRight" fmla="*/ 1461600 w 1460880"/>
                <a:gd name="textAreaTop" fmla="*/ 0 h 649080"/>
                <a:gd name="textAreaBottom" fmla="*/ 649440 h 649080"/>
              </a:gdLst>
              <a:ahLst/>
              <a:cxnLst/>
              <a:rect l="textAreaLeft" t="textAreaTop" r="textAreaRight" b="textAreaBottom"/>
              <a:pathLst>
                <a:path w="45495" h="22222">
                  <a:moveTo>
                    <a:pt x="39240" y="3024"/>
                  </a:moveTo>
                  <a:cubicBezTo>
                    <a:pt x="32192" y="6356"/>
                    <a:pt x="25528" y="10406"/>
                    <a:pt x="19377" y="15173"/>
                  </a:cubicBezTo>
                  <a:cubicBezTo>
                    <a:pt x="18173" y="16096"/>
                    <a:pt x="16968" y="17018"/>
                    <a:pt x="15738" y="17890"/>
                  </a:cubicBezTo>
                  <a:cubicBezTo>
                    <a:pt x="14482" y="18761"/>
                    <a:pt x="13277" y="19556"/>
                    <a:pt x="11996" y="20325"/>
                  </a:cubicBezTo>
                  <a:cubicBezTo>
                    <a:pt x="11150" y="20837"/>
                    <a:pt x="10253" y="21247"/>
                    <a:pt x="9305" y="21555"/>
                  </a:cubicBezTo>
                  <a:cubicBezTo>
                    <a:pt x="7228" y="22221"/>
                    <a:pt x="5357" y="21914"/>
                    <a:pt x="3743" y="20658"/>
                  </a:cubicBezTo>
                  <a:cubicBezTo>
                    <a:pt x="2923" y="19991"/>
                    <a:pt x="2231" y="19197"/>
                    <a:pt x="1744" y="18274"/>
                  </a:cubicBezTo>
                  <a:cubicBezTo>
                    <a:pt x="1077" y="16993"/>
                    <a:pt x="616" y="15634"/>
                    <a:pt x="411" y="14199"/>
                  </a:cubicBezTo>
                  <a:cubicBezTo>
                    <a:pt x="26" y="11508"/>
                    <a:pt x="1" y="8765"/>
                    <a:pt x="334" y="6049"/>
                  </a:cubicBezTo>
                  <a:cubicBezTo>
                    <a:pt x="539" y="4050"/>
                    <a:pt x="821" y="2025"/>
                    <a:pt x="1103" y="0"/>
                  </a:cubicBezTo>
                  <a:lnTo>
                    <a:pt x="3589" y="0"/>
                  </a:lnTo>
                  <a:cubicBezTo>
                    <a:pt x="3486" y="897"/>
                    <a:pt x="3384" y="1820"/>
                    <a:pt x="3307" y="2717"/>
                  </a:cubicBezTo>
                  <a:cubicBezTo>
                    <a:pt x="3025" y="5075"/>
                    <a:pt x="2846" y="7458"/>
                    <a:pt x="3128" y="9842"/>
                  </a:cubicBezTo>
                  <a:cubicBezTo>
                    <a:pt x="3256" y="11021"/>
                    <a:pt x="3563" y="12200"/>
                    <a:pt x="4025" y="13302"/>
                  </a:cubicBezTo>
                  <a:cubicBezTo>
                    <a:pt x="4332" y="14045"/>
                    <a:pt x="4742" y="14712"/>
                    <a:pt x="5281" y="15301"/>
                  </a:cubicBezTo>
                  <a:cubicBezTo>
                    <a:pt x="5768" y="15839"/>
                    <a:pt x="6383" y="16275"/>
                    <a:pt x="7075" y="16557"/>
                  </a:cubicBezTo>
                  <a:cubicBezTo>
                    <a:pt x="8074" y="16941"/>
                    <a:pt x="9176" y="16967"/>
                    <a:pt x="10176" y="16634"/>
                  </a:cubicBezTo>
                  <a:cubicBezTo>
                    <a:pt x="10996" y="16378"/>
                    <a:pt x="11765" y="16070"/>
                    <a:pt x="12508" y="15686"/>
                  </a:cubicBezTo>
                  <a:cubicBezTo>
                    <a:pt x="13636" y="15070"/>
                    <a:pt x="14764" y="14404"/>
                    <a:pt x="15815" y="13686"/>
                  </a:cubicBezTo>
                  <a:cubicBezTo>
                    <a:pt x="17737" y="12405"/>
                    <a:pt x="19582" y="11072"/>
                    <a:pt x="21453" y="9739"/>
                  </a:cubicBezTo>
                  <a:cubicBezTo>
                    <a:pt x="26630" y="6049"/>
                    <a:pt x="32167" y="2896"/>
                    <a:pt x="37985" y="359"/>
                  </a:cubicBezTo>
                  <a:cubicBezTo>
                    <a:pt x="38241" y="256"/>
                    <a:pt x="38446" y="128"/>
                    <a:pt x="38651" y="0"/>
                  </a:cubicBezTo>
                  <a:lnTo>
                    <a:pt x="45494" y="0"/>
                  </a:lnTo>
                  <a:cubicBezTo>
                    <a:pt x="45264" y="154"/>
                    <a:pt x="45007" y="308"/>
                    <a:pt x="44777" y="436"/>
                  </a:cubicBezTo>
                  <a:cubicBezTo>
                    <a:pt x="42931" y="1307"/>
                    <a:pt x="41060" y="2153"/>
                    <a:pt x="39240" y="3024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35" name="Google Shape;686;p24"/>
            <p:cNvSpPr/>
            <p:nvPr/>
          </p:nvSpPr>
          <p:spPr>
            <a:xfrm flipH="1">
              <a:off x="7413480" y="3830040"/>
              <a:ext cx="1724400" cy="1312200"/>
            </a:xfrm>
            <a:custGeom>
              <a:avLst/>
              <a:gdLst>
                <a:gd name="textAreaLeft" fmla="*/ 360 w 1724400"/>
                <a:gd name="textAreaRight" fmla="*/ 1725120 w 1724400"/>
                <a:gd name="textAreaTop" fmla="*/ 0 h 1312200"/>
                <a:gd name="textAreaBottom" fmla="*/ 1312560 h 1312200"/>
              </a:gdLst>
              <a:ahLst/>
              <a:cxnLst/>
              <a:rect l="textAreaLeft" t="textAreaTop" r="textAreaRight" b="textAreaBottom"/>
              <a:pathLst>
                <a:path w="53696" h="44905">
                  <a:moveTo>
                    <a:pt x="5024" y="14199"/>
                  </a:moveTo>
                  <a:cubicBezTo>
                    <a:pt x="12456" y="9766"/>
                    <a:pt x="20350" y="6100"/>
                    <a:pt x="28552" y="3281"/>
                  </a:cubicBezTo>
                  <a:cubicBezTo>
                    <a:pt x="31602" y="2179"/>
                    <a:pt x="34729" y="1308"/>
                    <a:pt x="37907" y="667"/>
                  </a:cubicBezTo>
                  <a:cubicBezTo>
                    <a:pt x="40085" y="180"/>
                    <a:pt x="42315" y="0"/>
                    <a:pt x="44545" y="129"/>
                  </a:cubicBezTo>
                  <a:cubicBezTo>
                    <a:pt x="47621" y="359"/>
                    <a:pt x="49902" y="1590"/>
                    <a:pt x="51363" y="3845"/>
                  </a:cubicBezTo>
                  <a:cubicBezTo>
                    <a:pt x="52003" y="4819"/>
                    <a:pt x="52516" y="5921"/>
                    <a:pt x="52824" y="7074"/>
                  </a:cubicBezTo>
                  <a:cubicBezTo>
                    <a:pt x="53413" y="9150"/>
                    <a:pt x="53695" y="11329"/>
                    <a:pt x="53669" y="13482"/>
                  </a:cubicBezTo>
                  <a:cubicBezTo>
                    <a:pt x="53695" y="16250"/>
                    <a:pt x="53464" y="18992"/>
                    <a:pt x="53003" y="21735"/>
                  </a:cubicBezTo>
                  <a:cubicBezTo>
                    <a:pt x="52414" y="25297"/>
                    <a:pt x="51619" y="28834"/>
                    <a:pt x="50645" y="32346"/>
                  </a:cubicBezTo>
                  <a:cubicBezTo>
                    <a:pt x="49620" y="36216"/>
                    <a:pt x="48390" y="40060"/>
                    <a:pt x="47134" y="43879"/>
                  </a:cubicBezTo>
                  <a:cubicBezTo>
                    <a:pt x="47031" y="44212"/>
                    <a:pt x="46980" y="44545"/>
                    <a:pt x="46929" y="44904"/>
                  </a:cubicBezTo>
                  <a:lnTo>
                    <a:pt x="45314" y="44904"/>
                  </a:lnTo>
                  <a:cubicBezTo>
                    <a:pt x="45314" y="44648"/>
                    <a:pt x="45340" y="44392"/>
                    <a:pt x="45391" y="44161"/>
                  </a:cubicBezTo>
                  <a:cubicBezTo>
                    <a:pt x="45545" y="43648"/>
                    <a:pt x="45724" y="43136"/>
                    <a:pt x="45904" y="42623"/>
                  </a:cubicBezTo>
                  <a:cubicBezTo>
                    <a:pt x="48082" y="35780"/>
                    <a:pt x="50004" y="28885"/>
                    <a:pt x="50901" y="21837"/>
                  </a:cubicBezTo>
                  <a:cubicBezTo>
                    <a:pt x="51260" y="19223"/>
                    <a:pt x="51337" y="16583"/>
                    <a:pt x="51183" y="13969"/>
                  </a:cubicBezTo>
                  <a:cubicBezTo>
                    <a:pt x="51106" y="12636"/>
                    <a:pt x="50876" y="11329"/>
                    <a:pt x="50543" y="10047"/>
                  </a:cubicBezTo>
                  <a:cubicBezTo>
                    <a:pt x="50184" y="8715"/>
                    <a:pt x="49594" y="7433"/>
                    <a:pt x="48774" y="6305"/>
                  </a:cubicBezTo>
                  <a:cubicBezTo>
                    <a:pt x="47493" y="4588"/>
                    <a:pt x="45673" y="3512"/>
                    <a:pt x="43264" y="3102"/>
                  </a:cubicBezTo>
                  <a:cubicBezTo>
                    <a:pt x="41470" y="2845"/>
                    <a:pt x="39624" y="2820"/>
                    <a:pt x="37830" y="3076"/>
                  </a:cubicBezTo>
                  <a:cubicBezTo>
                    <a:pt x="35805" y="3307"/>
                    <a:pt x="33806" y="3691"/>
                    <a:pt x="31858" y="4204"/>
                  </a:cubicBezTo>
                  <a:cubicBezTo>
                    <a:pt x="25989" y="5742"/>
                    <a:pt x="20299" y="7818"/>
                    <a:pt x="14814" y="10406"/>
                  </a:cubicBezTo>
                  <a:cubicBezTo>
                    <a:pt x="10175" y="12636"/>
                    <a:pt x="5664" y="15122"/>
                    <a:pt x="1333" y="17890"/>
                  </a:cubicBezTo>
                  <a:cubicBezTo>
                    <a:pt x="923" y="18147"/>
                    <a:pt x="436" y="18352"/>
                    <a:pt x="0" y="18608"/>
                  </a:cubicBezTo>
                  <a:lnTo>
                    <a:pt x="0" y="17096"/>
                  </a:lnTo>
                  <a:cubicBezTo>
                    <a:pt x="384" y="17019"/>
                    <a:pt x="769" y="16839"/>
                    <a:pt x="1076" y="16609"/>
                  </a:cubicBezTo>
                  <a:cubicBezTo>
                    <a:pt x="2384" y="15814"/>
                    <a:pt x="3691" y="14994"/>
                    <a:pt x="5024" y="1419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36" name="Google Shape;687;p24"/>
            <p:cNvSpPr/>
            <p:nvPr/>
          </p:nvSpPr>
          <p:spPr>
            <a:xfrm flipH="1">
              <a:off x="-4680" y="983880"/>
              <a:ext cx="301680" cy="823680"/>
            </a:xfrm>
            <a:custGeom>
              <a:avLst/>
              <a:gdLst>
                <a:gd name="textAreaLeft" fmla="*/ 360 w 301680"/>
                <a:gd name="textAreaRight" fmla="*/ 302400 w 301680"/>
                <a:gd name="textAreaTop" fmla="*/ 0 h 823680"/>
                <a:gd name="textAreaBottom" fmla="*/ 824040 h 823680"/>
              </a:gdLst>
              <a:ahLst/>
              <a:cxnLst/>
              <a:rect l="textAreaLeft" t="textAreaTop" r="textAreaRight" b="textAreaBottom"/>
              <a:pathLst>
                <a:path w="9407" h="28194">
                  <a:moveTo>
                    <a:pt x="4050" y="24579"/>
                  </a:moveTo>
                  <a:cubicBezTo>
                    <a:pt x="1462" y="22273"/>
                    <a:pt x="129" y="19556"/>
                    <a:pt x="26" y="16429"/>
                  </a:cubicBezTo>
                  <a:cubicBezTo>
                    <a:pt x="1" y="14481"/>
                    <a:pt x="359" y="12533"/>
                    <a:pt x="1103" y="10714"/>
                  </a:cubicBezTo>
                  <a:cubicBezTo>
                    <a:pt x="2743" y="6536"/>
                    <a:pt x="5639" y="3025"/>
                    <a:pt x="9407" y="0"/>
                  </a:cubicBezTo>
                  <a:lnTo>
                    <a:pt x="9407" y="7125"/>
                  </a:lnTo>
                  <a:cubicBezTo>
                    <a:pt x="9356" y="7177"/>
                    <a:pt x="9279" y="7202"/>
                    <a:pt x="9228" y="7253"/>
                  </a:cubicBezTo>
                  <a:cubicBezTo>
                    <a:pt x="7741" y="9842"/>
                    <a:pt x="7126" y="12559"/>
                    <a:pt x="7792" y="15429"/>
                  </a:cubicBezTo>
                  <a:cubicBezTo>
                    <a:pt x="8074" y="16660"/>
                    <a:pt x="8612" y="17813"/>
                    <a:pt x="9407" y="18787"/>
                  </a:cubicBezTo>
                  <a:lnTo>
                    <a:pt x="9407" y="28193"/>
                  </a:lnTo>
                  <a:lnTo>
                    <a:pt x="8100" y="27424"/>
                  </a:lnTo>
                  <a:cubicBezTo>
                    <a:pt x="6639" y="26630"/>
                    <a:pt x="5280" y="25681"/>
                    <a:pt x="4050" y="2457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37" name="Google Shape;688;p24"/>
            <p:cNvSpPr/>
            <p:nvPr/>
          </p:nvSpPr>
          <p:spPr>
            <a:xfrm flipH="1">
              <a:off x="6767280" y="0"/>
              <a:ext cx="2369880" cy="829800"/>
            </a:xfrm>
            <a:custGeom>
              <a:avLst/>
              <a:gdLst>
                <a:gd name="textAreaLeft" fmla="*/ -360 w 2369880"/>
                <a:gd name="textAreaRight" fmla="*/ 2369880 w 2369880"/>
                <a:gd name="textAreaTop" fmla="*/ 0 h 829800"/>
                <a:gd name="textAreaBottom" fmla="*/ 830160 h 829800"/>
              </a:gdLst>
              <a:ahLst/>
              <a:cxnLst/>
              <a:rect l="textAreaLeft" t="textAreaTop" r="textAreaRight" b="textAreaBottom"/>
              <a:pathLst>
                <a:path w="73790" h="28399">
                  <a:moveTo>
                    <a:pt x="63076" y="10355"/>
                  </a:moveTo>
                  <a:cubicBezTo>
                    <a:pt x="62537" y="11405"/>
                    <a:pt x="61999" y="12482"/>
                    <a:pt x="61461" y="13558"/>
                  </a:cubicBezTo>
                  <a:cubicBezTo>
                    <a:pt x="60308" y="16044"/>
                    <a:pt x="59000" y="18479"/>
                    <a:pt x="57591" y="20863"/>
                  </a:cubicBezTo>
                  <a:cubicBezTo>
                    <a:pt x="56745" y="22247"/>
                    <a:pt x="55771" y="23554"/>
                    <a:pt x="54669" y="24784"/>
                  </a:cubicBezTo>
                  <a:cubicBezTo>
                    <a:pt x="53900" y="25630"/>
                    <a:pt x="53029" y="26373"/>
                    <a:pt x="52080" y="26988"/>
                  </a:cubicBezTo>
                  <a:cubicBezTo>
                    <a:pt x="51004" y="27680"/>
                    <a:pt x="49799" y="28090"/>
                    <a:pt x="48543" y="28244"/>
                  </a:cubicBezTo>
                  <a:cubicBezTo>
                    <a:pt x="47211" y="28398"/>
                    <a:pt x="45878" y="28347"/>
                    <a:pt x="44596" y="28090"/>
                  </a:cubicBezTo>
                  <a:cubicBezTo>
                    <a:pt x="42674" y="27757"/>
                    <a:pt x="40803" y="27245"/>
                    <a:pt x="38983" y="26604"/>
                  </a:cubicBezTo>
                  <a:cubicBezTo>
                    <a:pt x="35780" y="25502"/>
                    <a:pt x="32730" y="24195"/>
                    <a:pt x="29705" y="22836"/>
                  </a:cubicBezTo>
                  <a:cubicBezTo>
                    <a:pt x="24169" y="20401"/>
                    <a:pt x="18684" y="17941"/>
                    <a:pt x="13174" y="15481"/>
                  </a:cubicBezTo>
                  <a:cubicBezTo>
                    <a:pt x="9201" y="13686"/>
                    <a:pt x="5229" y="11944"/>
                    <a:pt x="1256" y="10175"/>
                  </a:cubicBezTo>
                  <a:cubicBezTo>
                    <a:pt x="871" y="9996"/>
                    <a:pt x="487" y="9739"/>
                    <a:pt x="0" y="9765"/>
                  </a:cubicBezTo>
                  <a:lnTo>
                    <a:pt x="0" y="9022"/>
                  </a:lnTo>
                  <a:cubicBezTo>
                    <a:pt x="461" y="9176"/>
                    <a:pt x="923" y="9329"/>
                    <a:pt x="1358" y="9509"/>
                  </a:cubicBezTo>
                  <a:cubicBezTo>
                    <a:pt x="9252" y="12943"/>
                    <a:pt x="17172" y="16378"/>
                    <a:pt x="25066" y="19838"/>
                  </a:cubicBezTo>
                  <a:cubicBezTo>
                    <a:pt x="28475" y="21299"/>
                    <a:pt x="31884" y="22708"/>
                    <a:pt x="35395" y="23990"/>
                  </a:cubicBezTo>
                  <a:cubicBezTo>
                    <a:pt x="37215" y="24656"/>
                    <a:pt x="39060" y="25194"/>
                    <a:pt x="40931" y="25656"/>
                  </a:cubicBezTo>
                  <a:cubicBezTo>
                    <a:pt x="42443" y="26014"/>
                    <a:pt x="43981" y="26194"/>
                    <a:pt x="45545" y="26168"/>
                  </a:cubicBezTo>
                  <a:cubicBezTo>
                    <a:pt x="47082" y="26168"/>
                    <a:pt x="48569" y="25758"/>
                    <a:pt x="49902" y="24989"/>
                  </a:cubicBezTo>
                  <a:cubicBezTo>
                    <a:pt x="50927" y="24374"/>
                    <a:pt x="51850" y="23656"/>
                    <a:pt x="52695" y="22811"/>
                  </a:cubicBezTo>
                  <a:cubicBezTo>
                    <a:pt x="53746" y="21734"/>
                    <a:pt x="54695" y="20555"/>
                    <a:pt x="55540" y="19299"/>
                  </a:cubicBezTo>
                  <a:cubicBezTo>
                    <a:pt x="56950" y="17198"/>
                    <a:pt x="58257" y="15045"/>
                    <a:pt x="59436" y="12815"/>
                  </a:cubicBezTo>
                  <a:cubicBezTo>
                    <a:pt x="60103" y="11585"/>
                    <a:pt x="60769" y="10355"/>
                    <a:pt x="61461" y="9150"/>
                  </a:cubicBezTo>
                  <a:cubicBezTo>
                    <a:pt x="62409" y="7510"/>
                    <a:pt x="63588" y="5997"/>
                    <a:pt x="64947" y="4665"/>
                  </a:cubicBezTo>
                  <a:cubicBezTo>
                    <a:pt x="66587" y="3076"/>
                    <a:pt x="68432" y="1717"/>
                    <a:pt x="70432" y="589"/>
                  </a:cubicBezTo>
                  <a:cubicBezTo>
                    <a:pt x="70739" y="410"/>
                    <a:pt x="70995" y="205"/>
                    <a:pt x="71277" y="0"/>
                  </a:cubicBezTo>
                  <a:lnTo>
                    <a:pt x="73789" y="0"/>
                  </a:lnTo>
                  <a:cubicBezTo>
                    <a:pt x="73123" y="410"/>
                    <a:pt x="72482" y="846"/>
                    <a:pt x="71790" y="1256"/>
                  </a:cubicBezTo>
                  <a:cubicBezTo>
                    <a:pt x="67869" y="3614"/>
                    <a:pt x="64947" y="6638"/>
                    <a:pt x="63076" y="1035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38" name="Google Shape;689;p24"/>
            <p:cNvSpPr/>
            <p:nvPr/>
          </p:nvSpPr>
          <p:spPr>
            <a:xfrm flipH="1">
              <a:off x="2503080" y="0"/>
              <a:ext cx="762840" cy="307440"/>
            </a:xfrm>
            <a:custGeom>
              <a:avLst/>
              <a:gdLst>
                <a:gd name="textAreaLeft" fmla="*/ -360 w 762840"/>
                <a:gd name="textAreaRight" fmla="*/ 762840 w 762840"/>
                <a:gd name="textAreaTop" fmla="*/ 0 h 307440"/>
                <a:gd name="textAreaBottom" fmla="*/ 307800 h 307440"/>
              </a:gdLst>
              <a:ahLst/>
              <a:cxnLst/>
              <a:rect l="textAreaLeft" t="textAreaTop" r="textAreaRight" b="textAreaBottom"/>
              <a:pathLst>
                <a:path w="23760" h="10534">
                  <a:moveTo>
                    <a:pt x="13944" y="5895"/>
                  </a:moveTo>
                  <a:cubicBezTo>
                    <a:pt x="12534" y="6792"/>
                    <a:pt x="11099" y="7663"/>
                    <a:pt x="9663" y="8509"/>
                  </a:cubicBezTo>
                  <a:cubicBezTo>
                    <a:pt x="8895" y="8945"/>
                    <a:pt x="8126" y="9329"/>
                    <a:pt x="7331" y="9688"/>
                  </a:cubicBezTo>
                  <a:cubicBezTo>
                    <a:pt x="6742" y="9919"/>
                    <a:pt x="6152" y="10124"/>
                    <a:pt x="5537" y="10252"/>
                  </a:cubicBezTo>
                  <a:cubicBezTo>
                    <a:pt x="4153" y="10534"/>
                    <a:pt x="2974" y="10226"/>
                    <a:pt x="2077" y="9329"/>
                  </a:cubicBezTo>
                  <a:cubicBezTo>
                    <a:pt x="1692" y="8919"/>
                    <a:pt x="1359" y="8458"/>
                    <a:pt x="1077" y="7971"/>
                  </a:cubicBezTo>
                  <a:cubicBezTo>
                    <a:pt x="667" y="7176"/>
                    <a:pt x="411" y="6305"/>
                    <a:pt x="283" y="5434"/>
                  </a:cubicBezTo>
                  <a:cubicBezTo>
                    <a:pt x="78" y="3947"/>
                    <a:pt x="1" y="2435"/>
                    <a:pt x="129" y="948"/>
                  </a:cubicBezTo>
                  <a:cubicBezTo>
                    <a:pt x="129" y="615"/>
                    <a:pt x="78" y="333"/>
                    <a:pt x="78" y="26"/>
                  </a:cubicBezTo>
                  <a:lnTo>
                    <a:pt x="2128" y="26"/>
                  </a:lnTo>
                  <a:cubicBezTo>
                    <a:pt x="2077" y="1025"/>
                    <a:pt x="2179" y="1999"/>
                    <a:pt x="2384" y="2973"/>
                  </a:cubicBezTo>
                  <a:cubicBezTo>
                    <a:pt x="2538" y="3870"/>
                    <a:pt x="2871" y="4716"/>
                    <a:pt x="3384" y="5459"/>
                  </a:cubicBezTo>
                  <a:cubicBezTo>
                    <a:pt x="4358" y="6792"/>
                    <a:pt x="5742" y="7279"/>
                    <a:pt x="7536" y="6818"/>
                  </a:cubicBezTo>
                  <a:cubicBezTo>
                    <a:pt x="8356" y="6613"/>
                    <a:pt x="9151" y="6305"/>
                    <a:pt x="9894" y="5946"/>
                  </a:cubicBezTo>
                  <a:cubicBezTo>
                    <a:pt x="11047" y="5408"/>
                    <a:pt x="12150" y="4793"/>
                    <a:pt x="13252" y="4178"/>
                  </a:cubicBezTo>
                  <a:cubicBezTo>
                    <a:pt x="15533" y="2896"/>
                    <a:pt x="17763" y="1563"/>
                    <a:pt x="20018" y="256"/>
                  </a:cubicBezTo>
                  <a:cubicBezTo>
                    <a:pt x="20146" y="179"/>
                    <a:pt x="20249" y="103"/>
                    <a:pt x="20351" y="0"/>
                  </a:cubicBezTo>
                  <a:lnTo>
                    <a:pt x="23760" y="0"/>
                  </a:lnTo>
                  <a:cubicBezTo>
                    <a:pt x="23581" y="154"/>
                    <a:pt x="23376" y="308"/>
                    <a:pt x="23171" y="436"/>
                  </a:cubicBezTo>
                  <a:cubicBezTo>
                    <a:pt x="19967" y="2127"/>
                    <a:pt x="16968" y="3998"/>
                    <a:pt x="13944" y="589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439" name="Google Shape;690;p24"/>
          <p:cNvSpPr/>
          <p:nvPr/>
        </p:nvSpPr>
        <p:spPr>
          <a:xfrm flipH="1">
            <a:off x="7023960" y="0"/>
            <a:ext cx="2113920" cy="627480"/>
          </a:xfrm>
          <a:custGeom>
            <a:avLst/>
            <a:gdLst>
              <a:gd name="textAreaLeft" fmla="*/ 360 w 2113920"/>
              <a:gd name="textAreaRight" fmla="*/ 2114640 w 2113920"/>
              <a:gd name="textAreaTop" fmla="*/ 0 h 627480"/>
              <a:gd name="textAreaBottom" fmla="*/ 627840 h 627480"/>
            </a:gdLst>
            <a:ahLst/>
            <a:cxnLst/>
            <a:rect l="textAreaLeft" t="textAreaTop" r="textAreaRight" b="textAreaBottom"/>
            <a:pathLst>
              <a:path w="65819" h="21478">
                <a:moveTo>
                  <a:pt x="65152" y="513"/>
                </a:moveTo>
                <a:cubicBezTo>
                  <a:pt x="62179" y="2230"/>
                  <a:pt x="59616" y="4537"/>
                  <a:pt x="57565" y="7305"/>
                </a:cubicBezTo>
                <a:cubicBezTo>
                  <a:pt x="56591" y="8637"/>
                  <a:pt x="55617" y="9970"/>
                  <a:pt x="54643" y="11328"/>
                </a:cubicBezTo>
                <a:cubicBezTo>
                  <a:pt x="53311" y="13148"/>
                  <a:pt x="51875" y="14865"/>
                  <a:pt x="50312" y="16506"/>
                </a:cubicBezTo>
                <a:cubicBezTo>
                  <a:pt x="49210" y="17659"/>
                  <a:pt x="47954" y="18684"/>
                  <a:pt x="46596" y="19530"/>
                </a:cubicBezTo>
                <a:cubicBezTo>
                  <a:pt x="45032" y="20504"/>
                  <a:pt x="43264" y="21119"/>
                  <a:pt x="41418" y="21350"/>
                </a:cubicBezTo>
                <a:cubicBezTo>
                  <a:pt x="39983" y="21478"/>
                  <a:pt x="38548" y="21401"/>
                  <a:pt x="37112" y="21145"/>
                </a:cubicBezTo>
                <a:cubicBezTo>
                  <a:pt x="35088" y="20786"/>
                  <a:pt x="33088" y="20299"/>
                  <a:pt x="31141" y="19658"/>
                </a:cubicBezTo>
                <a:cubicBezTo>
                  <a:pt x="27578" y="18556"/>
                  <a:pt x="24118" y="17275"/>
                  <a:pt x="20735" y="15891"/>
                </a:cubicBezTo>
                <a:cubicBezTo>
                  <a:pt x="14250" y="13251"/>
                  <a:pt x="7817" y="10585"/>
                  <a:pt x="1358" y="7945"/>
                </a:cubicBezTo>
                <a:cubicBezTo>
                  <a:pt x="923" y="7766"/>
                  <a:pt x="538" y="7510"/>
                  <a:pt x="0" y="7510"/>
                </a:cubicBezTo>
                <a:lnTo>
                  <a:pt x="0" y="0"/>
                </a:lnTo>
                <a:lnTo>
                  <a:pt x="14122" y="0"/>
                </a:lnTo>
                <a:cubicBezTo>
                  <a:pt x="14302" y="51"/>
                  <a:pt x="14481" y="103"/>
                  <a:pt x="14660" y="128"/>
                </a:cubicBezTo>
                <a:cubicBezTo>
                  <a:pt x="18761" y="487"/>
                  <a:pt x="22888" y="718"/>
                  <a:pt x="27040" y="359"/>
                </a:cubicBezTo>
                <a:cubicBezTo>
                  <a:pt x="28116" y="282"/>
                  <a:pt x="29218" y="282"/>
                  <a:pt x="30295" y="0"/>
                </a:cubicBezTo>
                <a:lnTo>
                  <a:pt x="65818" y="0"/>
                </a:lnTo>
                <a:cubicBezTo>
                  <a:pt x="65613" y="179"/>
                  <a:pt x="65382" y="359"/>
                  <a:pt x="65152" y="513"/>
                </a:cubicBezTo>
                <a:close/>
              </a:path>
            </a:pathLst>
          </a:custGeom>
          <a:gradFill rotWithShape="0">
            <a:gsLst>
              <a:gs pos="0">
                <a:srgbClr val="D2DAFF"/>
              </a:gs>
              <a:gs pos="50000">
                <a:srgbClr val="AAC4FF"/>
              </a:gs>
              <a:gs pos="100000">
                <a:srgbClr val="B1B2FF"/>
              </a:gs>
            </a:gsLst>
            <a:lin ang="5394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440" name="Google Shape;691;p24"/>
          <p:cNvSpPr/>
          <p:nvPr/>
        </p:nvSpPr>
        <p:spPr>
          <a:xfrm flipH="1">
            <a:off x="0" y="621000"/>
            <a:ext cx="996480" cy="1850400"/>
          </a:xfrm>
          <a:custGeom>
            <a:avLst/>
            <a:gdLst>
              <a:gd name="textAreaLeft" fmla="*/ 360 w 996480"/>
              <a:gd name="textAreaRight" fmla="*/ 997200 w 996480"/>
              <a:gd name="textAreaTop" fmla="*/ 0 h 1850400"/>
              <a:gd name="textAreaBottom" fmla="*/ 1850760 h 1850400"/>
            </a:gdLst>
            <a:ahLst/>
            <a:cxnLst/>
            <a:rect l="textAreaLeft" t="textAreaTop" r="textAreaRight" b="textAreaBottom"/>
            <a:pathLst>
              <a:path w="31039" h="63307">
                <a:moveTo>
                  <a:pt x="20172" y="62948"/>
                </a:moveTo>
                <a:cubicBezTo>
                  <a:pt x="16660" y="62537"/>
                  <a:pt x="13303" y="61615"/>
                  <a:pt x="10381" y="59872"/>
                </a:cubicBezTo>
                <a:cubicBezTo>
                  <a:pt x="6050" y="57283"/>
                  <a:pt x="3128" y="53874"/>
                  <a:pt x="1641" y="49620"/>
                </a:cubicBezTo>
                <a:cubicBezTo>
                  <a:pt x="513" y="46288"/>
                  <a:pt x="1" y="42802"/>
                  <a:pt x="129" y="39317"/>
                </a:cubicBezTo>
                <a:cubicBezTo>
                  <a:pt x="283" y="34985"/>
                  <a:pt x="1564" y="30884"/>
                  <a:pt x="3615" y="26937"/>
                </a:cubicBezTo>
                <a:cubicBezTo>
                  <a:pt x="5998" y="22350"/>
                  <a:pt x="9202" y="18198"/>
                  <a:pt x="12995" y="14327"/>
                </a:cubicBezTo>
                <a:cubicBezTo>
                  <a:pt x="17327" y="9970"/>
                  <a:pt x="22043" y="6023"/>
                  <a:pt x="27066" y="2486"/>
                </a:cubicBezTo>
                <a:cubicBezTo>
                  <a:pt x="28194" y="1692"/>
                  <a:pt x="29373" y="974"/>
                  <a:pt x="30552" y="205"/>
                </a:cubicBezTo>
                <a:cubicBezTo>
                  <a:pt x="30706" y="128"/>
                  <a:pt x="30860" y="52"/>
                  <a:pt x="31039" y="0"/>
                </a:cubicBezTo>
                <a:lnTo>
                  <a:pt x="31039" y="2640"/>
                </a:lnTo>
                <a:cubicBezTo>
                  <a:pt x="30936" y="2691"/>
                  <a:pt x="30834" y="2743"/>
                  <a:pt x="30757" y="2794"/>
                </a:cubicBezTo>
                <a:cubicBezTo>
                  <a:pt x="27425" y="5024"/>
                  <a:pt x="24221" y="7484"/>
                  <a:pt x="21171" y="10124"/>
                </a:cubicBezTo>
                <a:cubicBezTo>
                  <a:pt x="17660" y="13097"/>
                  <a:pt x="14508" y="16455"/>
                  <a:pt x="11765" y="20120"/>
                </a:cubicBezTo>
                <a:cubicBezTo>
                  <a:pt x="9407" y="23349"/>
                  <a:pt x="7485" y="26758"/>
                  <a:pt x="6357" y="30423"/>
                </a:cubicBezTo>
                <a:cubicBezTo>
                  <a:pt x="4461" y="36446"/>
                  <a:pt x="5332" y="42213"/>
                  <a:pt x="8818" y="47723"/>
                </a:cubicBezTo>
                <a:cubicBezTo>
                  <a:pt x="10022" y="49646"/>
                  <a:pt x="11586" y="51337"/>
                  <a:pt x="13405" y="52696"/>
                </a:cubicBezTo>
                <a:cubicBezTo>
                  <a:pt x="15917" y="54515"/>
                  <a:pt x="18813" y="55669"/>
                  <a:pt x="22043" y="56361"/>
                </a:cubicBezTo>
                <a:cubicBezTo>
                  <a:pt x="24298" y="56822"/>
                  <a:pt x="26579" y="57104"/>
                  <a:pt x="28886" y="57206"/>
                </a:cubicBezTo>
                <a:lnTo>
                  <a:pt x="31039" y="57335"/>
                </a:lnTo>
                <a:lnTo>
                  <a:pt x="31039" y="62768"/>
                </a:lnTo>
                <a:cubicBezTo>
                  <a:pt x="30860" y="62819"/>
                  <a:pt x="30680" y="62871"/>
                  <a:pt x="30501" y="62896"/>
                </a:cubicBezTo>
                <a:cubicBezTo>
                  <a:pt x="27066" y="63306"/>
                  <a:pt x="23606" y="63306"/>
                  <a:pt x="20172" y="62948"/>
                </a:cubicBezTo>
                <a:close/>
              </a:path>
            </a:pathLst>
          </a:custGeom>
          <a:gradFill rotWithShape="0">
            <a:gsLst>
              <a:gs pos="0">
                <a:srgbClr val="D2DAFF"/>
              </a:gs>
              <a:gs pos="50000">
                <a:srgbClr val="AAC4FF"/>
              </a:gs>
              <a:gs pos="100000">
                <a:srgbClr val="B1B2FF"/>
              </a:gs>
            </a:gsLst>
            <a:lin ang="5394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441" name="Google Shape;692;p24"/>
          <p:cNvSpPr/>
          <p:nvPr/>
        </p:nvSpPr>
        <p:spPr>
          <a:xfrm flipH="1">
            <a:off x="7965000" y="4377960"/>
            <a:ext cx="1171800" cy="764640"/>
          </a:xfrm>
          <a:custGeom>
            <a:avLst/>
            <a:gdLst>
              <a:gd name="textAreaLeft" fmla="*/ -360 w 1171800"/>
              <a:gd name="textAreaRight" fmla="*/ 1171800 w 1171800"/>
              <a:gd name="textAreaTop" fmla="*/ 0 h 764640"/>
              <a:gd name="textAreaBottom" fmla="*/ 765000 h 764640"/>
            </a:gdLst>
            <a:ahLst/>
            <a:cxnLst/>
            <a:rect l="textAreaLeft" t="textAreaTop" r="textAreaRight" b="textAreaBottom"/>
            <a:pathLst>
              <a:path w="36498" h="26169">
                <a:moveTo>
                  <a:pt x="641" y="9355"/>
                </a:moveTo>
                <a:cubicBezTo>
                  <a:pt x="974" y="9150"/>
                  <a:pt x="1307" y="8945"/>
                  <a:pt x="1640" y="8740"/>
                </a:cubicBezTo>
                <a:cubicBezTo>
                  <a:pt x="4690" y="6766"/>
                  <a:pt x="7894" y="5023"/>
                  <a:pt x="11200" y="3511"/>
                </a:cubicBezTo>
                <a:cubicBezTo>
                  <a:pt x="13456" y="2435"/>
                  <a:pt x="15814" y="1563"/>
                  <a:pt x="18249" y="897"/>
                </a:cubicBezTo>
                <a:cubicBezTo>
                  <a:pt x="20478" y="282"/>
                  <a:pt x="22760" y="0"/>
                  <a:pt x="25066" y="51"/>
                </a:cubicBezTo>
                <a:cubicBezTo>
                  <a:pt x="26040" y="77"/>
                  <a:pt x="27014" y="179"/>
                  <a:pt x="27988" y="384"/>
                </a:cubicBezTo>
                <a:cubicBezTo>
                  <a:pt x="30577" y="948"/>
                  <a:pt x="32525" y="2179"/>
                  <a:pt x="33934" y="4050"/>
                </a:cubicBezTo>
                <a:cubicBezTo>
                  <a:pt x="34934" y="5485"/>
                  <a:pt x="35626" y="7100"/>
                  <a:pt x="35985" y="8817"/>
                </a:cubicBezTo>
                <a:cubicBezTo>
                  <a:pt x="36318" y="10406"/>
                  <a:pt x="36497" y="12020"/>
                  <a:pt x="36497" y="13661"/>
                </a:cubicBezTo>
                <a:cubicBezTo>
                  <a:pt x="36497" y="15967"/>
                  <a:pt x="36369" y="18300"/>
                  <a:pt x="36062" y="20581"/>
                </a:cubicBezTo>
                <a:cubicBezTo>
                  <a:pt x="35857" y="22247"/>
                  <a:pt x="35651" y="23887"/>
                  <a:pt x="35472" y="25527"/>
                </a:cubicBezTo>
                <a:cubicBezTo>
                  <a:pt x="35472" y="25758"/>
                  <a:pt x="35498" y="25963"/>
                  <a:pt x="35523" y="26168"/>
                </a:cubicBezTo>
                <a:lnTo>
                  <a:pt x="26425" y="26168"/>
                </a:lnTo>
                <a:cubicBezTo>
                  <a:pt x="26066" y="24400"/>
                  <a:pt x="25733" y="22606"/>
                  <a:pt x="25066" y="20863"/>
                </a:cubicBezTo>
                <a:cubicBezTo>
                  <a:pt x="24733" y="19991"/>
                  <a:pt x="24349" y="19146"/>
                  <a:pt x="23913" y="18325"/>
                </a:cubicBezTo>
                <a:cubicBezTo>
                  <a:pt x="23477" y="17582"/>
                  <a:pt x="22990" y="16916"/>
                  <a:pt x="22426" y="16301"/>
                </a:cubicBezTo>
                <a:cubicBezTo>
                  <a:pt x="20504" y="14250"/>
                  <a:pt x="17915" y="13456"/>
                  <a:pt x="14840" y="13661"/>
                </a:cubicBezTo>
                <a:cubicBezTo>
                  <a:pt x="12584" y="13840"/>
                  <a:pt x="10380" y="14353"/>
                  <a:pt x="8304" y="15199"/>
                </a:cubicBezTo>
                <a:cubicBezTo>
                  <a:pt x="6638" y="15839"/>
                  <a:pt x="4998" y="16583"/>
                  <a:pt x="3434" y="17403"/>
                </a:cubicBezTo>
                <a:cubicBezTo>
                  <a:pt x="2666" y="17813"/>
                  <a:pt x="1922" y="18223"/>
                  <a:pt x="1128" y="18607"/>
                </a:cubicBezTo>
                <a:cubicBezTo>
                  <a:pt x="769" y="18787"/>
                  <a:pt x="384" y="18889"/>
                  <a:pt x="0" y="19043"/>
                </a:cubicBezTo>
                <a:lnTo>
                  <a:pt x="0" y="9457"/>
                </a:lnTo>
                <a:cubicBezTo>
                  <a:pt x="205" y="9509"/>
                  <a:pt x="461" y="9483"/>
                  <a:pt x="641" y="9355"/>
                </a:cubicBezTo>
                <a:close/>
              </a:path>
            </a:pathLst>
          </a:custGeom>
          <a:gradFill rotWithShape="0">
            <a:gsLst>
              <a:gs pos="0">
                <a:srgbClr val="D2DAFF"/>
              </a:gs>
              <a:gs pos="50000">
                <a:srgbClr val="AAC4FF"/>
              </a:gs>
              <a:gs pos="100000">
                <a:srgbClr val="B1B2FF"/>
              </a:gs>
            </a:gsLst>
            <a:lin ang="5394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442" name="Google Shape;693;p24"/>
          <p:cNvSpPr/>
          <p:nvPr/>
        </p:nvSpPr>
        <p:spPr>
          <a:xfrm>
            <a:off x="222480" y="245880"/>
            <a:ext cx="8698320" cy="4651560"/>
          </a:xfrm>
          <a:prstGeom prst="roundRect">
            <a:avLst>
              <a:gd name="adj" fmla="val 10431"/>
            </a:avLst>
          </a:prstGeom>
          <a:solidFill>
            <a:schemeClr val="accent6"/>
          </a:solidFill>
          <a:ln w="0">
            <a:noFill/>
          </a:ln>
          <a:effectLst>
            <a:outerShdw blurRad="585720" algn="bl" rotWithShape="0">
              <a:schemeClr val="dk2">
                <a:alpha val="81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/>
    <p:bodyStyle/>
    <p:otherStyle/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7477FB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3" name="Google Shape;695;p25"/>
          <p:cNvGrpSpPr/>
          <p:nvPr/>
        </p:nvGrpSpPr>
        <p:grpSpPr>
          <a:xfrm>
            <a:off x="360" y="360"/>
            <a:ext cx="9143280" cy="5142960"/>
            <a:chOff x="360" y="360"/>
            <a:chExt cx="9143280" cy="5142960"/>
          </a:xfrm>
        </p:grpSpPr>
        <p:sp>
          <p:nvSpPr>
            <p:cNvPr id="444" name="Google Shape;696;p25"/>
            <p:cNvSpPr/>
            <p:nvPr/>
          </p:nvSpPr>
          <p:spPr>
            <a:xfrm rot="10800000">
              <a:off x="360" y="715680"/>
              <a:ext cx="3819600" cy="4427640"/>
            </a:xfrm>
            <a:custGeom>
              <a:avLst/>
              <a:gdLst>
                <a:gd name="textAreaLeft" fmla="*/ 0 w 3819600"/>
                <a:gd name="textAreaRight" fmla="*/ 3819960 w 3819600"/>
                <a:gd name="textAreaTop" fmla="*/ 0 h 4427640"/>
                <a:gd name="textAreaBottom" fmla="*/ 4428000 h 4427640"/>
              </a:gdLst>
              <a:ahLst/>
              <a:cxnLst/>
              <a:rect l="textAreaLeft" t="textAreaTop" r="textAreaRight" b="textAreaBottom"/>
              <a:pathLst>
                <a:path w="118924" h="151474">
                  <a:moveTo>
                    <a:pt x="103008" y="151473"/>
                  </a:moveTo>
                  <a:cubicBezTo>
                    <a:pt x="98522" y="151448"/>
                    <a:pt x="94063" y="150781"/>
                    <a:pt x="89731" y="149525"/>
                  </a:cubicBezTo>
                  <a:cubicBezTo>
                    <a:pt x="87425" y="148833"/>
                    <a:pt x="85118" y="148090"/>
                    <a:pt x="82862" y="147270"/>
                  </a:cubicBezTo>
                  <a:cubicBezTo>
                    <a:pt x="77531" y="145348"/>
                    <a:pt x="72200" y="143374"/>
                    <a:pt x="66869" y="141375"/>
                  </a:cubicBezTo>
                  <a:cubicBezTo>
                    <a:pt x="65024" y="140657"/>
                    <a:pt x="63178" y="139888"/>
                    <a:pt x="61384" y="139094"/>
                  </a:cubicBezTo>
                  <a:cubicBezTo>
                    <a:pt x="56130" y="136787"/>
                    <a:pt x="52414" y="133302"/>
                    <a:pt x="50158" y="128739"/>
                  </a:cubicBezTo>
                  <a:cubicBezTo>
                    <a:pt x="48979" y="126407"/>
                    <a:pt x="48031" y="123947"/>
                    <a:pt x="47288" y="121435"/>
                  </a:cubicBezTo>
                  <a:cubicBezTo>
                    <a:pt x="46493" y="118616"/>
                    <a:pt x="45724" y="115822"/>
                    <a:pt x="45084" y="112977"/>
                  </a:cubicBezTo>
                  <a:cubicBezTo>
                    <a:pt x="44545" y="110465"/>
                    <a:pt x="44161" y="107902"/>
                    <a:pt x="43776" y="105365"/>
                  </a:cubicBezTo>
                  <a:cubicBezTo>
                    <a:pt x="43469" y="103084"/>
                    <a:pt x="43187" y="100803"/>
                    <a:pt x="42982" y="98522"/>
                  </a:cubicBezTo>
                  <a:cubicBezTo>
                    <a:pt x="42444" y="93114"/>
                    <a:pt x="42187" y="87706"/>
                    <a:pt x="42674" y="82298"/>
                  </a:cubicBezTo>
                  <a:cubicBezTo>
                    <a:pt x="43161" y="77351"/>
                    <a:pt x="44340" y="72507"/>
                    <a:pt x="46160" y="67868"/>
                  </a:cubicBezTo>
                  <a:cubicBezTo>
                    <a:pt x="47518" y="64357"/>
                    <a:pt x="49236" y="60948"/>
                    <a:pt x="50902" y="57514"/>
                  </a:cubicBezTo>
                  <a:cubicBezTo>
                    <a:pt x="55028" y="49081"/>
                    <a:pt x="59975" y="40982"/>
                    <a:pt x="65460" y="33088"/>
                  </a:cubicBezTo>
                  <a:cubicBezTo>
                    <a:pt x="67664" y="29961"/>
                    <a:pt x="69765" y="26758"/>
                    <a:pt x="71867" y="23554"/>
                  </a:cubicBezTo>
                  <a:cubicBezTo>
                    <a:pt x="72585" y="22503"/>
                    <a:pt x="73200" y="21375"/>
                    <a:pt x="73789" y="20273"/>
                  </a:cubicBezTo>
                  <a:cubicBezTo>
                    <a:pt x="74456" y="19094"/>
                    <a:pt x="74917" y="17813"/>
                    <a:pt x="75148" y="16480"/>
                  </a:cubicBezTo>
                  <a:cubicBezTo>
                    <a:pt x="75225" y="15967"/>
                    <a:pt x="75225" y="15429"/>
                    <a:pt x="75148" y="14891"/>
                  </a:cubicBezTo>
                  <a:cubicBezTo>
                    <a:pt x="75020" y="13866"/>
                    <a:pt x="74251" y="13276"/>
                    <a:pt x="73097" y="12994"/>
                  </a:cubicBezTo>
                  <a:cubicBezTo>
                    <a:pt x="72303" y="12815"/>
                    <a:pt x="71508" y="12764"/>
                    <a:pt x="70714" y="12841"/>
                  </a:cubicBezTo>
                  <a:cubicBezTo>
                    <a:pt x="69560" y="12943"/>
                    <a:pt x="68407" y="13123"/>
                    <a:pt x="67254" y="13404"/>
                  </a:cubicBezTo>
                  <a:cubicBezTo>
                    <a:pt x="65460" y="13866"/>
                    <a:pt x="63691" y="14430"/>
                    <a:pt x="61974" y="15122"/>
                  </a:cubicBezTo>
                  <a:cubicBezTo>
                    <a:pt x="58693" y="16378"/>
                    <a:pt x="55489" y="17838"/>
                    <a:pt x="52414" y="19479"/>
                  </a:cubicBezTo>
                  <a:cubicBezTo>
                    <a:pt x="48339" y="21606"/>
                    <a:pt x="44468" y="23964"/>
                    <a:pt x="40624" y="26373"/>
                  </a:cubicBezTo>
                  <a:cubicBezTo>
                    <a:pt x="37830" y="28142"/>
                    <a:pt x="35011" y="29910"/>
                    <a:pt x="32192" y="31653"/>
                  </a:cubicBezTo>
                  <a:cubicBezTo>
                    <a:pt x="30193" y="32883"/>
                    <a:pt x="28142" y="34037"/>
                    <a:pt x="26040" y="35062"/>
                  </a:cubicBezTo>
                  <a:cubicBezTo>
                    <a:pt x="24169" y="36010"/>
                    <a:pt x="22196" y="36753"/>
                    <a:pt x="20171" y="37292"/>
                  </a:cubicBezTo>
                  <a:cubicBezTo>
                    <a:pt x="14686" y="38650"/>
                    <a:pt x="10073" y="37445"/>
                    <a:pt x="6228" y="34037"/>
                  </a:cubicBezTo>
                  <a:cubicBezTo>
                    <a:pt x="5229" y="33114"/>
                    <a:pt x="4383" y="32089"/>
                    <a:pt x="3717" y="30935"/>
                  </a:cubicBezTo>
                  <a:cubicBezTo>
                    <a:pt x="2563" y="29039"/>
                    <a:pt x="1717" y="27014"/>
                    <a:pt x="1205" y="24912"/>
                  </a:cubicBezTo>
                  <a:cubicBezTo>
                    <a:pt x="564" y="22452"/>
                    <a:pt x="205" y="19966"/>
                    <a:pt x="103" y="17454"/>
                  </a:cubicBezTo>
                  <a:cubicBezTo>
                    <a:pt x="0" y="15173"/>
                    <a:pt x="26" y="12866"/>
                    <a:pt x="205" y="10585"/>
                  </a:cubicBezTo>
                  <a:cubicBezTo>
                    <a:pt x="436" y="7612"/>
                    <a:pt x="667" y="4665"/>
                    <a:pt x="897" y="1692"/>
                  </a:cubicBezTo>
                  <a:cubicBezTo>
                    <a:pt x="949" y="1128"/>
                    <a:pt x="949" y="564"/>
                    <a:pt x="949" y="0"/>
                  </a:cubicBezTo>
                  <a:lnTo>
                    <a:pt x="8689" y="0"/>
                  </a:lnTo>
                  <a:cubicBezTo>
                    <a:pt x="8766" y="179"/>
                    <a:pt x="8791" y="359"/>
                    <a:pt x="8791" y="538"/>
                  </a:cubicBezTo>
                  <a:cubicBezTo>
                    <a:pt x="8586" y="2153"/>
                    <a:pt x="8356" y="3768"/>
                    <a:pt x="8151" y="5382"/>
                  </a:cubicBezTo>
                  <a:cubicBezTo>
                    <a:pt x="7715" y="8637"/>
                    <a:pt x="7587" y="11944"/>
                    <a:pt x="7817" y="15224"/>
                  </a:cubicBezTo>
                  <a:cubicBezTo>
                    <a:pt x="7946" y="16993"/>
                    <a:pt x="8330" y="18736"/>
                    <a:pt x="8945" y="20401"/>
                  </a:cubicBezTo>
                  <a:cubicBezTo>
                    <a:pt x="9355" y="21606"/>
                    <a:pt x="9996" y="22708"/>
                    <a:pt x="10816" y="23682"/>
                  </a:cubicBezTo>
                  <a:cubicBezTo>
                    <a:pt x="11559" y="24579"/>
                    <a:pt x="12482" y="25297"/>
                    <a:pt x="13507" y="25809"/>
                  </a:cubicBezTo>
                  <a:cubicBezTo>
                    <a:pt x="15071" y="26604"/>
                    <a:pt x="16865" y="26809"/>
                    <a:pt x="18531" y="26348"/>
                  </a:cubicBezTo>
                  <a:cubicBezTo>
                    <a:pt x="19530" y="26091"/>
                    <a:pt x="20504" y="25707"/>
                    <a:pt x="21427" y="25220"/>
                  </a:cubicBezTo>
                  <a:cubicBezTo>
                    <a:pt x="22785" y="24528"/>
                    <a:pt x="24093" y="23733"/>
                    <a:pt x="25323" y="22811"/>
                  </a:cubicBezTo>
                  <a:cubicBezTo>
                    <a:pt x="26630" y="21862"/>
                    <a:pt x="27963" y="20914"/>
                    <a:pt x="29193" y="19914"/>
                  </a:cubicBezTo>
                  <a:cubicBezTo>
                    <a:pt x="36190" y="14302"/>
                    <a:pt x="43930" y="9483"/>
                    <a:pt x="52183" y="5229"/>
                  </a:cubicBezTo>
                  <a:cubicBezTo>
                    <a:pt x="55464" y="3537"/>
                    <a:pt x="58796" y="1820"/>
                    <a:pt x="62204" y="256"/>
                  </a:cubicBezTo>
                  <a:cubicBezTo>
                    <a:pt x="62384" y="179"/>
                    <a:pt x="62538" y="77"/>
                    <a:pt x="62691" y="0"/>
                  </a:cubicBezTo>
                  <a:lnTo>
                    <a:pt x="118924" y="0"/>
                  </a:lnTo>
                  <a:lnTo>
                    <a:pt x="118924" y="8278"/>
                  </a:lnTo>
                  <a:cubicBezTo>
                    <a:pt x="118616" y="8407"/>
                    <a:pt x="118334" y="8535"/>
                    <a:pt x="118027" y="8663"/>
                  </a:cubicBezTo>
                  <a:cubicBezTo>
                    <a:pt x="112029" y="10995"/>
                    <a:pt x="106416" y="14225"/>
                    <a:pt x="101393" y="18274"/>
                  </a:cubicBezTo>
                  <a:cubicBezTo>
                    <a:pt x="94729" y="23554"/>
                    <a:pt x="88527" y="29372"/>
                    <a:pt x="82811" y="35651"/>
                  </a:cubicBezTo>
                  <a:cubicBezTo>
                    <a:pt x="76532" y="42571"/>
                    <a:pt x="71893" y="50158"/>
                    <a:pt x="68843" y="58411"/>
                  </a:cubicBezTo>
                  <a:cubicBezTo>
                    <a:pt x="67510" y="62025"/>
                    <a:pt x="66126" y="65587"/>
                    <a:pt x="65101" y="69252"/>
                  </a:cubicBezTo>
                  <a:cubicBezTo>
                    <a:pt x="63691" y="74096"/>
                    <a:pt x="62897" y="78992"/>
                    <a:pt x="63102" y="83964"/>
                  </a:cubicBezTo>
                  <a:cubicBezTo>
                    <a:pt x="63281" y="88654"/>
                    <a:pt x="64383" y="93216"/>
                    <a:pt x="66075" y="97702"/>
                  </a:cubicBezTo>
                  <a:cubicBezTo>
                    <a:pt x="68202" y="103238"/>
                    <a:pt x="71278" y="108389"/>
                    <a:pt x="75199" y="112849"/>
                  </a:cubicBezTo>
                  <a:cubicBezTo>
                    <a:pt x="78505" y="116668"/>
                    <a:pt x="82427" y="119923"/>
                    <a:pt x="86758" y="122486"/>
                  </a:cubicBezTo>
                  <a:cubicBezTo>
                    <a:pt x="94447" y="127073"/>
                    <a:pt x="103059" y="129201"/>
                    <a:pt x="112568" y="128739"/>
                  </a:cubicBezTo>
                  <a:cubicBezTo>
                    <a:pt x="114362" y="128663"/>
                    <a:pt x="116182" y="128432"/>
                    <a:pt x="117950" y="128073"/>
                  </a:cubicBezTo>
                  <a:cubicBezTo>
                    <a:pt x="118283" y="128022"/>
                    <a:pt x="118591" y="127894"/>
                    <a:pt x="118924" y="127817"/>
                  </a:cubicBezTo>
                  <a:lnTo>
                    <a:pt x="118924" y="149064"/>
                  </a:lnTo>
                  <a:cubicBezTo>
                    <a:pt x="118514" y="149141"/>
                    <a:pt x="118129" y="149218"/>
                    <a:pt x="117719" y="149346"/>
                  </a:cubicBezTo>
                  <a:cubicBezTo>
                    <a:pt x="112952" y="150730"/>
                    <a:pt x="108005" y="151448"/>
                    <a:pt x="103008" y="151473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45" name="Google Shape;697;p25"/>
            <p:cNvSpPr/>
            <p:nvPr/>
          </p:nvSpPr>
          <p:spPr>
            <a:xfrm rot="10800000">
              <a:off x="2516040" y="720"/>
              <a:ext cx="6626880" cy="5142240"/>
            </a:xfrm>
            <a:custGeom>
              <a:avLst/>
              <a:gdLst>
                <a:gd name="textAreaLeft" fmla="*/ 0 w 6626880"/>
                <a:gd name="textAreaRight" fmla="*/ 6627240 w 6626880"/>
                <a:gd name="textAreaTop" fmla="*/ 0 h 5142240"/>
                <a:gd name="textAreaBottom" fmla="*/ 5142600 h 5142240"/>
              </a:gdLst>
              <a:ahLst/>
              <a:cxnLst/>
              <a:rect l="textAreaLeft" t="textAreaTop" r="textAreaRight" b="textAreaBottom"/>
              <a:pathLst>
                <a:path w="206323" h="175925">
                  <a:moveTo>
                    <a:pt x="141196" y="19504"/>
                  </a:moveTo>
                  <a:cubicBezTo>
                    <a:pt x="142093" y="23041"/>
                    <a:pt x="142965" y="26604"/>
                    <a:pt x="143836" y="30166"/>
                  </a:cubicBezTo>
                  <a:cubicBezTo>
                    <a:pt x="145400" y="36318"/>
                    <a:pt x="147424" y="42315"/>
                    <a:pt x="149936" y="48133"/>
                  </a:cubicBezTo>
                  <a:cubicBezTo>
                    <a:pt x="151089" y="50824"/>
                    <a:pt x="152217" y="53515"/>
                    <a:pt x="153089" y="56283"/>
                  </a:cubicBezTo>
                  <a:cubicBezTo>
                    <a:pt x="153858" y="58770"/>
                    <a:pt x="154447" y="61333"/>
                    <a:pt x="154831" y="63921"/>
                  </a:cubicBezTo>
                  <a:cubicBezTo>
                    <a:pt x="155421" y="67612"/>
                    <a:pt x="155703" y="71277"/>
                    <a:pt x="156036" y="74968"/>
                  </a:cubicBezTo>
                  <a:cubicBezTo>
                    <a:pt x="156241" y="77813"/>
                    <a:pt x="156600" y="80658"/>
                    <a:pt x="157138" y="83477"/>
                  </a:cubicBezTo>
                  <a:cubicBezTo>
                    <a:pt x="157574" y="85912"/>
                    <a:pt x="158343" y="88270"/>
                    <a:pt x="159394" y="90525"/>
                  </a:cubicBezTo>
                  <a:cubicBezTo>
                    <a:pt x="160675" y="93191"/>
                    <a:pt x="162520" y="95549"/>
                    <a:pt x="164802" y="97420"/>
                  </a:cubicBezTo>
                  <a:cubicBezTo>
                    <a:pt x="165776" y="98214"/>
                    <a:pt x="166724" y="99034"/>
                    <a:pt x="167723" y="99803"/>
                  </a:cubicBezTo>
                  <a:cubicBezTo>
                    <a:pt x="171645" y="102751"/>
                    <a:pt x="174618" y="106826"/>
                    <a:pt x="176207" y="111490"/>
                  </a:cubicBezTo>
                  <a:cubicBezTo>
                    <a:pt x="177027" y="113797"/>
                    <a:pt x="177565" y="116155"/>
                    <a:pt x="177873" y="118590"/>
                  </a:cubicBezTo>
                  <a:cubicBezTo>
                    <a:pt x="178155" y="120820"/>
                    <a:pt x="178257" y="123075"/>
                    <a:pt x="178129" y="125331"/>
                  </a:cubicBezTo>
                  <a:cubicBezTo>
                    <a:pt x="178027" y="127330"/>
                    <a:pt x="177565" y="129278"/>
                    <a:pt x="176796" y="131123"/>
                  </a:cubicBezTo>
                  <a:cubicBezTo>
                    <a:pt x="175694" y="133686"/>
                    <a:pt x="174567" y="136249"/>
                    <a:pt x="173439" y="138812"/>
                  </a:cubicBezTo>
                  <a:cubicBezTo>
                    <a:pt x="172824" y="140222"/>
                    <a:pt x="172209" y="141631"/>
                    <a:pt x="171645" y="143067"/>
                  </a:cubicBezTo>
                  <a:cubicBezTo>
                    <a:pt x="170491" y="146040"/>
                    <a:pt x="170696" y="148987"/>
                    <a:pt x="172055" y="151909"/>
                  </a:cubicBezTo>
                  <a:cubicBezTo>
                    <a:pt x="172798" y="153447"/>
                    <a:pt x="173721" y="154882"/>
                    <a:pt x="174797" y="156215"/>
                  </a:cubicBezTo>
                  <a:cubicBezTo>
                    <a:pt x="176925" y="158829"/>
                    <a:pt x="179488" y="161136"/>
                    <a:pt x="182281" y="163263"/>
                  </a:cubicBezTo>
                  <a:cubicBezTo>
                    <a:pt x="188971" y="168415"/>
                    <a:pt x="196609" y="172387"/>
                    <a:pt x="205015" y="175386"/>
                  </a:cubicBezTo>
                  <a:cubicBezTo>
                    <a:pt x="205451" y="175540"/>
                    <a:pt x="205887" y="175745"/>
                    <a:pt x="206322" y="175924"/>
                  </a:cubicBezTo>
                  <a:lnTo>
                    <a:pt x="178539" y="175924"/>
                  </a:lnTo>
                  <a:cubicBezTo>
                    <a:pt x="178257" y="175668"/>
                    <a:pt x="178001" y="175412"/>
                    <a:pt x="177694" y="175181"/>
                  </a:cubicBezTo>
                  <a:cubicBezTo>
                    <a:pt x="174054" y="172439"/>
                    <a:pt x="170594" y="169491"/>
                    <a:pt x="167313" y="166364"/>
                  </a:cubicBezTo>
                  <a:cubicBezTo>
                    <a:pt x="164597" y="163801"/>
                    <a:pt x="162136" y="161008"/>
                    <a:pt x="159932" y="158009"/>
                  </a:cubicBezTo>
                  <a:cubicBezTo>
                    <a:pt x="157753" y="154985"/>
                    <a:pt x="156010" y="151806"/>
                    <a:pt x="154960" y="148372"/>
                  </a:cubicBezTo>
                  <a:cubicBezTo>
                    <a:pt x="154550" y="146988"/>
                    <a:pt x="154268" y="145553"/>
                    <a:pt x="154139" y="144117"/>
                  </a:cubicBezTo>
                  <a:cubicBezTo>
                    <a:pt x="153909" y="141401"/>
                    <a:pt x="154344" y="138658"/>
                    <a:pt x="155421" y="136146"/>
                  </a:cubicBezTo>
                  <a:cubicBezTo>
                    <a:pt x="156036" y="134686"/>
                    <a:pt x="156754" y="133225"/>
                    <a:pt x="157394" y="131764"/>
                  </a:cubicBezTo>
                  <a:cubicBezTo>
                    <a:pt x="157856" y="130739"/>
                    <a:pt x="158266" y="129688"/>
                    <a:pt x="158625" y="128637"/>
                  </a:cubicBezTo>
                  <a:cubicBezTo>
                    <a:pt x="159650" y="125356"/>
                    <a:pt x="159163" y="122178"/>
                    <a:pt x="157471" y="119103"/>
                  </a:cubicBezTo>
                  <a:cubicBezTo>
                    <a:pt x="156779" y="117898"/>
                    <a:pt x="155959" y="116745"/>
                    <a:pt x="154985" y="115745"/>
                  </a:cubicBezTo>
                  <a:cubicBezTo>
                    <a:pt x="154344" y="115079"/>
                    <a:pt x="153678" y="114438"/>
                    <a:pt x="152986" y="113823"/>
                  </a:cubicBezTo>
                  <a:cubicBezTo>
                    <a:pt x="152422" y="113285"/>
                    <a:pt x="151833" y="112746"/>
                    <a:pt x="151218" y="112234"/>
                  </a:cubicBezTo>
                  <a:cubicBezTo>
                    <a:pt x="147040" y="108748"/>
                    <a:pt x="144016" y="104083"/>
                    <a:pt x="142580" y="98829"/>
                  </a:cubicBezTo>
                  <a:cubicBezTo>
                    <a:pt x="141837" y="96164"/>
                    <a:pt x="141299" y="93473"/>
                    <a:pt x="140966" y="90756"/>
                  </a:cubicBezTo>
                  <a:cubicBezTo>
                    <a:pt x="140402" y="86476"/>
                    <a:pt x="139915" y="82170"/>
                    <a:pt x="139325" y="77864"/>
                  </a:cubicBezTo>
                  <a:cubicBezTo>
                    <a:pt x="138813" y="74173"/>
                    <a:pt x="138172" y="70482"/>
                    <a:pt x="137403" y="66817"/>
                  </a:cubicBezTo>
                  <a:cubicBezTo>
                    <a:pt x="136685" y="63409"/>
                    <a:pt x="136045" y="60025"/>
                    <a:pt x="135250" y="56642"/>
                  </a:cubicBezTo>
                  <a:cubicBezTo>
                    <a:pt x="133533" y="49107"/>
                    <a:pt x="131636" y="41572"/>
                    <a:pt x="129124" y="34216"/>
                  </a:cubicBezTo>
                  <a:cubicBezTo>
                    <a:pt x="128279" y="31576"/>
                    <a:pt x="127202" y="29039"/>
                    <a:pt x="125946" y="26578"/>
                  </a:cubicBezTo>
                  <a:cubicBezTo>
                    <a:pt x="125152" y="25015"/>
                    <a:pt x="124203" y="23554"/>
                    <a:pt x="123127" y="22170"/>
                  </a:cubicBezTo>
                  <a:cubicBezTo>
                    <a:pt x="122025" y="20786"/>
                    <a:pt x="120718" y="19530"/>
                    <a:pt x="119231" y="18530"/>
                  </a:cubicBezTo>
                  <a:cubicBezTo>
                    <a:pt x="118360" y="17941"/>
                    <a:pt x="117437" y="17454"/>
                    <a:pt x="116463" y="17070"/>
                  </a:cubicBezTo>
                  <a:cubicBezTo>
                    <a:pt x="113951" y="16096"/>
                    <a:pt x="111183" y="15942"/>
                    <a:pt x="108595" y="16659"/>
                  </a:cubicBezTo>
                  <a:cubicBezTo>
                    <a:pt x="107031" y="17095"/>
                    <a:pt x="105519" y="17710"/>
                    <a:pt x="104135" y="18530"/>
                  </a:cubicBezTo>
                  <a:cubicBezTo>
                    <a:pt x="101880" y="19838"/>
                    <a:pt x="99829" y="21478"/>
                    <a:pt x="98035" y="23400"/>
                  </a:cubicBezTo>
                  <a:cubicBezTo>
                    <a:pt x="95370" y="26194"/>
                    <a:pt x="93114" y="29321"/>
                    <a:pt x="91320" y="32729"/>
                  </a:cubicBezTo>
                  <a:cubicBezTo>
                    <a:pt x="90218" y="34806"/>
                    <a:pt x="89167" y="36907"/>
                    <a:pt x="88116" y="38958"/>
                  </a:cubicBezTo>
                  <a:cubicBezTo>
                    <a:pt x="86758" y="41674"/>
                    <a:pt x="85246" y="44314"/>
                    <a:pt x="83580" y="46852"/>
                  </a:cubicBezTo>
                  <a:cubicBezTo>
                    <a:pt x="82298" y="48748"/>
                    <a:pt x="80837" y="50491"/>
                    <a:pt x="79197" y="52080"/>
                  </a:cubicBezTo>
                  <a:cubicBezTo>
                    <a:pt x="78300" y="52926"/>
                    <a:pt x="77352" y="53695"/>
                    <a:pt x="76326" y="54387"/>
                  </a:cubicBezTo>
                  <a:cubicBezTo>
                    <a:pt x="73302" y="56335"/>
                    <a:pt x="69791" y="57437"/>
                    <a:pt x="66177" y="57539"/>
                  </a:cubicBezTo>
                  <a:cubicBezTo>
                    <a:pt x="62332" y="57693"/>
                    <a:pt x="58616" y="57104"/>
                    <a:pt x="55002" y="56104"/>
                  </a:cubicBezTo>
                  <a:cubicBezTo>
                    <a:pt x="50414" y="54797"/>
                    <a:pt x="45980" y="52952"/>
                    <a:pt x="41828" y="50619"/>
                  </a:cubicBezTo>
                  <a:cubicBezTo>
                    <a:pt x="37830" y="48441"/>
                    <a:pt x="34139" y="45955"/>
                    <a:pt x="30423" y="43443"/>
                  </a:cubicBezTo>
                  <a:cubicBezTo>
                    <a:pt x="26194" y="40572"/>
                    <a:pt x="21991" y="37625"/>
                    <a:pt x="17710" y="34806"/>
                  </a:cubicBezTo>
                  <a:cubicBezTo>
                    <a:pt x="12405" y="31269"/>
                    <a:pt x="6843" y="28065"/>
                    <a:pt x="1128" y="25040"/>
                  </a:cubicBezTo>
                  <a:cubicBezTo>
                    <a:pt x="769" y="24861"/>
                    <a:pt x="461" y="24605"/>
                    <a:pt x="0" y="24630"/>
                  </a:cubicBezTo>
                  <a:lnTo>
                    <a:pt x="0" y="19351"/>
                  </a:lnTo>
                  <a:cubicBezTo>
                    <a:pt x="179" y="19351"/>
                    <a:pt x="359" y="19376"/>
                    <a:pt x="538" y="19428"/>
                  </a:cubicBezTo>
                  <a:cubicBezTo>
                    <a:pt x="846" y="19556"/>
                    <a:pt x="1128" y="19709"/>
                    <a:pt x="1435" y="19863"/>
                  </a:cubicBezTo>
                  <a:cubicBezTo>
                    <a:pt x="11354" y="24964"/>
                    <a:pt x="20991" y="30653"/>
                    <a:pt x="30269" y="36907"/>
                  </a:cubicBezTo>
                  <a:cubicBezTo>
                    <a:pt x="33447" y="39060"/>
                    <a:pt x="36677" y="41136"/>
                    <a:pt x="39906" y="43187"/>
                  </a:cubicBezTo>
                  <a:cubicBezTo>
                    <a:pt x="42315" y="44724"/>
                    <a:pt x="44827" y="46083"/>
                    <a:pt x="47416" y="47287"/>
                  </a:cubicBezTo>
                  <a:cubicBezTo>
                    <a:pt x="50389" y="48723"/>
                    <a:pt x="53516" y="49773"/>
                    <a:pt x="56745" y="50440"/>
                  </a:cubicBezTo>
                  <a:cubicBezTo>
                    <a:pt x="58795" y="50876"/>
                    <a:pt x="60871" y="51029"/>
                    <a:pt x="62948" y="50952"/>
                  </a:cubicBezTo>
                  <a:cubicBezTo>
                    <a:pt x="66510" y="50799"/>
                    <a:pt x="69586" y="49748"/>
                    <a:pt x="72149" y="47697"/>
                  </a:cubicBezTo>
                  <a:cubicBezTo>
                    <a:pt x="73353" y="46723"/>
                    <a:pt x="74455" y="45570"/>
                    <a:pt x="75404" y="44314"/>
                  </a:cubicBezTo>
                  <a:cubicBezTo>
                    <a:pt x="76813" y="42443"/>
                    <a:pt x="78018" y="40418"/>
                    <a:pt x="79018" y="38266"/>
                  </a:cubicBezTo>
                  <a:cubicBezTo>
                    <a:pt x="80427" y="35190"/>
                    <a:pt x="81658" y="32037"/>
                    <a:pt x="82657" y="28808"/>
                  </a:cubicBezTo>
                  <a:cubicBezTo>
                    <a:pt x="83477" y="26091"/>
                    <a:pt x="84502" y="23477"/>
                    <a:pt x="85733" y="20940"/>
                  </a:cubicBezTo>
                  <a:cubicBezTo>
                    <a:pt x="87527" y="17454"/>
                    <a:pt x="89680" y="14148"/>
                    <a:pt x="92166" y="11123"/>
                  </a:cubicBezTo>
                  <a:cubicBezTo>
                    <a:pt x="94883" y="7817"/>
                    <a:pt x="97753" y="4562"/>
                    <a:pt x="100778" y="1435"/>
                  </a:cubicBezTo>
                  <a:cubicBezTo>
                    <a:pt x="101239" y="948"/>
                    <a:pt x="101752" y="461"/>
                    <a:pt x="102238" y="0"/>
                  </a:cubicBezTo>
                  <a:lnTo>
                    <a:pt x="125921" y="0"/>
                  </a:lnTo>
                  <a:cubicBezTo>
                    <a:pt x="126100" y="308"/>
                    <a:pt x="126485" y="384"/>
                    <a:pt x="126792" y="564"/>
                  </a:cubicBezTo>
                  <a:cubicBezTo>
                    <a:pt x="128663" y="1512"/>
                    <a:pt x="130457" y="2640"/>
                    <a:pt x="132123" y="3921"/>
                  </a:cubicBezTo>
                  <a:cubicBezTo>
                    <a:pt x="134968" y="6126"/>
                    <a:pt x="137224" y="8996"/>
                    <a:pt x="138684" y="12277"/>
                  </a:cubicBezTo>
                  <a:cubicBezTo>
                    <a:pt x="139735" y="14609"/>
                    <a:pt x="140555" y="17018"/>
                    <a:pt x="141196" y="19504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46" name="Google Shape;698;p25"/>
            <p:cNvSpPr/>
            <p:nvPr/>
          </p:nvSpPr>
          <p:spPr>
            <a:xfrm rot="10800000">
              <a:off x="4359600" y="1080"/>
              <a:ext cx="4783320" cy="3974400"/>
            </a:xfrm>
            <a:custGeom>
              <a:avLst/>
              <a:gdLst>
                <a:gd name="textAreaLeft" fmla="*/ 0 w 4783320"/>
                <a:gd name="textAreaRight" fmla="*/ 4783680 w 4783320"/>
                <a:gd name="textAreaTop" fmla="*/ 0 h 3974400"/>
                <a:gd name="textAreaBottom" fmla="*/ 3974760 h 3974400"/>
              </a:gdLst>
              <a:ahLst/>
              <a:cxnLst/>
              <a:rect l="textAreaLeft" t="textAreaTop" r="textAreaRight" b="textAreaBottom"/>
              <a:pathLst>
                <a:path w="148937" h="135968">
                  <a:moveTo>
                    <a:pt x="1307" y="308"/>
                  </a:moveTo>
                  <a:cubicBezTo>
                    <a:pt x="3306" y="897"/>
                    <a:pt x="5229" y="1615"/>
                    <a:pt x="7125" y="2435"/>
                  </a:cubicBezTo>
                  <a:cubicBezTo>
                    <a:pt x="10329" y="3819"/>
                    <a:pt x="13430" y="5331"/>
                    <a:pt x="16429" y="6972"/>
                  </a:cubicBezTo>
                  <a:cubicBezTo>
                    <a:pt x="21068" y="9483"/>
                    <a:pt x="25656" y="12021"/>
                    <a:pt x="30295" y="14507"/>
                  </a:cubicBezTo>
                  <a:cubicBezTo>
                    <a:pt x="35805" y="17505"/>
                    <a:pt x="41546" y="19992"/>
                    <a:pt x="47493" y="21991"/>
                  </a:cubicBezTo>
                  <a:cubicBezTo>
                    <a:pt x="51414" y="23323"/>
                    <a:pt x="55412" y="24374"/>
                    <a:pt x="59487" y="25169"/>
                  </a:cubicBezTo>
                  <a:cubicBezTo>
                    <a:pt x="62512" y="25758"/>
                    <a:pt x="65562" y="26040"/>
                    <a:pt x="68637" y="26040"/>
                  </a:cubicBezTo>
                  <a:cubicBezTo>
                    <a:pt x="74174" y="25989"/>
                    <a:pt x="79146" y="24631"/>
                    <a:pt x="83554" y="21863"/>
                  </a:cubicBezTo>
                  <a:cubicBezTo>
                    <a:pt x="85476" y="20632"/>
                    <a:pt x="87296" y="19248"/>
                    <a:pt x="88988" y="17736"/>
                  </a:cubicBezTo>
                  <a:cubicBezTo>
                    <a:pt x="90269" y="16608"/>
                    <a:pt x="91499" y="15455"/>
                    <a:pt x="92781" y="14353"/>
                  </a:cubicBezTo>
                  <a:cubicBezTo>
                    <a:pt x="94062" y="13225"/>
                    <a:pt x="95395" y="12149"/>
                    <a:pt x="96754" y="11124"/>
                  </a:cubicBezTo>
                  <a:cubicBezTo>
                    <a:pt x="97574" y="10534"/>
                    <a:pt x="98420" y="10021"/>
                    <a:pt x="99317" y="9535"/>
                  </a:cubicBezTo>
                  <a:cubicBezTo>
                    <a:pt x="100086" y="9124"/>
                    <a:pt x="100931" y="8817"/>
                    <a:pt x="101803" y="8637"/>
                  </a:cubicBezTo>
                  <a:cubicBezTo>
                    <a:pt x="103571" y="8202"/>
                    <a:pt x="105417" y="8432"/>
                    <a:pt x="107031" y="9278"/>
                  </a:cubicBezTo>
                  <a:cubicBezTo>
                    <a:pt x="107928" y="9765"/>
                    <a:pt x="108749" y="10380"/>
                    <a:pt x="109492" y="11098"/>
                  </a:cubicBezTo>
                  <a:cubicBezTo>
                    <a:pt x="110466" y="12072"/>
                    <a:pt x="111337" y="13123"/>
                    <a:pt x="112080" y="14302"/>
                  </a:cubicBezTo>
                  <a:cubicBezTo>
                    <a:pt x="113413" y="16326"/>
                    <a:pt x="114515" y="18505"/>
                    <a:pt x="115387" y="20786"/>
                  </a:cubicBezTo>
                  <a:cubicBezTo>
                    <a:pt x="116848" y="24528"/>
                    <a:pt x="117950" y="28424"/>
                    <a:pt x="118667" y="32371"/>
                  </a:cubicBezTo>
                  <a:cubicBezTo>
                    <a:pt x="119667" y="37471"/>
                    <a:pt x="120026" y="42648"/>
                    <a:pt x="119769" y="47826"/>
                  </a:cubicBezTo>
                  <a:cubicBezTo>
                    <a:pt x="119641" y="50056"/>
                    <a:pt x="119436" y="52311"/>
                    <a:pt x="119180" y="54566"/>
                  </a:cubicBezTo>
                  <a:cubicBezTo>
                    <a:pt x="118693" y="58795"/>
                    <a:pt x="118078" y="63024"/>
                    <a:pt x="117591" y="67253"/>
                  </a:cubicBezTo>
                  <a:cubicBezTo>
                    <a:pt x="117027" y="71610"/>
                    <a:pt x="116719" y="75993"/>
                    <a:pt x="116617" y="80401"/>
                  </a:cubicBezTo>
                  <a:cubicBezTo>
                    <a:pt x="116566" y="83374"/>
                    <a:pt x="116771" y="86348"/>
                    <a:pt x="117258" y="89295"/>
                  </a:cubicBezTo>
                  <a:cubicBezTo>
                    <a:pt x="118129" y="94498"/>
                    <a:pt x="120000" y="99444"/>
                    <a:pt x="123358" y="103930"/>
                  </a:cubicBezTo>
                  <a:cubicBezTo>
                    <a:pt x="125049" y="106262"/>
                    <a:pt x="126818" y="108543"/>
                    <a:pt x="128663" y="110824"/>
                  </a:cubicBezTo>
                  <a:cubicBezTo>
                    <a:pt x="131559" y="114412"/>
                    <a:pt x="134276" y="118129"/>
                    <a:pt x="137019" y="121794"/>
                  </a:cubicBezTo>
                  <a:cubicBezTo>
                    <a:pt x="140581" y="126561"/>
                    <a:pt x="144426" y="131123"/>
                    <a:pt x="148526" y="135429"/>
                  </a:cubicBezTo>
                  <a:cubicBezTo>
                    <a:pt x="148680" y="135583"/>
                    <a:pt x="148808" y="135788"/>
                    <a:pt x="148937" y="135967"/>
                  </a:cubicBezTo>
                  <a:lnTo>
                    <a:pt x="115028" y="135967"/>
                  </a:lnTo>
                  <a:cubicBezTo>
                    <a:pt x="114772" y="135608"/>
                    <a:pt x="114515" y="135275"/>
                    <a:pt x="114310" y="134916"/>
                  </a:cubicBezTo>
                  <a:cubicBezTo>
                    <a:pt x="111055" y="129227"/>
                    <a:pt x="108313" y="123255"/>
                    <a:pt x="106134" y="117104"/>
                  </a:cubicBezTo>
                  <a:cubicBezTo>
                    <a:pt x="104340" y="112157"/>
                    <a:pt x="102905" y="107082"/>
                    <a:pt x="101880" y="101931"/>
                  </a:cubicBezTo>
                  <a:cubicBezTo>
                    <a:pt x="101136" y="98086"/>
                    <a:pt x="100624" y="94242"/>
                    <a:pt x="100393" y="90346"/>
                  </a:cubicBezTo>
                  <a:cubicBezTo>
                    <a:pt x="100162" y="86860"/>
                    <a:pt x="100214" y="83374"/>
                    <a:pt x="100470" y="79914"/>
                  </a:cubicBezTo>
                  <a:cubicBezTo>
                    <a:pt x="100726" y="76813"/>
                    <a:pt x="101111" y="73738"/>
                    <a:pt x="101675" y="70688"/>
                  </a:cubicBezTo>
                  <a:cubicBezTo>
                    <a:pt x="102520" y="65997"/>
                    <a:pt x="103751" y="61384"/>
                    <a:pt x="104853" y="56745"/>
                  </a:cubicBezTo>
                  <a:cubicBezTo>
                    <a:pt x="105673" y="53541"/>
                    <a:pt x="106211" y="50286"/>
                    <a:pt x="106467" y="46980"/>
                  </a:cubicBezTo>
                  <a:cubicBezTo>
                    <a:pt x="106724" y="43135"/>
                    <a:pt x="106339" y="39342"/>
                    <a:pt x="105007" y="35651"/>
                  </a:cubicBezTo>
                  <a:cubicBezTo>
                    <a:pt x="104596" y="34524"/>
                    <a:pt x="104058" y="33447"/>
                    <a:pt x="103366" y="32448"/>
                  </a:cubicBezTo>
                  <a:cubicBezTo>
                    <a:pt x="102854" y="31653"/>
                    <a:pt x="102238" y="30936"/>
                    <a:pt x="101521" y="30320"/>
                  </a:cubicBezTo>
                  <a:cubicBezTo>
                    <a:pt x="99957" y="28962"/>
                    <a:pt x="98061" y="28321"/>
                    <a:pt x="95805" y="28398"/>
                  </a:cubicBezTo>
                  <a:cubicBezTo>
                    <a:pt x="94780" y="28398"/>
                    <a:pt x="93781" y="28526"/>
                    <a:pt x="92781" y="28783"/>
                  </a:cubicBezTo>
                  <a:cubicBezTo>
                    <a:pt x="91397" y="29141"/>
                    <a:pt x="90039" y="29500"/>
                    <a:pt x="88680" y="29885"/>
                  </a:cubicBezTo>
                  <a:cubicBezTo>
                    <a:pt x="86271" y="30577"/>
                    <a:pt x="83913" y="31346"/>
                    <a:pt x="81452" y="31884"/>
                  </a:cubicBezTo>
                  <a:cubicBezTo>
                    <a:pt x="76788" y="32909"/>
                    <a:pt x="72021" y="33319"/>
                    <a:pt x="67253" y="33063"/>
                  </a:cubicBezTo>
                  <a:cubicBezTo>
                    <a:pt x="61282" y="32730"/>
                    <a:pt x="55464" y="31807"/>
                    <a:pt x="49671" y="30654"/>
                  </a:cubicBezTo>
                  <a:cubicBezTo>
                    <a:pt x="43956" y="29500"/>
                    <a:pt x="38343" y="28014"/>
                    <a:pt x="32755" y="26502"/>
                  </a:cubicBezTo>
                  <a:cubicBezTo>
                    <a:pt x="28578" y="25399"/>
                    <a:pt x="24400" y="24246"/>
                    <a:pt x="20145" y="23298"/>
                  </a:cubicBezTo>
                  <a:cubicBezTo>
                    <a:pt x="17864" y="22785"/>
                    <a:pt x="15557" y="22401"/>
                    <a:pt x="13225" y="22170"/>
                  </a:cubicBezTo>
                  <a:cubicBezTo>
                    <a:pt x="11226" y="21965"/>
                    <a:pt x="9227" y="21965"/>
                    <a:pt x="7228" y="22196"/>
                  </a:cubicBezTo>
                  <a:cubicBezTo>
                    <a:pt x="4972" y="22426"/>
                    <a:pt x="2845" y="23272"/>
                    <a:pt x="1051" y="24605"/>
                  </a:cubicBezTo>
                  <a:cubicBezTo>
                    <a:pt x="846" y="24759"/>
                    <a:pt x="641" y="24912"/>
                    <a:pt x="436" y="25041"/>
                  </a:cubicBezTo>
                  <a:cubicBezTo>
                    <a:pt x="282" y="25066"/>
                    <a:pt x="154" y="25092"/>
                    <a:pt x="0" y="25092"/>
                  </a:cubicBezTo>
                  <a:lnTo>
                    <a:pt x="0" y="103"/>
                  </a:lnTo>
                  <a:cubicBezTo>
                    <a:pt x="487" y="0"/>
                    <a:pt x="897" y="180"/>
                    <a:pt x="1307" y="30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47" name="Google Shape;699;p25"/>
            <p:cNvSpPr/>
            <p:nvPr/>
          </p:nvSpPr>
          <p:spPr>
            <a:xfrm rot="10800000">
              <a:off x="360" y="360"/>
              <a:ext cx="4717800" cy="5142960"/>
            </a:xfrm>
            <a:custGeom>
              <a:avLst/>
              <a:gdLst>
                <a:gd name="textAreaLeft" fmla="*/ 0 w 4717800"/>
                <a:gd name="textAreaRight" fmla="*/ 4718160 w 4717800"/>
                <a:gd name="textAreaTop" fmla="*/ 0 h 5142960"/>
                <a:gd name="textAreaBottom" fmla="*/ 5143320 h 5142960"/>
              </a:gdLst>
              <a:ahLst/>
              <a:cxnLst/>
              <a:rect l="textAreaLeft" t="textAreaTop" r="textAreaRight" b="textAreaBottom"/>
              <a:pathLst>
                <a:path w="146887" h="175950">
                  <a:moveTo>
                    <a:pt x="114772" y="175924"/>
                  </a:moveTo>
                  <a:cubicBezTo>
                    <a:pt x="114644" y="175822"/>
                    <a:pt x="114516" y="175719"/>
                    <a:pt x="114362" y="175642"/>
                  </a:cubicBezTo>
                  <a:cubicBezTo>
                    <a:pt x="110364" y="174310"/>
                    <a:pt x="106289" y="173079"/>
                    <a:pt x="102060" y="172310"/>
                  </a:cubicBezTo>
                  <a:cubicBezTo>
                    <a:pt x="98472" y="171695"/>
                    <a:pt x="94832" y="171439"/>
                    <a:pt x="91193" y="171516"/>
                  </a:cubicBezTo>
                  <a:cubicBezTo>
                    <a:pt x="88989" y="171567"/>
                    <a:pt x="86810" y="171593"/>
                    <a:pt x="84606" y="171644"/>
                  </a:cubicBezTo>
                  <a:cubicBezTo>
                    <a:pt x="78531" y="171772"/>
                    <a:pt x="72457" y="170849"/>
                    <a:pt x="66690" y="168978"/>
                  </a:cubicBezTo>
                  <a:cubicBezTo>
                    <a:pt x="59591" y="166697"/>
                    <a:pt x="53311" y="163391"/>
                    <a:pt x="47929" y="158932"/>
                  </a:cubicBezTo>
                  <a:cubicBezTo>
                    <a:pt x="46263" y="157573"/>
                    <a:pt x="44751" y="156035"/>
                    <a:pt x="43444" y="154318"/>
                  </a:cubicBezTo>
                  <a:cubicBezTo>
                    <a:pt x="42290" y="152883"/>
                    <a:pt x="41419" y="151217"/>
                    <a:pt x="40932" y="149423"/>
                  </a:cubicBezTo>
                  <a:cubicBezTo>
                    <a:pt x="40573" y="148039"/>
                    <a:pt x="40471" y="146629"/>
                    <a:pt x="40650" y="145219"/>
                  </a:cubicBezTo>
                  <a:cubicBezTo>
                    <a:pt x="40958" y="143041"/>
                    <a:pt x="41496" y="140914"/>
                    <a:pt x="42265" y="138889"/>
                  </a:cubicBezTo>
                  <a:cubicBezTo>
                    <a:pt x="43136" y="136454"/>
                    <a:pt x="44033" y="134019"/>
                    <a:pt x="44956" y="131610"/>
                  </a:cubicBezTo>
                  <a:cubicBezTo>
                    <a:pt x="45853" y="129201"/>
                    <a:pt x="46340" y="126689"/>
                    <a:pt x="46417" y="124126"/>
                  </a:cubicBezTo>
                  <a:cubicBezTo>
                    <a:pt x="46494" y="122024"/>
                    <a:pt x="46545" y="119923"/>
                    <a:pt x="46417" y="117821"/>
                  </a:cubicBezTo>
                  <a:cubicBezTo>
                    <a:pt x="46109" y="112772"/>
                    <a:pt x="45212" y="107800"/>
                    <a:pt x="43264" y="102981"/>
                  </a:cubicBezTo>
                  <a:cubicBezTo>
                    <a:pt x="42752" y="101725"/>
                    <a:pt x="42162" y="100495"/>
                    <a:pt x="41522" y="99316"/>
                  </a:cubicBezTo>
                  <a:cubicBezTo>
                    <a:pt x="40138" y="96804"/>
                    <a:pt x="38241" y="94600"/>
                    <a:pt x="36011" y="92806"/>
                  </a:cubicBezTo>
                  <a:cubicBezTo>
                    <a:pt x="35242" y="92191"/>
                    <a:pt x="34499" y="91576"/>
                    <a:pt x="33730" y="90961"/>
                  </a:cubicBezTo>
                  <a:cubicBezTo>
                    <a:pt x="30731" y="88757"/>
                    <a:pt x="28527" y="85655"/>
                    <a:pt x="27374" y="82118"/>
                  </a:cubicBezTo>
                  <a:cubicBezTo>
                    <a:pt x="26759" y="80196"/>
                    <a:pt x="26374" y="78197"/>
                    <a:pt x="26195" y="76198"/>
                  </a:cubicBezTo>
                  <a:cubicBezTo>
                    <a:pt x="25964" y="73686"/>
                    <a:pt x="25887" y="71174"/>
                    <a:pt x="25938" y="68688"/>
                  </a:cubicBezTo>
                  <a:cubicBezTo>
                    <a:pt x="25938" y="67048"/>
                    <a:pt x="25990" y="65433"/>
                    <a:pt x="25938" y="63793"/>
                  </a:cubicBezTo>
                  <a:cubicBezTo>
                    <a:pt x="25938" y="62383"/>
                    <a:pt x="25759" y="60974"/>
                    <a:pt x="25426" y="59590"/>
                  </a:cubicBezTo>
                  <a:cubicBezTo>
                    <a:pt x="24990" y="57873"/>
                    <a:pt x="24298" y="56232"/>
                    <a:pt x="23350" y="54746"/>
                  </a:cubicBezTo>
                  <a:cubicBezTo>
                    <a:pt x="22453" y="53310"/>
                    <a:pt x="21530" y="51901"/>
                    <a:pt x="20607" y="50517"/>
                  </a:cubicBezTo>
                  <a:cubicBezTo>
                    <a:pt x="18506" y="47492"/>
                    <a:pt x="16635" y="44289"/>
                    <a:pt x="15071" y="40957"/>
                  </a:cubicBezTo>
                  <a:cubicBezTo>
                    <a:pt x="13405" y="37317"/>
                    <a:pt x="12124" y="33550"/>
                    <a:pt x="11201" y="29680"/>
                  </a:cubicBezTo>
                  <a:cubicBezTo>
                    <a:pt x="10278" y="25938"/>
                    <a:pt x="9586" y="22144"/>
                    <a:pt x="8894" y="18377"/>
                  </a:cubicBezTo>
                  <a:cubicBezTo>
                    <a:pt x="8305" y="15327"/>
                    <a:pt x="7690" y="12251"/>
                    <a:pt x="6613" y="9278"/>
                  </a:cubicBezTo>
                  <a:cubicBezTo>
                    <a:pt x="6152" y="7945"/>
                    <a:pt x="5537" y="6664"/>
                    <a:pt x="4845" y="5434"/>
                  </a:cubicBezTo>
                  <a:cubicBezTo>
                    <a:pt x="3820" y="3639"/>
                    <a:pt x="2461" y="2050"/>
                    <a:pt x="872" y="743"/>
                  </a:cubicBezTo>
                  <a:cubicBezTo>
                    <a:pt x="565" y="513"/>
                    <a:pt x="283" y="256"/>
                    <a:pt x="1" y="0"/>
                  </a:cubicBezTo>
                  <a:lnTo>
                    <a:pt x="16635" y="0"/>
                  </a:lnTo>
                  <a:cubicBezTo>
                    <a:pt x="16865" y="1128"/>
                    <a:pt x="17173" y="2281"/>
                    <a:pt x="17378" y="3409"/>
                  </a:cubicBezTo>
                  <a:cubicBezTo>
                    <a:pt x="17532" y="4306"/>
                    <a:pt x="17660" y="5203"/>
                    <a:pt x="17711" y="6126"/>
                  </a:cubicBezTo>
                  <a:cubicBezTo>
                    <a:pt x="17839" y="7817"/>
                    <a:pt x="17916" y="9509"/>
                    <a:pt x="18019" y="11175"/>
                  </a:cubicBezTo>
                  <a:cubicBezTo>
                    <a:pt x="18198" y="14532"/>
                    <a:pt x="18326" y="17890"/>
                    <a:pt x="18711" y="21222"/>
                  </a:cubicBezTo>
                  <a:cubicBezTo>
                    <a:pt x="19198" y="25374"/>
                    <a:pt x="20018" y="29474"/>
                    <a:pt x="21633" y="33447"/>
                  </a:cubicBezTo>
                  <a:cubicBezTo>
                    <a:pt x="22555" y="35754"/>
                    <a:pt x="23760" y="37932"/>
                    <a:pt x="25246" y="39906"/>
                  </a:cubicBezTo>
                  <a:cubicBezTo>
                    <a:pt x="28220" y="43853"/>
                    <a:pt x="32295" y="46749"/>
                    <a:pt x="37498" y="48569"/>
                  </a:cubicBezTo>
                  <a:cubicBezTo>
                    <a:pt x="39394" y="49210"/>
                    <a:pt x="41342" y="49697"/>
                    <a:pt x="43316" y="50184"/>
                  </a:cubicBezTo>
                  <a:cubicBezTo>
                    <a:pt x="44469" y="50491"/>
                    <a:pt x="45648" y="50773"/>
                    <a:pt x="46776" y="51106"/>
                  </a:cubicBezTo>
                  <a:cubicBezTo>
                    <a:pt x="47468" y="51337"/>
                    <a:pt x="48160" y="51619"/>
                    <a:pt x="48801" y="51952"/>
                  </a:cubicBezTo>
                  <a:cubicBezTo>
                    <a:pt x="50005" y="52593"/>
                    <a:pt x="50595" y="53541"/>
                    <a:pt x="50595" y="54720"/>
                  </a:cubicBezTo>
                  <a:cubicBezTo>
                    <a:pt x="50620" y="55489"/>
                    <a:pt x="50466" y="56232"/>
                    <a:pt x="50159" y="56950"/>
                  </a:cubicBezTo>
                  <a:cubicBezTo>
                    <a:pt x="49749" y="57898"/>
                    <a:pt x="49287" y="58872"/>
                    <a:pt x="48826" y="59820"/>
                  </a:cubicBezTo>
                  <a:cubicBezTo>
                    <a:pt x="48237" y="61051"/>
                    <a:pt x="47596" y="62255"/>
                    <a:pt x="47032" y="63485"/>
                  </a:cubicBezTo>
                  <a:cubicBezTo>
                    <a:pt x="46366" y="64895"/>
                    <a:pt x="45930" y="66382"/>
                    <a:pt x="45699" y="67919"/>
                  </a:cubicBezTo>
                  <a:cubicBezTo>
                    <a:pt x="45417" y="70098"/>
                    <a:pt x="45853" y="72328"/>
                    <a:pt x="46981" y="74224"/>
                  </a:cubicBezTo>
                  <a:cubicBezTo>
                    <a:pt x="47237" y="74660"/>
                    <a:pt x="47519" y="75070"/>
                    <a:pt x="47801" y="75455"/>
                  </a:cubicBezTo>
                  <a:cubicBezTo>
                    <a:pt x="48160" y="75993"/>
                    <a:pt x="48519" y="76506"/>
                    <a:pt x="48929" y="76992"/>
                  </a:cubicBezTo>
                  <a:cubicBezTo>
                    <a:pt x="51825" y="80478"/>
                    <a:pt x="53491" y="84400"/>
                    <a:pt x="54439" y="88526"/>
                  </a:cubicBezTo>
                  <a:cubicBezTo>
                    <a:pt x="55157" y="91781"/>
                    <a:pt x="55695" y="95087"/>
                    <a:pt x="56079" y="98394"/>
                  </a:cubicBezTo>
                  <a:cubicBezTo>
                    <a:pt x="56438" y="101546"/>
                    <a:pt x="56720" y="104698"/>
                    <a:pt x="56925" y="107851"/>
                  </a:cubicBezTo>
                  <a:cubicBezTo>
                    <a:pt x="57182" y="111465"/>
                    <a:pt x="57182" y="115053"/>
                    <a:pt x="57207" y="118667"/>
                  </a:cubicBezTo>
                  <a:cubicBezTo>
                    <a:pt x="57207" y="120384"/>
                    <a:pt x="57258" y="122101"/>
                    <a:pt x="57335" y="123818"/>
                  </a:cubicBezTo>
                  <a:cubicBezTo>
                    <a:pt x="57438" y="127330"/>
                    <a:pt x="57258" y="130841"/>
                    <a:pt x="56797" y="134327"/>
                  </a:cubicBezTo>
                  <a:cubicBezTo>
                    <a:pt x="56541" y="136249"/>
                    <a:pt x="56438" y="138197"/>
                    <a:pt x="56490" y="140145"/>
                  </a:cubicBezTo>
                  <a:cubicBezTo>
                    <a:pt x="56541" y="141657"/>
                    <a:pt x="56771" y="143169"/>
                    <a:pt x="57233" y="144604"/>
                  </a:cubicBezTo>
                  <a:cubicBezTo>
                    <a:pt x="58130" y="147398"/>
                    <a:pt x="59898" y="149782"/>
                    <a:pt x="62487" y="151730"/>
                  </a:cubicBezTo>
                  <a:cubicBezTo>
                    <a:pt x="65563" y="154062"/>
                    <a:pt x="69202" y="155574"/>
                    <a:pt x="73252" y="156369"/>
                  </a:cubicBezTo>
                  <a:cubicBezTo>
                    <a:pt x="75892" y="156856"/>
                    <a:pt x="78557" y="157189"/>
                    <a:pt x="81248" y="157342"/>
                  </a:cubicBezTo>
                  <a:cubicBezTo>
                    <a:pt x="84426" y="157573"/>
                    <a:pt x="87604" y="157778"/>
                    <a:pt x="90757" y="158214"/>
                  </a:cubicBezTo>
                  <a:cubicBezTo>
                    <a:pt x="95088" y="158803"/>
                    <a:pt x="99369" y="159829"/>
                    <a:pt x="103521" y="161238"/>
                  </a:cubicBezTo>
                  <a:cubicBezTo>
                    <a:pt x="106494" y="162238"/>
                    <a:pt x="109441" y="163340"/>
                    <a:pt x="112389" y="164416"/>
                  </a:cubicBezTo>
                  <a:cubicBezTo>
                    <a:pt x="115669" y="165621"/>
                    <a:pt x="118976" y="166800"/>
                    <a:pt x="122410" y="167748"/>
                  </a:cubicBezTo>
                  <a:cubicBezTo>
                    <a:pt x="125460" y="168594"/>
                    <a:pt x="128587" y="169107"/>
                    <a:pt x="131740" y="169286"/>
                  </a:cubicBezTo>
                  <a:cubicBezTo>
                    <a:pt x="134918" y="169414"/>
                    <a:pt x="138121" y="169158"/>
                    <a:pt x="141223" y="168492"/>
                  </a:cubicBezTo>
                  <a:cubicBezTo>
                    <a:pt x="142760" y="168184"/>
                    <a:pt x="144273" y="167748"/>
                    <a:pt x="145785" y="167364"/>
                  </a:cubicBezTo>
                  <a:cubicBezTo>
                    <a:pt x="146144" y="167287"/>
                    <a:pt x="146528" y="167184"/>
                    <a:pt x="146887" y="167108"/>
                  </a:cubicBezTo>
                  <a:lnTo>
                    <a:pt x="146887" y="175950"/>
                  </a:ln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48" name="Google Shape;700;p25"/>
            <p:cNvSpPr/>
            <p:nvPr/>
          </p:nvSpPr>
          <p:spPr>
            <a:xfrm rot="10800000">
              <a:off x="6785640" y="1080"/>
              <a:ext cx="2357280" cy="2098440"/>
            </a:xfrm>
            <a:custGeom>
              <a:avLst/>
              <a:gdLst>
                <a:gd name="textAreaLeft" fmla="*/ 0 w 2357280"/>
                <a:gd name="textAreaRight" fmla="*/ 2357640 w 2357280"/>
                <a:gd name="textAreaTop" fmla="*/ 0 h 2098440"/>
                <a:gd name="textAreaBottom" fmla="*/ 2098800 h 2098440"/>
              </a:gdLst>
              <a:ahLst/>
              <a:cxnLst/>
              <a:rect l="textAreaLeft" t="textAreaTop" r="textAreaRight" b="textAreaBottom"/>
              <a:pathLst>
                <a:path w="73405" h="71791">
                  <a:moveTo>
                    <a:pt x="15327" y="20582"/>
                  </a:moveTo>
                  <a:cubicBezTo>
                    <a:pt x="18941" y="17865"/>
                    <a:pt x="22580" y="15148"/>
                    <a:pt x="26220" y="12457"/>
                  </a:cubicBezTo>
                  <a:cubicBezTo>
                    <a:pt x="28629" y="10688"/>
                    <a:pt x="31141" y="8997"/>
                    <a:pt x="33755" y="7433"/>
                  </a:cubicBezTo>
                  <a:cubicBezTo>
                    <a:pt x="37907" y="4896"/>
                    <a:pt x="42392" y="2922"/>
                    <a:pt x="47057" y="1590"/>
                  </a:cubicBezTo>
                  <a:cubicBezTo>
                    <a:pt x="50645" y="539"/>
                    <a:pt x="54361" y="1"/>
                    <a:pt x="58103" y="1"/>
                  </a:cubicBezTo>
                  <a:cubicBezTo>
                    <a:pt x="59898" y="1"/>
                    <a:pt x="61640" y="257"/>
                    <a:pt x="63358" y="744"/>
                  </a:cubicBezTo>
                  <a:cubicBezTo>
                    <a:pt x="66408" y="1615"/>
                    <a:pt x="68689" y="3230"/>
                    <a:pt x="70201" y="5562"/>
                  </a:cubicBezTo>
                  <a:cubicBezTo>
                    <a:pt x="71277" y="7305"/>
                    <a:pt x="72021" y="9253"/>
                    <a:pt x="72405" y="11278"/>
                  </a:cubicBezTo>
                  <a:cubicBezTo>
                    <a:pt x="72995" y="14148"/>
                    <a:pt x="73276" y="17096"/>
                    <a:pt x="73302" y="20069"/>
                  </a:cubicBezTo>
                  <a:cubicBezTo>
                    <a:pt x="73405" y="24862"/>
                    <a:pt x="73276" y="29629"/>
                    <a:pt x="72918" y="34422"/>
                  </a:cubicBezTo>
                  <a:cubicBezTo>
                    <a:pt x="72764" y="36780"/>
                    <a:pt x="72610" y="39112"/>
                    <a:pt x="72405" y="41470"/>
                  </a:cubicBezTo>
                  <a:cubicBezTo>
                    <a:pt x="71867" y="47032"/>
                    <a:pt x="71124" y="52542"/>
                    <a:pt x="69688" y="58027"/>
                  </a:cubicBezTo>
                  <a:cubicBezTo>
                    <a:pt x="68561" y="62102"/>
                    <a:pt x="67074" y="66100"/>
                    <a:pt x="65254" y="69945"/>
                  </a:cubicBezTo>
                  <a:cubicBezTo>
                    <a:pt x="64972" y="70560"/>
                    <a:pt x="64716" y="71175"/>
                    <a:pt x="64434" y="71790"/>
                  </a:cubicBezTo>
                  <a:lnTo>
                    <a:pt x="50107" y="71790"/>
                  </a:lnTo>
                  <a:lnTo>
                    <a:pt x="52029" y="66100"/>
                  </a:lnTo>
                  <a:cubicBezTo>
                    <a:pt x="53541" y="61589"/>
                    <a:pt x="54977" y="57053"/>
                    <a:pt x="56104" y="52440"/>
                  </a:cubicBezTo>
                  <a:cubicBezTo>
                    <a:pt x="57155" y="48390"/>
                    <a:pt x="57847" y="44264"/>
                    <a:pt x="58206" y="40086"/>
                  </a:cubicBezTo>
                  <a:cubicBezTo>
                    <a:pt x="58488" y="37190"/>
                    <a:pt x="58411" y="34268"/>
                    <a:pt x="58027" y="31372"/>
                  </a:cubicBezTo>
                  <a:cubicBezTo>
                    <a:pt x="57822" y="29578"/>
                    <a:pt x="57309" y="27835"/>
                    <a:pt x="56514" y="26194"/>
                  </a:cubicBezTo>
                  <a:cubicBezTo>
                    <a:pt x="56130" y="25426"/>
                    <a:pt x="55669" y="24708"/>
                    <a:pt x="55105" y="24042"/>
                  </a:cubicBezTo>
                  <a:cubicBezTo>
                    <a:pt x="53721" y="22478"/>
                    <a:pt x="51850" y="21555"/>
                    <a:pt x="49543" y="21222"/>
                  </a:cubicBezTo>
                  <a:cubicBezTo>
                    <a:pt x="47467" y="20992"/>
                    <a:pt x="45365" y="21094"/>
                    <a:pt x="43341" y="21530"/>
                  </a:cubicBezTo>
                  <a:cubicBezTo>
                    <a:pt x="40803" y="22017"/>
                    <a:pt x="38317" y="22709"/>
                    <a:pt x="35908" y="23580"/>
                  </a:cubicBezTo>
                  <a:cubicBezTo>
                    <a:pt x="31371" y="25169"/>
                    <a:pt x="27014" y="27092"/>
                    <a:pt x="22708" y="29039"/>
                  </a:cubicBezTo>
                  <a:cubicBezTo>
                    <a:pt x="15352" y="32397"/>
                    <a:pt x="8202" y="36216"/>
                    <a:pt x="1333" y="40445"/>
                  </a:cubicBezTo>
                  <a:cubicBezTo>
                    <a:pt x="897" y="40701"/>
                    <a:pt x="436" y="40906"/>
                    <a:pt x="0" y="41137"/>
                  </a:cubicBezTo>
                  <a:lnTo>
                    <a:pt x="0" y="31013"/>
                  </a:lnTo>
                  <a:cubicBezTo>
                    <a:pt x="538" y="30987"/>
                    <a:pt x="871" y="30654"/>
                    <a:pt x="1256" y="30423"/>
                  </a:cubicBezTo>
                  <a:cubicBezTo>
                    <a:pt x="6126" y="27322"/>
                    <a:pt x="10790" y="24016"/>
                    <a:pt x="15327" y="20582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49" name="Google Shape;701;p25"/>
            <p:cNvSpPr/>
            <p:nvPr/>
          </p:nvSpPr>
          <p:spPr>
            <a:xfrm rot="10800000">
              <a:off x="3613680" y="0"/>
              <a:ext cx="5529240" cy="4444200"/>
            </a:xfrm>
            <a:custGeom>
              <a:avLst/>
              <a:gdLst>
                <a:gd name="textAreaLeft" fmla="*/ 0 w 5529240"/>
                <a:gd name="textAreaRight" fmla="*/ 5529600 w 5529240"/>
                <a:gd name="textAreaTop" fmla="*/ 0 h 4444200"/>
                <a:gd name="textAreaBottom" fmla="*/ 4444560 h 4444200"/>
              </a:gdLst>
              <a:ahLst/>
              <a:cxnLst/>
              <a:rect l="textAreaLeft" t="textAreaTop" r="textAreaRight" b="textAreaBottom"/>
              <a:pathLst>
                <a:path w="172158" h="152038">
                  <a:moveTo>
                    <a:pt x="21427" y="15661"/>
                  </a:moveTo>
                  <a:cubicBezTo>
                    <a:pt x="24938" y="18070"/>
                    <a:pt x="28424" y="20479"/>
                    <a:pt x="31961" y="22837"/>
                  </a:cubicBezTo>
                  <a:cubicBezTo>
                    <a:pt x="35959" y="25580"/>
                    <a:pt x="40162" y="27989"/>
                    <a:pt x="44545" y="30090"/>
                  </a:cubicBezTo>
                  <a:cubicBezTo>
                    <a:pt x="48928" y="32218"/>
                    <a:pt x="53593" y="33807"/>
                    <a:pt x="58360" y="34806"/>
                  </a:cubicBezTo>
                  <a:cubicBezTo>
                    <a:pt x="61564" y="35447"/>
                    <a:pt x="64767" y="35806"/>
                    <a:pt x="68074" y="35524"/>
                  </a:cubicBezTo>
                  <a:cubicBezTo>
                    <a:pt x="71072" y="35268"/>
                    <a:pt x="73994" y="34396"/>
                    <a:pt x="76660" y="32961"/>
                  </a:cubicBezTo>
                  <a:cubicBezTo>
                    <a:pt x="78274" y="32038"/>
                    <a:pt x="79761" y="30911"/>
                    <a:pt x="81119" y="29629"/>
                  </a:cubicBezTo>
                  <a:cubicBezTo>
                    <a:pt x="82606" y="28194"/>
                    <a:pt x="83964" y="26656"/>
                    <a:pt x="85143" y="24964"/>
                  </a:cubicBezTo>
                  <a:cubicBezTo>
                    <a:pt x="86399" y="23196"/>
                    <a:pt x="87629" y="21376"/>
                    <a:pt x="88757" y="19531"/>
                  </a:cubicBezTo>
                  <a:cubicBezTo>
                    <a:pt x="90090" y="17378"/>
                    <a:pt x="91320" y="15199"/>
                    <a:pt x="92627" y="13046"/>
                  </a:cubicBezTo>
                  <a:cubicBezTo>
                    <a:pt x="94062" y="10612"/>
                    <a:pt x="95728" y="8382"/>
                    <a:pt x="97651" y="6331"/>
                  </a:cubicBezTo>
                  <a:cubicBezTo>
                    <a:pt x="98983" y="4947"/>
                    <a:pt x="100444" y="3743"/>
                    <a:pt x="102033" y="2692"/>
                  </a:cubicBezTo>
                  <a:cubicBezTo>
                    <a:pt x="103366" y="1795"/>
                    <a:pt x="104827" y="1077"/>
                    <a:pt x="106365" y="616"/>
                  </a:cubicBezTo>
                  <a:cubicBezTo>
                    <a:pt x="107749" y="180"/>
                    <a:pt x="109159" y="1"/>
                    <a:pt x="110620" y="52"/>
                  </a:cubicBezTo>
                  <a:cubicBezTo>
                    <a:pt x="112619" y="129"/>
                    <a:pt x="114567" y="744"/>
                    <a:pt x="116233" y="1872"/>
                  </a:cubicBezTo>
                  <a:cubicBezTo>
                    <a:pt x="117437" y="2666"/>
                    <a:pt x="118514" y="3666"/>
                    <a:pt x="119436" y="4768"/>
                  </a:cubicBezTo>
                  <a:cubicBezTo>
                    <a:pt x="120538" y="6101"/>
                    <a:pt x="121487" y="7536"/>
                    <a:pt x="122281" y="9048"/>
                  </a:cubicBezTo>
                  <a:cubicBezTo>
                    <a:pt x="123358" y="11073"/>
                    <a:pt x="124280" y="13175"/>
                    <a:pt x="125024" y="15328"/>
                  </a:cubicBezTo>
                  <a:cubicBezTo>
                    <a:pt x="127228" y="21222"/>
                    <a:pt x="128817" y="27245"/>
                    <a:pt x="130252" y="33320"/>
                  </a:cubicBezTo>
                  <a:cubicBezTo>
                    <a:pt x="131713" y="39445"/>
                    <a:pt x="132995" y="45622"/>
                    <a:pt x="133994" y="51825"/>
                  </a:cubicBezTo>
                  <a:cubicBezTo>
                    <a:pt x="134609" y="55720"/>
                    <a:pt x="135096" y="59616"/>
                    <a:pt x="135481" y="63512"/>
                  </a:cubicBezTo>
                  <a:cubicBezTo>
                    <a:pt x="135788" y="66716"/>
                    <a:pt x="136070" y="69945"/>
                    <a:pt x="136429" y="73149"/>
                  </a:cubicBezTo>
                  <a:cubicBezTo>
                    <a:pt x="136737" y="75789"/>
                    <a:pt x="137326" y="78403"/>
                    <a:pt x="138198" y="80889"/>
                  </a:cubicBezTo>
                  <a:cubicBezTo>
                    <a:pt x="139658" y="85195"/>
                    <a:pt x="142196" y="89065"/>
                    <a:pt x="145553" y="92141"/>
                  </a:cubicBezTo>
                  <a:cubicBezTo>
                    <a:pt x="146117" y="92653"/>
                    <a:pt x="146707" y="93217"/>
                    <a:pt x="147245" y="93781"/>
                  </a:cubicBezTo>
                  <a:cubicBezTo>
                    <a:pt x="147834" y="94422"/>
                    <a:pt x="148450" y="95062"/>
                    <a:pt x="148988" y="95729"/>
                  </a:cubicBezTo>
                  <a:cubicBezTo>
                    <a:pt x="151166" y="98446"/>
                    <a:pt x="151935" y="101419"/>
                    <a:pt x="151269" y="104622"/>
                  </a:cubicBezTo>
                  <a:cubicBezTo>
                    <a:pt x="151038" y="105724"/>
                    <a:pt x="150705" y="106827"/>
                    <a:pt x="150423" y="107929"/>
                  </a:cubicBezTo>
                  <a:cubicBezTo>
                    <a:pt x="149962" y="109518"/>
                    <a:pt x="149449" y="111132"/>
                    <a:pt x="149065" y="112773"/>
                  </a:cubicBezTo>
                  <a:cubicBezTo>
                    <a:pt x="148398" y="115515"/>
                    <a:pt x="148347" y="118386"/>
                    <a:pt x="148885" y="121179"/>
                  </a:cubicBezTo>
                  <a:cubicBezTo>
                    <a:pt x="149449" y="123999"/>
                    <a:pt x="150423" y="126715"/>
                    <a:pt x="151781" y="129253"/>
                  </a:cubicBezTo>
                  <a:cubicBezTo>
                    <a:pt x="153858" y="133225"/>
                    <a:pt x="156600" y="136865"/>
                    <a:pt x="159701" y="140325"/>
                  </a:cubicBezTo>
                  <a:cubicBezTo>
                    <a:pt x="163264" y="144221"/>
                    <a:pt x="167134" y="147860"/>
                    <a:pt x="171235" y="151218"/>
                  </a:cubicBezTo>
                  <a:cubicBezTo>
                    <a:pt x="171568" y="151474"/>
                    <a:pt x="171850" y="151756"/>
                    <a:pt x="172157" y="152038"/>
                  </a:cubicBezTo>
                  <a:lnTo>
                    <a:pt x="166006" y="152038"/>
                  </a:lnTo>
                  <a:cubicBezTo>
                    <a:pt x="165724" y="151782"/>
                    <a:pt x="165494" y="151500"/>
                    <a:pt x="165212" y="151243"/>
                  </a:cubicBezTo>
                  <a:cubicBezTo>
                    <a:pt x="161111" y="147732"/>
                    <a:pt x="157292" y="143913"/>
                    <a:pt x="153781" y="139812"/>
                  </a:cubicBezTo>
                  <a:cubicBezTo>
                    <a:pt x="151038" y="136609"/>
                    <a:pt x="148706" y="133123"/>
                    <a:pt x="146784" y="129381"/>
                  </a:cubicBezTo>
                  <a:cubicBezTo>
                    <a:pt x="145092" y="126049"/>
                    <a:pt x="143990" y="122461"/>
                    <a:pt x="143529" y="118744"/>
                  </a:cubicBezTo>
                  <a:cubicBezTo>
                    <a:pt x="143195" y="115900"/>
                    <a:pt x="143324" y="113055"/>
                    <a:pt x="143580" y="110210"/>
                  </a:cubicBezTo>
                  <a:cubicBezTo>
                    <a:pt x="143708" y="108723"/>
                    <a:pt x="143836" y="107211"/>
                    <a:pt x="143862" y="105724"/>
                  </a:cubicBezTo>
                  <a:cubicBezTo>
                    <a:pt x="143939" y="102956"/>
                    <a:pt x="142939" y="100265"/>
                    <a:pt x="141119" y="98189"/>
                  </a:cubicBezTo>
                  <a:cubicBezTo>
                    <a:pt x="140786" y="97805"/>
                    <a:pt x="140479" y="97420"/>
                    <a:pt x="140145" y="97036"/>
                  </a:cubicBezTo>
                  <a:cubicBezTo>
                    <a:pt x="139530" y="96344"/>
                    <a:pt x="138941" y="95678"/>
                    <a:pt x="138351" y="94986"/>
                  </a:cubicBezTo>
                  <a:cubicBezTo>
                    <a:pt x="136660" y="93038"/>
                    <a:pt x="135327" y="90833"/>
                    <a:pt x="134327" y="88475"/>
                  </a:cubicBezTo>
                  <a:cubicBezTo>
                    <a:pt x="133123" y="85477"/>
                    <a:pt x="132277" y="82324"/>
                    <a:pt x="131867" y="79121"/>
                  </a:cubicBezTo>
                  <a:cubicBezTo>
                    <a:pt x="131508" y="76506"/>
                    <a:pt x="131303" y="73866"/>
                    <a:pt x="131252" y="71252"/>
                  </a:cubicBezTo>
                  <a:cubicBezTo>
                    <a:pt x="131098" y="67126"/>
                    <a:pt x="130919" y="63025"/>
                    <a:pt x="130483" y="58950"/>
                  </a:cubicBezTo>
                  <a:cubicBezTo>
                    <a:pt x="130278" y="56797"/>
                    <a:pt x="130047" y="54644"/>
                    <a:pt x="129714" y="52491"/>
                  </a:cubicBezTo>
                  <a:cubicBezTo>
                    <a:pt x="129201" y="49364"/>
                    <a:pt x="128637" y="46237"/>
                    <a:pt x="128022" y="43110"/>
                  </a:cubicBezTo>
                  <a:cubicBezTo>
                    <a:pt x="126843" y="37190"/>
                    <a:pt x="125306" y="31321"/>
                    <a:pt x="123435" y="25580"/>
                  </a:cubicBezTo>
                  <a:cubicBezTo>
                    <a:pt x="122409" y="22350"/>
                    <a:pt x="121102" y="19198"/>
                    <a:pt x="119590" y="16148"/>
                  </a:cubicBezTo>
                  <a:cubicBezTo>
                    <a:pt x="118744" y="14507"/>
                    <a:pt x="117745" y="12944"/>
                    <a:pt x="116591" y="11534"/>
                  </a:cubicBezTo>
                  <a:cubicBezTo>
                    <a:pt x="115720" y="10483"/>
                    <a:pt x="114746" y="9561"/>
                    <a:pt x="113618" y="8817"/>
                  </a:cubicBezTo>
                  <a:cubicBezTo>
                    <a:pt x="112516" y="8074"/>
                    <a:pt x="111312" y="7536"/>
                    <a:pt x="110004" y="7280"/>
                  </a:cubicBezTo>
                  <a:cubicBezTo>
                    <a:pt x="108108" y="6895"/>
                    <a:pt x="106134" y="7075"/>
                    <a:pt x="104340" y="7741"/>
                  </a:cubicBezTo>
                  <a:cubicBezTo>
                    <a:pt x="102905" y="8279"/>
                    <a:pt x="101572" y="8997"/>
                    <a:pt x="100342" y="9894"/>
                  </a:cubicBezTo>
                  <a:cubicBezTo>
                    <a:pt x="99060" y="10842"/>
                    <a:pt x="97881" y="11893"/>
                    <a:pt x="96831" y="13072"/>
                  </a:cubicBezTo>
                  <a:cubicBezTo>
                    <a:pt x="95472" y="14559"/>
                    <a:pt x="94242" y="16148"/>
                    <a:pt x="93114" y="17814"/>
                  </a:cubicBezTo>
                  <a:cubicBezTo>
                    <a:pt x="91781" y="19736"/>
                    <a:pt x="90449" y="21684"/>
                    <a:pt x="89116" y="23606"/>
                  </a:cubicBezTo>
                  <a:cubicBezTo>
                    <a:pt x="87578" y="25810"/>
                    <a:pt x="85861" y="27886"/>
                    <a:pt x="84015" y="29834"/>
                  </a:cubicBezTo>
                  <a:cubicBezTo>
                    <a:pt x="82657" y="31269"/>
                    <a:pt x="81145" y="32551"/>
                    <a:pt x="79505" y="33679"/>
                  </a:cubicBezTo>
                  <a:cubicBezTo>
                    <a:pt x="75916" y="36088"/>
                    <a:pt x="71764" y="37292"/>
                    <a:pt x="67125" y="37395"/>
                  </a:cubicBezTo>
                  <a:cubicBezTo>
                    <a:pt x="63665" y="37421"/>
                    <a:pt x="60179" y="36985"/>
                    <a:pt x="56822" y="36139"/>
                  </a:cubicBezTo>
                  <a:cubicBezTo>
                    <a:pt x="51260" y="34781"/>
                    <a:pt x="45878" y="32756"/>
                    <a:pt x="40803" y="30142"/>
                  </a:cubicBezTo>
                  <a:cubicBezTo>
                    <a:pt x="36907" y="28117"/>
                    <a:pt x="33140" y="25887"/>
                    <a:pt x="29500" y="23478"/>
                  </a:cubicBezTo>
                  <a:cubicBezTo>
                    <a:pt x="26015" y="21171"/>
                    <a:pt x="22554" y="18813"/>
                    <a:pt x="19043" y="16532"/>
                  </a:cubicBezTo>
                  <a:cubicBezTo>
                    <a:pt x="13302" y="12765"/>
                    <a:pt x="7381" y="9304"/>
                    <a:pt x="1307" y="6152"/>
                  </a:cubicBezTo>
                  <a:cubicBezTo>
                    <a:pt x="897" y="5947"/>
                    <a:pt x="436" y="5793"/>
                    <a:pt x="0" y="5588"/>
                  </a:cubicBezTo>
                  <a:lnTo>
                    <a:pt x="0" y="2974"/>
                  </a:lnTo>
                  <a:cubicBezTo>
                    <a:pt x="436" y="3153"/>
                    <a:pt x="897" y="3333"/>
                    <a:pt x="1307" y="3538"/>
                  </a:cubicBezTo>
                  <a:cubicBezTo>
                    <a:pt x="8227" y="7203"/>
                    <a:pt x="14942" y="11252"/>
                    <a:pt x="21427" y="15661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50" name="Google Shape;702;p25"/>
            <p:cNvSpPr/>
            <p:nvPr/>
          </p:nvSpPr>
          <p:spPr>
            <a:xfrm rot="10800000">
              <a:off x="360" y="1752120"/>
              <a:ext cx="1572120" cy="3028680"/>
            </a:xfrm>
            <a:custGeom>
              <a:avLst/>
              <a:gdLst>
                <a:gd name="textAreaLeft" fmla="*/ 0 w 1572120"/>
                <a:gd name="textAreaRight" fmla="*/ 1572480 w 1572120"/>
                <a:gd name="textAreaTop" fmla="*/ 0 h 3028680"/>
                <a:gd name="textAreaBottom" fmla="*/ 3029040 h 3028680"/>
              </a:gdLst>
              <a:ahLst/>
              <a:cxnLst/>
              <a:rect l="textAreaLeft" t="textAreaTop" r="textAreaRight" b="textAreaBottom"/>
              <a:pathLst>
                <a:path w="48954" h="103623">
                  <a:moveTo>
                    <a:pt x="30962" y="101188"/>
                  </a:moveTo>
                  <a:cubicBezTo>
                    <a:pt x="28040" y="100265"/>
                    <a:pt x="25220" y="99035"/>
                    <a:pt x="22529" y="97523"/>
                  </a:cubicBezTo>
                  <a:cubicBezTo>
                    <a:pt x="18223" y="95114"/>
                    <a:pt x="14302" y="92064"/>
                    <a:pt x="10944" y="88450"/>
                  </a:cubicBezTo>
                  <a:cubicBezTo>
                    <a:pt x="6049" y="83196"/>
                    <a:pt x="2794" y="77327"/>
                    <a:pt x="1179" y="70817"/>
                  </a:cubicBezTo>
                  <a:cubicBezTo>
                    <a:pt x="0" y="66024"/>
                    <a:pt x="180" y="61205"/>
                    <a:pt x="1282" y="56438"/>
                  </a:cubicBezTo>
                  <a:cubicBezTo>
                    <a:pt x="1846" y="54055"/>
                    <a:pt x="2538" y="51671"/>
                    <a:pt x="3230" y="49287"/>
                  </a:cubicBezTo>
                  <a:cubicBezTo>
                    <a:pt x="4434" y="45135"/>
                    <a:pt x="6075" y="41137"/>
                    <a:pt x="8125" y="37318"/>
                  </a:cubicBezTo>
                  <a:cubicBezTo>
                    <a:pt x="11073" y="31833"/>
                    <a:pt x="14968" y="26861"/>
                    <a:pt x="19479" y="22196"/>
                  </a:cubicBezTo>
                  <a:cubicBezTo>
                    <a:pt x="24631" y="16917"/>
                    <a:pt x="30141" y="12021"/>
                    <a:pt x="35985" y="7562"/>
                  </a:cubicBezTo>
                  <a:cubicBezTo>
                    <a:pt x="39958" y="4486"/>
                    <a:pt x="44315" y="1949"/>
                    <a:pt x="48954" y="1"/>
                  </a:cubicBezTo>
                  <a:lnTo>
                    <a:pt x="48954" y="3948"/>
                  </a:lnTo>
                  <a:cubicBezTo>
                    <a:pt x="48749" y="4025"/>
                    <a:pt x="48544" y="4076"/>
                    <a:pt x="48339" y="4179"/>
                  </a:cubicBezTo>
                  <a:cubicBezTo>
                    <a:pt x="45853" y="5383"/>
                    <a:pt x="43495" y="6793"/>
                    <a:pt x="41239" y="8433"/>
                  </a:cubicBezTo>
                  <a:cubicBezTo>
                    <a:pt x="33986" y="13687"/>
                    <a:pt x="27348" y="19428"/>
                    <a:pt x="21581" y="25836"/>
                  </a:cubicBezTo>
                  <a:cubicBezTo>
                    <a:pt x="17275" y="30654"/>
                    <a:pt x="13841" y="35883"/>
                    <a:pt x="11534" y="41573"/>
                  </a:cubicBezTo>
                  <a:cubicBezTo>
                    <a:pt x="10355" y="44443"/>
                    <a:pt x="9458" y="47442"/>
                    <a:pt x="8920" y="50492"/>
                  </a:cubicBezTo>
                  <a:cubicBezTo>
                    <a:pt x="8535" y="52645"/>
                    <a:pt x="8151" y="54772"/>
                    <a:pt x="7920" y="56925"/>
                  </a:cubicBezTo>
                  <a:cubicBezTo>
                    <a:pt x="7074" y="64614"/>
                    <a:pt x="9612" y="71432"/>
                    <a:pt x="15763" y="77275"/>
                  </a:cubicBezTo>
                  <a:cubicBezTo>
                    <a:pt x="19838" y="81145"/>
                    <a:pt x="24708" y="84119"/>
                    <a:pt x="30039" y="85964"/>
                  </a:cubicBezTo>
                  <a:cubicBezTo>
                    <a:pt x="34165" y="87399"/>
                    <a:pt x="38522" y="88091"/>
                    <a:pt x="42905" y="87989"/>
                  </a:cubicBezTo>
                  <a:cubicBezTo>
                    <a:pt x="44930" y="87963"/>
                    <a:pt x="46980" y="87707"/>
                    <a:pt x="48954" y="87194"/>
                  </a:cubicBezTo>
                  <a:lnTo>
                    <a:pt x="48954" y="102623"/>
                  </a:lnTo>
                  <a:cubicBezTo>
                    <a:pt x="48851" y="102623"/>
                    <a:pt x="48723" y="102623"/>
                    <a:pt x="48621" y="102649"/>
                  </a:cubicBezTo>
                  <a:cubicBezTo>
                    <a:pt x="42546" y="103623"/>
                    <a:pt x="36677" y="103008"/>
                    <a:pt x="30962" y="10118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51" name="Google Shape;703;p25"/>
            <p:cNvSpPr/>
            <p:nvPr/>
          </p:nvSpPr>
          <p:spPr>
            <a:xfrm rot="10800000">
              <a:off x="720" y="299880"/>
              <a:ext cx="4073760" cy="4843440"/>
            </a:xfrm>
            <a:custGeom>
              <a:avLst/>
              <a:gdLst>
                <a:gd name="textAreaLeft" fmla="*/ 0 w 4073760"/>
                <a:gd name="textAreaRight" fmla="*/ 4074120 w 4073760"/>
                <a:gd name="textAreaTop" fmla="*/ 0 h 4843440"/>
                <a:gd name="textAreaBottom" fmla="*/ 4843800 h 4843440"/>
              </a:gdLst>
              <a:ahLst/>
              <a:cxnLst/>
              <a:rect l="textAreaLeft" t="textAreaTop" r="textAreaRight" b="textAreaBottom"/>
              <a:pathLst>
                <a:path w="126844" h="165698">
                  <a:moveTo>
                    <a:pt x="114055" y="165595"/>
                  </a:moveTo>
                  <a:cubicBezTo>
                    <a:pt x="110184" y="165698"/>
                    <a:pt x="106340" y="165288"/>
                    <a:pt x="102598" y="164365"/>
                  </a:cubicBezTo>
                  <a:cubicBezTo>
                    <a:pt x="99573" y="163571"/>
                    <a:pt x="96600" y="162648"/>
                    <a:pt x="93679" y="161546"/>
                  </a:cubicBezTo>
                  <a:cubicBezTo>
                    <a:pt x="90321" y="160316"/>
                    <a:pt x="86963" y="159034"/>
                    <a:pt x="83580" y="157829"/>
                  </a:cubicBezTo>
                  <a:cubicBezTo>
                    <a:pt x="78019" y="155830"/>
                    <a:pt x="72252" y="154446"/>
                    <a:pt x="66383" y="153703"/>
                  </a:cubicBezTo>
                  <a:cubicBezTo>
                    <a:pt x="63640" y="153344"/>
                    <a:pt x="60898" y="153011"/>
                    <a:pt x="58181" y="152627"/>
                  </a:cubicBezTo>
                  <a:cubicBezTo>
                    <a:pt x="56054" y="152345"/>
                    <a:pt x="53978" y="151858"/>
                    <a:pt x="51953" y="151140"/>
                  </a:cubicBezTo>
                  <a:cubicBezTo>
                    <a:pt x="46904" y="149269"/>
                    <a:pt x="43597" y="146142"/>
                    <a:pt x="42085" y="141734"/>
                  </a:cubicBezTo>
                  <a:cubicBezTo>
                    <a:pt x="41624" y="140401"/>
                    <a:pt x="41342" y="138991"/>
                    <a:pt x="41214" y="137582"/>
                  </a:cubicBezTo>
                  <a:cubicBezTo>
                    <a:pt x="40983" y="135506"/>
                    <a:pt x="41034" y="133455"/>
                    <a:pt x="41009" y="131379"/>
                  </a:cubicBezTo>
                  <a:cubicBezTo>
                    <a:pt x="40983" y="129508"/>
                    <a:pt x="40932" y="127612"/>
                    <a:pt x="40829" y="125741"/>
                  </a:cubicBezTo>
                  <a:cubicBezTo>
                    <a:pt x="40676" y="122460"/>
                    <a:pt x="40470" y="119179"/>
                    <a:pt x="40317" y="115899"/>
                  </a:cubicBezTo>
                  <a:cubicBezTo>
                    <a:pt x="40137" y="112362"/>
                    <a:pt x="40009" y="108825"/>
                    <a:pt x="39778" y="105288"/>
                  </a:cubicBezTo>
                  <a:cubicBezTo>
                    <a:pt x="39573" y="102033"/>
                    <a:pt x="39266" y="98778"/>
                    <a:pt x="38984" y="95523"/>
                  </a:cubicBezTo>
                  <a:cubicBezTo>
                    <a:pt x="38651" y="91499"/>
                    <a:pt x="38241" y="87475"/>
                    <a:pt x="37600" y="83477"/>
                  </a:cubicBezTo>
                  <a:cubicBezTo>
                    <a:pt x="37087" y="80017"/>
                    <a:pt x="36062" y="76634"/>
                    <a:pt x="34499" y="73507"/>
                  </a:cubicBezTo>
                  <a:cubicBezTo>
                    <a:pt x="34063" y="72635"/>
                    <a:pt x="33678" y="71738"/>
                    <a:pt x="33320" y="70841"/>
                  </a:cubicBezTo>
                  <a:cubicBezTo>
                    <a:pt x="32628" y="69124"/>
                    <a:pt x="32448" y="67202"/>
                    <a:pt x="32833" y="65382"/>
                  </a:cubicBezTo>
                  <a:cubicBezTo>
                    <a:pt x="33063" y="64177"/>
                    <a:pt x="33473" y="63024"/>
                    <a:pt x="34037" y="61973"/>
                  </a:cubicBezTo>
                  <a:cubicBezTo>
                    <a:pt x="34781" y="60589"/>
                    <a:pt x="35575" y="59231"/>
                    <a:pt x="36370" y="57898"/>
                  </a:cubicBezTo>
                  <a:cubicBezTo>
                    <a:pt x="37010" y="56822"/>
                    <a:pt x="37677" y="55771"/>
                    <a:pt x="38292" y="54694"/>
                  </a:cubicBezTo>
                  <a:cubicBezTo>
                    <a:pt x="38830" y="53797"/>
                    <a:pt x="39240" y="52849"/>
                    <a:pt x="39497" y="51849"/>
                  </a:cubicBezTo>
                  <a:cubicBezTo>
                    <a:pt x="39702" y="51183"/>
                    <a:pt x="39753" y="50491"/>
                    <a:pt x="39676" y="49799"/>
                  </a:cubicBezTo>
                  <a:cubicBezTo>
                    <a:pt x="39497" y="48646"/>
                    <a:pt x="38753" y="47851"/>
                    <a:pt x="37446" y="47415"/>
                  </a:cubicBezTo>
                  <a:cubicBezTo>
                    <a:pt x="36652" y="47134"/>
                    <a:pt x="35831" y="47005"/>
                    <a:pt x="34986" y="46980"/>
                  </a:cubicBezTo>
                  <a:cubicBezTo>
                    <a:pt x="33909" y="46929"/>
                    <a:pt x="32807" y="46929"/>
                    <a:pt x="31705" y="46929"/>
                  </a:cubicBezTo>
                  <a:cubicBezTo>
                    <a:pt x="30193" y="46929"/>
                    <a:pt x="28655" y="46954"/>
                    <a:pt x="27143" y="46954"/>
                  </a:cubicBezTo>
                  <a:cubicBezTo>
                    <a:pt x="25092" y="46954"/>
                    <a:pt x="23068" y="46775"/>
                    <a:pt x="21068" y="46416"/>
                  </a:cubicBezTo>
                  <a:cubicBezTo>
                    <a:pt x="15763" y="45442"/>
                    <a:pt x="11457" y="43238"/>
                    <a:pt x="8202" y="39650"/>
                  </a:cubicBezTo>
                  <a:cubicBezTo>
                    <a:pt x="7151" y="38496"/>
                    <a:pt x="6229" y="37215"/>
                    <a:pt x="5460" y="35882"/>
                  </a:cubicBezTo>
                  <a:cubicBezTo>
                    <a:pt x="4178" y="33703"/>
                    <a:pt x="3179" y="31345"/>
                    <a:pt x="2512" y="28911"/>
                  </a:cubicBezTo>
                  <a:cubicBezTo>
                    <a:pt x="1410" y="24810"/>
                    <a:pt x="795" y="20581"/>
                    <a:pt x="693" y="16352"/>
                  </a:cubicBezTo>
                  <a:cubicBezTo>
                    <a:pt x="590" y="12507"/>
                    <a:pt x="539" y="8663"/>
                    <a:pt x="462" y="4793"/>
                  </a:cubicBezTo>
                  <a:cubicBezTo>
                    <a:pt x="462" y="3178"/>
                    <a:pt x="308" y="1589"/>
                    <a:pt x="1" y="0"/>
                  </a:cubicBezTo>
                  <a:lnTo>
                    <a:pt x="2743" y="0"/>
                  </a:lnTo>
                  <a:cubicBezTo>
                    <a:pt x="2794" y="1666"/>
                    <a:pt x="2897" y="3306"/>
                    <a:pt x="2871" y="4972"/>
                  </a:cubicBezTo>
                  <a:cubicBezTo>
                    <a:pt x="2871" y="7638"/>
                    <a:pt x="2769" y="10303"/>
                    <a:pt x="2743" y="12969"/>
                  </a:cubicBezTo>
                  <a:cubicBezTo>
                    <a:pt x="2692" y="16403"/>
                    <a:pt x="2897" y="19863"/>
                    <a:pt x="3384" y="23272"/>
                  </a:cubicBezTo>
                  <a:cubicBezTo>
                    <a:pt x="3768" y="25963"/>
                    <a:pt x="4460" y="28603"/>
                    <a:pt x="5460" y="31140"/>
                  </a:cubicBezTo>
                  <a:cubicBezTo>
                    <a:pt x="6511" y="33832"/>
                    <a:pt x="8048" y="36266"/>
                    <a:pt x="10022" y="38368"/>
                  </a:cubicBezTo>
                  <a:cubicBezTo>
                    <a:pt x="12380" y="40777"/>
                    <a:pt x="15353" y="42520"/>
                    <a:pt x="18634" y="43392"/>
                  </a:cubicBezTo>
                  <a:cubicBezTo>
                    <a:pt x="21632" y="44186"/>
                    <a:pt x="24759" y="44442"/>
                    <a:pt x="27835" y="44084"/>
                  </a:cubicBezTo>
                  <a:cubicBezTo>
                    <a:pt x="29834" y="43879"/>
                    <a:pt x="31807" y="43571"/>
                    <a:pt x="33755" y="43135"/>
                  </a:cubicBezTo>
                  <a:cubicBezTo>
                    <a:pt x="36113" y="42648"/>
                    <a:pt x="38446" y="42110"/>
                    <a:pt x="40804" y="41674"/>
                  </a:cubicBezTo>
                  <a:cubicBezTo>
                    <a:pt x="41880" y="41495"/>
                    <a:pt x="42982" y="41367"/>
                    <a:pt x="44059" y="41290"/>
                  </a:cubicBezTo>
                  <a:cubicBezTo>
                    <a:pt x="44853" y="41239"/>
                    <a:pt x="45648" y="41316"/>
                    <a:pt x="46442" y="41521"/>
                  </a:cubicBezTo>
                  <a:cubicBezTo>
                    <a:pt x="47647" y="41828"/>
                    <a:pt x="48416" y="42520"/>
                    <a:pt x="48723" y="43545"/>
                  </a:cubicBezTo>
                  <a:cubicBezTo>
                    <a:pt x="48877" y="44160"/>
                    <a:pt x="48928" y="44776"/>
                    <a:pt x="48826" y="45416"/>
                  </a:cubicBezTo>
                  <a:cubicBezTo>
                    <a:pt x="48672" y="46518"/>
                    <a:pt x="48365" y="47595"/>
                    <a:pt x="47903" y="48594"/>
                  </a:cubicBezTo>
                  <a:cubicBezTo>
                    <a:pt x="47314" y="49927"/>
                    <a:pt x="46622" y="51209"/>
                    <a:pt x="45827" y="52439"/>
                  </a:cubicBezTo>
                  <a:cubicBezTo>
                    <a:pt x="44725" y="54156"/>
                    <a:pt x="43572" y="55873"/>
                    <a:pt x="42521" y="57591"/>
                  </a:cubicBezTo>
                  <a:cubicBezTo>
                    <a:pt x="41854" y="58667"/>
                    <a:pt x="41239" y="59795"/>
                    <a:pt x="40701" y="60922"/>
                  </a:cubicBezTo>
                  <a:cubicBezTo>
                    <a:pt x="39753" y="62845"/>
                    <a:pt x="39368" y="64972"/>
                    <a:pt x="39548" y="67099"/>
                  </a:cubicBezTo>
                  <a:cubicBezTo>
                    <a:pt x="39650" y="68125"/>
                    <a:pt x="39753" y="69150"/>
                    <a:pt x="39932" y="70175"/>
                  </a:cubicBezTo>
                  <a:cubicBezTo>
                    <a:pt x="40394" y="72892"/>
                    <a:pt x="40727" y="75660"/>
                    <a:pt x="40906" y="78402"/>
                  </a:cubicBezTo>
                  <a:cubicBezTo>
                    <a:pt x="41188" y="82810"/>
                    <a:pt x="41419" y="87219"/>
                    <a:pt x="41675" y="91627"/>
                  </a:cubicBezTo>
                  <a:cubicBezTo>
                    <a:pt x="41829" y="94241"/>
                    <a:pt x="41983" y="96830"/>
                    <a:pt x="42188" y="99419"/>
                  </a:cubicBezTo>
                  <a:cubicBezTo>
                    <a:pt x="42393" y="102007"/>
                    <a:pt x="42598" y="104622"/>
                    <a:pt x="42777" y="107210"/>
                  </a:cubicBezTo>
                  <a:cubicBezTo>
                    <a:pt x="42957" y="110055"/>
                    <a:pt x="43110" y="112900"/>
                    <a:pt x="43315" y="115745"/>
                  </a:cubicBezTo>
                  <a:cubicBezTo>
                    <a:pt x="43392" y="116898"/>
                    <a:pt x="43495" y="118052"/>
                    <a:pt x="43623" y="119205"/>
                  </a:cubicBezTo>
                  <a:cubicBezTo>
                    <a:pt x="43854" y="121384"/>
                    <a:pt x="44110" y="123562"/>
                    <a:pt x="44366" y="125766"/>
                  </a:cubicBezTo>
                  <a:cubicBezTo>
                    <a:pt x="44699" y="128509"/>
                    <a:pt x="44981" y="131251"/>
                    <a:pt x="45340" y="133994"/>
                  </a:cubicBezTo>
                  <a:cubicBezTo>
                    <a:pt x="45545" y="135813"/>
                    <a:pt x="46007" y="137607"/>
                    <a:pt x="46699" y="139299"/>
                  </a:cubicBezTo>
                  <a:cubicBezTo>
                    <a:pt x="48185" y="142836"/>
                    <a:pt x="50953" y="145476"/>
                    <a:pt x="55028" y="147142"/>
                  </a:cubicBezTo>
                  <a:cubicBezTo>
                    <a:pt x="55772" y="147449"/>
                    <a:pt x="56566" y="147706"/>
                    <a:pt x="57335" y="147962"/>
                  </a:cubicBezTo>
                  <a:cubicBezTo>
                    <a:pt x="59129" y="148475"/>
                    <a:pt x="60949" y="148910"/>
                    <a:pt x="62794" y="149243"/>
                  </a:cubicBezTo>
                  <a:cubicBezTo>
                    <a:pt x="65998" y="149884"/>
                    <a:pt x="69202" y="150474"/>
                    <a:pt x="72406" y="151191"/>
                  </a:cubicBezTo>
                  <a:cubicBezTo>
                    <a:pt x="77173" y="152293"/>
                    <a:pt x="81735" y="153857"/>
                    <a:pt x="86246" y="155523"/>
                  </a:cubicBezTo>
                  <a:cubicBezTo>
                    <a:pt x="89655" y="156804"/>
                    <a:pt x="93063" y="158086"/>
                    <a:pt x="96524" y="159290"/>
                  </a:cubicBezTo>
                  <a:cubicBezTo>
                    <a:pt x="100471" y="160674"/>
                    <a:pt x="104546" y="161571"/>
                    <a:pt x="108698" y="161905"/>
                  </a:cubicBezTo>
                  <a:cubicBezTo>
                    <a:pt x="111517" y="162135"/>
                    <a:pt x="114311" y="162084"/>
                    <a:pt x="117104" y="161725"/>
                  </a:cubicBezTo>
                  <a:cubicBezTo>
                    <a:pt x="120026" y="161341"/>
                    <a:pt x="122923" y="160726"/>
                    <a:pt x="125767" y="159880"/>
                  </a:cubicBezTo>
                  <a:cubicBezTo>
                    <a:pt x="126126" y="159752"/>
                    <a:pt x="126485" y="159675"/>
                    <a:pt x="126844" y="159598"/>
                  </a:cubicBezTo>
                  <a:lnTo>
                    <a:pt x="126844" y="163160"/>
                  </a:lnTo>
                  <a:cubicBezTo>
                    <a:pt x="125972" y="163442"/>
                    <a:pt x="125075" y="163750"/>
                    <a:pt x="124178" y="163981"/>
                  </a:cubicBezTo>
                  <a:cubicBezTo>
                    <a:pt x="120872" y="164903"/>
                    <a:pt x="117489" y="165442"/>
                    <a:pt x="114055" y="16559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52" name="Google Shape;704;p25"/>
            <p:cNvSpPr/>
            <p:nvPr/>
          </p:nvSpPr>
          <p:spPr>
            <a:xfrm rot="10800000">
              <a:off x="7029000" y="4515840"/>
              <a:ext cx="2113920" cy="627480"/>
            </a:xfrm>
            <a:custGeom>
              <a:avLst/>
              <a:gdLst>
                <a:gd name="textAreaLeft" fmla="*/ 0 w 2113920"/>
                <a:gd name="textAreaRight" fmla="*/ 2114280 w 2113920"/>
                <a:gd name="textAreaTop" fmla="*/ 0 h 627480"/>
                <a:gd name="textAreaBottom" fmla="*/ 627840 h 627480"/>
              </a:gdLst>
              <a:ahLst/>
              <a:cxnLst/>
              <a:rect l="textAreaLeft" t="textAreaTop" r="textAreaRight" b="textAreaBottom"/>
              <a:pathLst>
                <a:path w="65819" h="21478">
                  <a:moveTo>
                    <a:pt x="65152" y="513"/>
                  </a:moveTo>
                  <a:cubicBezTo>
                    <a:pt x="62179" y="2230"/>
                    <a:pt x="59616" y="4537"/>
                    <a:pt x="57565" y="7305"/>
                  </a:cubicBezTo>
                  <a:cubicBezTo>
                    <a:pt x="56591" y="8637"/>
                    <a:pt x="55617" y="9970"/>
                    <a:pt x="54643" y="11328"/>
                  </a:cubicBezTo>
                  <a:cubicBezTo>
                    <a:pt x="53311" y="13148"/>
                    <a:pt x="51875" y="14865"/>
                    <a:pt x="50312" y="16506"/>
                  </a:cubicBezTo>
                  <a:cubicBezTo>
                    <a:pt x="49210" y="17659"/>
                    <a:pt x="47954" y="18684"/>
                    <a:pt x="46596" y="19530"/>
                  </a:cubicBezTo>
                  <a:cubicBezTo>
                    <a:pt x="45032" y="20504"/>
                    <a:pt x="43264" y="21119"/>
                    <a:pt x="41418" y="21350"/>
                  </a:cubicBezTo>
                  <a:cubicBezTo>
                    <a:pt x="39983" y="21478"/>
                    <a:pt x="38548" y="21401"/>
                    <a:pt x="37112" y="21145"/>
                  </a:cubicBezTo>
                  <a:cubicBezTo>
                    <a:pt x="35088" y="20786"/>
                    <a:pt x="33088" y="20299"/>
                    <a:pt x="31141" y="19658"/>
                  </a:cubicBezTo>
                  <a:cubicBezTo>
                    <a:pt x="27578" y="18556"/>
                    <a:pt x="24118" y="17275"/>
                    <a:pt x="20735" y="15891"/>
                  </a:cubicBezTo>
                  <a:cubicBezTo>
                    <a:pt x="14250" y="13251"/>
                    <a:pt x="7817" y="10585"/>
                    <a:pt x="1358" y="7945"/>
                  </a:cubicBezTo>
                  <a:cubicBezTo>
                    <a:pt x="923" y="7766"/>
                    <a:pt x="538" y="7510"/>
                    <a:pt x="0" y="7510"/>
                  </a:cubicBezTo>
                  <a:lnTo>
                    <a:pt x="0" y="0"/>
                  </a:lnTo>
                  <a:lnTo>
                    <a:pt x="14122" y="0"/>
                  </a:lnTo>
                  <a:cubicBezTo>
                    <a:pt x="14302" y="51"/>
                    <a:pt x="14481" y="103"/>
                    <a:pt x="14660" y="128"/>
                  </a:cubicBezTo>
                  <a:cubicBezTo>
                    <a:pt x="18761" y="487"/>
                    <a:pt x="22888" y="718"/>
                    <a:pt x="27040" y="359"/>
                  </a:cubicBezTo>
                  <a:cubicBezTo>
                    <a:pt x="28116" y="282"/>
                    <a:pt x="29218" y="282"/>
                    <a:pt x="30295" y="0"/>
                  </a:cubicBezTo>
                  <a:lnTo>
                    <a:pt x="65818" y="0"/>
                  </a:lnTo>
                  <a:cubicBezTo>
                    <a:pt x="65613" y="179"/>
                    <a:pt x="65382" y="359"/>
                    <a:pt x="65152" y="513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53" name="Google Shape;705;p25"/>
            <p:cNvSpPr/>
            <p:nvPr/>
          </p:nvSpPr>
          <p:spPr>
            <a:xfrm rot="10800000">
              <a:off x="6056280" y="3743280"/>
              <a:ext cx="3086640" cy="1400040"/>
            </a:xfrm>
            <a:custGeom>
              <a:avLst/>
              <a:gdLst>
                <a:gd name="textAreaLeft" fmla="*/ 0 w 3086640"/>
                <a:gd name="textAreaRight" fmla="*/ 3087000 w 3086640"/>
                <a:gd name="textAreaTop" fmla="*/ 0 h 1400040"/>
                <a:gd name="textAreaBottom" fmla="*/ 1400400 h 1400040"/>
              </a:gdLst>
              <a:ahLst/>
              <a:cxnLst/>
              <a:rect l="textAreaLeft" t="textAreaTop" r="textAreaRight" b="textAreaBottom"/>
              <a:pathLst>
                <a:path w="96113" h="47903">
                  <a:moveTo>
                    <a:pt x="90141" y="6894"/>
                  </a:moveTo>
                  <a:cubicBezTo>
                    <a:pt x="89141" y="8073"/>
                    <a:pt x="88168" y="9252"/>
                    <a:pt x="87194" y="10457"/>
                  </a:cubicBezTo>
                  <a:cubicBezTo>
                    <a:pt x="83862" y="14532"/>
                    <a:pt x="81376" y="19248"/>
                    <a:pt x="79915" y="24323"/>
                  </a:cubicBezTo>
                  <a:cubicBezTo>
                    <a:pt x="79018" y="27552"/>
                    <a:pt x="77967" y="30705"/>
                    <a:pt x="76762" y="33832"/>
                  </a:cubicBezTo>
                  <a:cubicBezTo>
                    <a:pt x="75839" y="36138"/>
                    <a:pt x="74712" y="38368"/>
                    <a:pt x="73379" y="40470"/>
                  </a:cubicBezTo>
                  <a:cubicBezTo>
                    <a:pt x="72482" y="41828"/>
                    <a:pt x="71457" y="43084"/>
                    <a:pt x="70303" y="44186"/>
                  </a:cubicBezTo>
                  <a:cubicBezTo>
                    <a:pt x="68484" y="45878"/>
                    <a:pt x="66228" y="47005"/>
                    <a:pt x="63819" y="47492"/>
                  </a:cubicBezTo>
                  <a:cubicBezTo>
                    <a:pt x="61871" y="47851"/>
                    <a:pt x="59872" y="47902"/>
                    <a:pt x="57924" y="47646"/>
                  </a:cubicBezTo>
                  <a:cubicBezTo>
                    <a:pt x="55182" y="47313"/>
                    <a:pt x="52490" y="46621"/>
                    <a:pt x="49953" y="45570"/>
                  </a:cubicBezTo>
                  <a:cubicBezTo>
                    <a:pt x="47441" y="44571"/>
                    <a:pt x="45032" y="43392"/>
                    <a:pt x="42674" y="42059"/>
                  </a:cubicBezTo>
                  <a:cubicBezTo>
                    <a:pt x="39342" y="40188"/>
                    <a:pt x="36164" y="38189"/>
                    <a:pt x="32986" y="36138"/>
                  </a:cubicBezTo>
                  <a:cubicBezTo>
                    <a:pt x="27117" y="32422"/>
                    <a:pt x="21222" y="28731"/>
                    <a:pt x="15096" y="25297"/>
                  </a:cubicBezTo>
                  <a:cubicBezTo>
                    <a:pt x="10534" y="22734"/>
                    <a:pt x="5869" y="20248"/>
                    <a:pt x="1128" y="17890"/>
                  </a:cubicBezTo>
                  <a:cubicBezTo>
                    <a:pt x="795" y="17659"/>
                    <a:pt x="410" y="17531"/>
                    <a:pt x="0" y="17480"/>
                  </a:cubicBezTo>
                  <a:lnTo>
                    <a:pt x="0" y="13533"/>
                  </a:lnTo>
                  <a:cubicBezTo>
                    <a:pt x="513" y="13738"/>
                    <a:pt x="1025" y="13943"/>
                    <a:pt x="1512" y="14173"/>
                  </a:cubicBezTo>
                  <a:cubicBezTo>
                    <a:pt x="11790" y="19043"/>
                    <a:pt x="21837" y="24195"/>
                    <a:pt x="31679" y="29628"/>
                  </a:cubicBezTo>
                  <a:cubicBezTo>
                    <a:pt x="34908" y="31422"/>
                    <a:pt x="38214" y="33165"/>
                    <a:pt x="41521" y="34857"/>
                  </a:cubicBezTo>
                  <a:cubicBezTo>
                    <a:pt x="43802" y="36061"/>
                    <a:pt x="46160" y="37061"/>
                    <a:pt x="48595" y="37881"/>
                  </a:cubicBezTo>
                  <a:cubicBezTo>
                    <a:pt x="50594" y="38599"/>
                    <a:pt x="52721" y="39034"/>
                    <a:pt x="54848" y="39188"/>
                  </a:cubicBezTo>
                  <a:cubicBezTo>
                    <a:pt x="58001" y="39342"/>
                    <a:pt x="60666" y="38547"/>
                    <a:pt x="62819" y="36574"/>
                  </a:cubicBezTo>
                  <a:cubicBezTo>
                    <a:pt x="63998" y="35498"/>
                    <a:pt x="64998" y="34242"/>
                    <a:pt x="65844" y="32858"/>
                  </a:cubicBezTo>
                  <a:cubicBezTo>
                    <a:pt x="67125" y="30756"/>
                    <a:pt x="68176" y="28526"/>
                    <a:pt x="68996" y="26219"/>
                  </a:cubicBezTo>
                  <a:cubicBezTo>
                    <a:pt x="69945" y="23451"/>
                    <a:pt x="70816" y="20658"/>
                    <a:pt x="71739" y="17890"/>
                  </a:cubicBezTo>
                  <a:cubicBezTo>
                    <a:pt x="72097" y="16788"/>
                    <a:pt x="72456" y="15711"/>
                    <a:pt x="72866" y="14635"/>
                  </a:cubicBezTo>
                  <a:cubicBezTo>
                    <a:pt x="73866" y="12097"/>
                    <a:pt x="75353" y="9765"/>
                    <a:pt x="77223" y="7766"/>
                  </a:cubicBezTo>
                  <a:cubicBezTo>
                    <a:pt x="78633" y="6254"/>
                    <a:pt x="80120" y="4844"/>
                    <a:pt x="81709" y="3511"/>
                  </a:cubicBezTo>
                  <a:cubicBezTo>
                    <a:pt x="82836" y="2537"/>
                    <a:pt x="83964" y="1589"/>
                    <a:pt x="85092" y="589"/>
                  </a:cubicBezTo>
                  <a:cubicBezTo>
                    <a:pt x="85271" y="410"/>
                    <a:pt x="85451" y="205"/>
                    <a:pt x="85630" y="0"/>
                  </a:cubicBezTo>
                  <a:lnTo>
                    <a:pt x="96113" y="0"/>
                  </a:lnTo>
                  <a:cubicBezTo>
                    <a:pt x="95857" y="333"/>
                    <a:pt x="95626" y="641"/>
                    <a:pt x="95370" y="948"/>
                  </a:cubicBezTo>
                  <a:cubicBezTo>
                    <a:pt x="93627" y="2922"/>
                    <a:pt x="91884" y="4895"/>
                    <a:pt x="90141" y="6894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54" name="Google Shape;706;p25"/>
            <p:cNvSpPr/>
            <p:nvPr/>
          </p:nvSpPr>
          <p:spPr>
            <a:xfrm rot="10800000">
              <a:off x="5669280" y="1080"/>
              <a:ext cx="3473640" cy="3142800"/>
            </a:xfrm>
            <a:custGeom>
              <a:avLst/>
              <a:gdLst>
                <a:gd name="textAreaLeft" fmla="*/ 0 w 3473640"/>
                <a:gd name="textAreaRight" fmla="*/ 3474000 w 3473640"/>
                <a:gd name="textAreaTop" fmla="*/ 0 h 3142800"/>
                <a:gd name="textAreaBottom" fmla="*/ 3143160 h 3142800"/>
              </a:gdLst>
              <a:ahLst/>
              <a:cxnLst/>
              <a:rect l="textAreaLeft" t="textAreaTop" r="textAreaRight" b="textAreaBottom"/>
              <a:pathLst>
                <a:path w="108160" h="107519">
                  <a:moveTo>
                    <a:pt x="897" y="6280"/>
                  </a:moveTo>
                  <a:cubicBezTo>
                    <a:pt x="1717" y="5331"/>
                    <a:pt x="2614" y="4486"/>
                    <a:pt x="3588" y="3717"/>
                  </a:cubicBezTo>
                  <a:cubicBezTo>
                    <a:pt x="5869" y="1923"/>
                    <a:pt x="8586" y="769"/>
                    <a:pt x="11457" y="359"/>
                  </a:cubicBezTo>
                  <a:cubicBezTo>
                    <a:pt x="12918" y="129"/>
                    <a:pt x="14378" y="0"/>
                    <a:pt x="15865" y="0"/>
                  </a:cubicBezTo>
                  <a:cubicBezTo>
                    <a:pt x="19197" y="26"/>
                    <a:pt x="22503" y="308"/>
                    <a:pt x="25784" y="846"/>
                  </a:cubicBezTo>
                  <a:cubicBezTo>
                    <a:pt x="30423" y="1513"/>
                    <a:pt x="35011" y="2410"/>
                    <a:pt x="39573" y="3281"/>
                  </a:cubicBezTo>
                  <a:cubicBezTo>
                    <a:pt x="46954" y="4716"/>
                    <a:pt x="54387" y="5998"/>
                    <a:pt x="61948" y="6664"/>
                  </a:cubicBezTo>
                  <a:cubicBezTo>
                    <a:pt x="65306" y="6997"/>
                    <a:pt x="68689" y="7151"/>
                    <a:pt x="72097" y="7100"/>
                  </a:cubicBezTo>
                  <a:cubicBezTo>
                    <a:pt x="75968" y="6997"/>
                    <a:pt x="79863" y="6587"/>
                    <a:pt x="83682" y="5921"/>
                  </a:cubicBezTo>
                  <a:cubicBezTo>
                    <a:pt x="85605" y="5613"/>
                    <a:pt x="87552" y="5280"/>
                    <a:pt x="89500" y="4998"/>
                  </a:cubicBezTo>
                  <a:cubicBezTo>
                    <a:pt x="90910" y="4793"/>
                    <a:pt x="92371" y="4742"/>
                    <a:pt x="93806" y="4896"/>
                  </a:cubicBezTo>
                  <a:cubicBezTo>
                    <a:pt x="95985" y="5101"/>
                    <a:pt x="97779" y="5895"/>
                    <a:pt x="99086" y="7382"/>
                  </a:cubicBezTo>
                  <a:cubicBezTo>
                    <a:pt x="99573" y="7946"/>
                    <a:pt x="100009" y="8561"/>
                    <a:pt x="100419" y="9227"/>
                  </a:cubicBezTo>
                  <a:cubicBezTo>
                    <a:pt x="101034" y="10304"/>
                    <a:pt x="101495" y="11483"/>
                    <a:pt x="101777" y="12687"/>
                  </a:cubicBezTo>
                  <a:cubicBezTo>
                    <a:pt x="102623" y="15942"/>
                    <a:pt x="102572" y="19223"/>
                    <a:pt x="102162" y="22504"/>
                  </a:cubicBezTo>
                  <a:cubicBezTo>
                    <a:pt x="101752" y="25246"/>
                    <a:pt x="101239" y="27988"/>
                    <a:pt x="100547" y="30680"/>
                  </a:cubicBezTo>
                  <a:cubicBezTo>
                    <a:pt x="99394" y="35549"/>
                    <a:pt x="98317" y="40445"/>
                    <a:pt x="97625" y="45417"/>
                  </a:cubicBezTo>
                  <a:cubicBezTo>
                    <a:pt x="97164" y="48518"/>
                    <a:pt x="96882" y="51619"/>
                    <a:pt x="96779" y="54772"/>
                  </a:cubicBezTo>
                  <a:cubicBezTo>
                    <a:pt x="96677" y="58052"/>
                    <a:pt x="96728" y="61333"/>
                    <a:pt x="96959" y="64639"/>
                  </a:cubicBezTo>
                  <a:cubicBezTo>
                    <a:pt x="97241" y="68484"/>
                    <a:pt x="97728" y="72303"/>
                    <a:pt x="98445" y="76121"/>
                  </a:cubicBezTo>
                  <a:cubicBezTo>
                    <a:pt x="99188" y="80222"/>
                    <a:pt x="100188" y="84297"/>
                    <a:pt x="101341" y="88373"/>
                  </a:cubicBezTo>
                  <a:cubicBezTo>
                    <a:pt x="103059" y="94524"/>
                    <a:pt x="105160" y="100572"/>
                    <a:pt x="107646" y="106493"/>
                  </a:cubicBezTo>
                  <a:cubicBezTo>
                    <a:pt x="107800" y="106826"/>
                    <a:pt x="108005" y="107185"/>
                    <a:pt x="108159" y="107518"/>
                  </a:cubicBezTo>
                  <a:lnTo>
                    <a:pt x="102238" y="107518"/>
                  </a:lnTo>
                  <a:cubicBezTo>
                    <a:pt x="102238" y="107364"/>
                    <a:pt x="102213" y="107211"/>
                    <a:pt x="102187" y="107057"/>
                  </a:cubicBezTo>
                  <a:cubicBezTo>
                    <a:pt x="101726" y="105340"/>
                    <a:pt x="101239" y="103648"/>
                    <a:pt x="100778" y="101931"/>
                  </a:cubicBezTo>
                  <a:cubicBezTo>
                    <a:pt x="98753" y="94370"/>
                    <a:pt x="96907" y="86809"/>
                    <a:pt x="95575" y="79146"/>
                  </a:cubicBezTo>
                  <a:cubicBezTo>
                    <a:pt x="94729" y="74353"/>
                    <a:pt x="94165" y="69509"/>
                    <a:pt x="93883" y="64665"/>
                  </a:cubicBezTo>
                  <a:cubicBezTo>
                    <a:pt x="93499" y="57770"/>
                    <a:pt x="93781" y="50850"/>
                    <a:pt x="94780" y="44033"/>
                  </a:cubicBezTo>
                  <a:cubicBezTo>
                    <a:pt x="95370" y="39753"/>
                    <a:pt x="96215" y="35524"/>
                    <a:pt x="97087" y="31295"/>
                  </a:cubicBezTo>
                  <a:cubicBezTo>
                    <a:pt x="97728" y="28475"/>
                    <a:pt x="98189" y="25630"/>
                    <a:pt x="98496" y="22734"/>
                  </a:cubicBezTo>
                  <a:cubicBezTo>
                    <a:pt x="98702" y="20556"/>
                    <a:pt x="98573" y="18351"/>
                    <a:pt x="98112" y="16199"/>
                  </a:cubicBezTo>
                  <a:cubicBezTo>
                    <a:pt x="97830" y="14840"/>
                    <a:pt x="97317" y="13533"/>
                    <a:pt x="96549" y="12380"/>
                  </a:cubicBezTo>
                  <a:cubicBezTo>
                    <a:pt x="95344" y="10586"/>
                    <a:pt x="93524" y="9458"/>
                    <a:pt x="91064" y="9022"/>
                  </a:cubicBezTo>
                  <a:cubicBezTo>
                    <a:pt x="89603" y="8766"/>
                    <a:pt x="88142" y="8689"/>
                    <a:pt x="86655" y="8766"/>
                  </a:cubicBezTo>
                  <a:cubicBezTo>
                    <a:pt x="83810" y="8945"/>
                    <a:pt x="80991" y="9125"/>
                    <a:pt x="78146" y="9304"/>
                  </a:cubicBezTo>
                  <a:cubicBezTo>
                    <a:pt x="75224" y="9484"/>
                    <a:pt x="72303" y="9560"/>
                    <a:pt x="69381" y="9509"/>
                  </a:cubicBezTo>
                  <a:cubicBezTo>
                    <a:pt x="64306" y="9407"/>
                    <a:pt x="59231" y="9073"/>
                    <a:pt x="54182" y="8510"/>
                  </a:cubicBezTo>
                  <a:cubicBezTo>
                    <a:pt x="49620" y="7971"/>
                    <a:pt x="45032" y="7459"/>
                    <a:pt x="40444" y="6895"/>
                  </a:cubicBezTo>
                  <a:cubicBezTo>
                    <a:pt x="35575" y="6305"/>
                    <a:pt x="30679" y="5767"/>
                    <a:pt x="25758" y="5562"/>
                  </a:cubicBezTo>
                  <a:cubicBezTo>
                    <a:pt x="22683" y="5408"/>
                    <a:pt x="19607" y="5588"/>
                    <a:pt x="16583" y="6049"/>
                  </a:cubicBezTo>
                  <a:cubicBezTo>
                    <a:pt x="12149" y="6741"/>
                    <a:pt x="8407" y="8484"/>
                    <a:pt x="5382" y="11252"/>
                  </a:cubicBezTo>
                  <a:cubicBezTo>
                    <a:pt x="3742" y="12790"/>
                    <a:pt x="2307" y="14558"/>
                    <a:pt x="1102" y="16455"/>
                  </a:cubicBezTo>
                  <a:cubicBezTo>
                    <a:pt x="923" y="16737"/>
                    <a:pt x="743" y="17019"/>
                    <a:pt x="589" y="17275"/>
                  </a:cubicBezTo>
                  <a:cubicBezTo>
                    <a:pt x="461" y="17480"/>
                    <a:pt x="231" y="17634"/>
                    <a:pt x="0" y="17685"/>
                  </a:cubicBezTo>
                  <a:lnTo>
                    <a:pt x="0" y="6972"/>
                  </a:lnTo>
                  <a:cubicBezTo>
                    <a:pt x="359" y="6844"/>
                    <a:pt x="692" y="6587"/>
                    <a:pt x="897" y="6280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55" name="Google Shape;707;p25"/>
            <p:cNvSpPr/>
            <p:nvPr/>
          </p:nvSpPr>
          <p:spPr>
            <a:xfrm rot="10800000">
              <a:off x="6543360" y="360"/>
              <a:ext cx="2599560" cy="2420280"/>
            </a:xfrm>
            <a:custGeom>
              <a:avLst/>
              <a:gdLst>
                <a:gd name="textAreaLeft" fmla="*/ 0 w 2599560"/>
                <a:gd name="textAreaRight" fmla="*/ 2599920 w 2599560"/>
                <a:gd name="textAreaTop" fmla="*/ 0 h 2420280"/>
                <a:gd name="textAreaBottom" fmla="*/ 2420640 h 2420280"/>
              </a:gdLst>
              <a:ahLst/>
              <a:cxnLst/>
              <a:rect l="textAreaLeft" t="textAreaTop" r="textAreaRight" b="textAreaBottom"/>
              <a:pathLst>
                <a:path w="80940" h="82811">
                  <a:moveTo>
                    <a:pt x="1333" y="34498"/>
                  </a:moveTo>
                  <a:cubicBezTo>
                    <a:pt x="3921" y="32294"/>
                    <a:pt x="6331" y="29962"/>
                    <a:pt x="8637" y="27553"/>
                  </a:cubicBezTo>
                  <a:cubicBezTo>
                    <a:pt x="12097" y="24016"/>
                    <a:pt x="15378" y="20376"/>
                    <a:pt x="18659" y="16737"/>
                  </a:cubicBezTo>
                  <a:cubicBezTo>
                    <a:pt x="20248" y="14943"/>
                    <a:pt x="21939" y="13251"/>
                    <a:pt x="23708" y="11662"/>
                  </a:cubicBezTo>
                  <a:cubicBezTo>
                    <a:pt x="27681" y="8125"/>
                    <a:pt x="32320" y="5408"/>
                    <a:pt x="37369" y="3717"/>
                  </a:cubicBezTo>
                  <a:cubicBezTo>
                    <a:pt x="39983" y="2820"/>
                    <a:pt x="42674" y="2102"/>
                    <a:pt x="45365" y="1589"/>
                  </a:cubicBezTo>
                  <a:cubicBezTo>
                    <a:pt x="49312" y="846"/>
                    <a:pt x="53311" y="385"/>
                    <a:pt x="57309" y="205"/>
                  </a:cubicBezTo>
                  <a:cubicBezTo>
                    <a:pt x="60513" y="0"/>
                    <a:pt x="63742" y="103"/>
                    <a:pt x="66946" y="462"/>
                  </a:cubicBezTo>
                  <a:cubicBezTo>
                    <a:pt x="68740" y="667"/>
                    <a:pt x="70508" y="1051"/>
                    <a:pt x="72226" y="1615"/>
                  </a:cubicBezTo>
                  <a:cubicBezTo>
                    <a:pt x="75481" y="2717"/>
                    <a:pt x="77787" y="4588"/>
                    <a:pt x="79018" y="7331"/>
                  </a:cubicBezTo>
                  <a:cubicBezTo>
                    <a:pt x="79274" y="7920"/>
                    <a:pt x="79505" y="8510"/>
                    <a:pt x="79710" y="9125"/>
                  </a:cubicBezTo>
                  <a:cubicBezTo>
                    <a:pt x="80197" y="10791"/>
                    <a:pt x="80504" y="12508"/>
                    <a:pt x="80607" y="14225"/>
                  </a:cubicBezTo>
                  <a:cubicBezTo>
                    <a:pt x="80940" y="17736"/>
                    <a:pt x="80837" y="21222"/>
                    <a:pt x="80760" y="24733"/>
                  </a:cubicBezTo>
                  <a:cubicBezTo>
                    <a:pt x="80581" y="31243"/>
                    <a:pt x="80376" y="37753"/>
                    <a:pt x="80222" y="44289"/>
                  </a:cubicBezTo>
                  <a:cubicBezTo>
                    <a:pt x="80094" y="49364"/>
                    <a:pt x="80043" y="54438"/>
                    <a:pt x="79966" y="59488"/>
                  </a:cubicBezTo>
                  <a:cubicBezTo>
                    <a:pt x="79889" y="63101"/>
                    <a:pt x="79658" y="66690"/>
                    <a:pt x="79274" y="70278"/>
                  </a:cubicBezTo>
                  <a:cubicBezTo>
                    <a:pt x="78889" y="74225"/>
                    <a:pt x="78172" y="78146"/>
                    <a:pt x="77121" y="81965"/>
                  </a:cubicBezTo>
                  <a:cubicBezTo>
                    <a:pt x="77044" y="82247"/>
                    <a:pt x="76993" y="82529"/>
                    <a:pt x="76967" y="82811"/>
                  </a:cubicBezTo>
                  <a:lnTo>
                    <a:pt x="70816" y="82811"/>
                  </a:lnTo>
                  <a:cubicBezTo>
                    <a:pt x="70918" y="82478"/>
                    <a:pt x="71021" y="82119"/>
                    <a:pt x="71149" y="81811"/>
                  </a:cubicBezTo>
                  <a:cubicBezTo>
                    <a:pt x="72379" y="78864"/>
                    <a:pt x="73328" y="75839"/>
                    <a:pt x="74020" y="72738"/>
                  </a:cubicBezTo>
                  <a:cubicBezTo>
                    <a:pt x="74994" y="68381"/>
                    <a:pt x="75660" y="63947"/>
                    <a:pt x="76019" y="59513"/>
                  </a:cubicBezTo>
                  <a:cubicBezTo>
                    <a:pt x="76403" y="55130"/>
                    <a:pt x="76634" y="50748"/>
                    <a:pt x="76762" y="46365"/>
                  </a:cubicBezTo>
                  <a:cubicBezTo>
                    <a:pt x="76865" y="43623"/>
                    <a:pt x="76993" y="40855"/>
                    <a:pt x="77095" y="38112"/>
                  </a:cubicBezTo>
                  <a:cubicBezTo>
                    <a:pt x="77275" y="32909"/>
                    <a:pt x="77403" y="27706"/>
                    <a:pt x="77198" y="22503"/>
                  </a:cubicBezTo>
                  <a:cubicBezTo>
                    <a:pt x="77121" y="20222"/>
                    <a:pt x="76813" y="17941"/>
                    <a:pt x="76301" y="15712"/>
                  </a:cubicBezTo>
                  <a:cubicBezTo>
                    <a:pt x="75942" y="14071"/>
                    <a:pt x="75301" y="12508"/>
                    <a:pt x="74455" y="11073"/>
                  </a:cubicBezTo>
                  <a:cubicBezTo>
                    <a:pt x="73123" y="8971"/>
                    <a:pt x="71149" y="7407"/>
                    <a:pt x="68535" y="6459"/>
                  </a:cubicBezTo>
                  <a:cubicBezTo>
                    <a:pt x="67715" y="6177"/>
                    <a:pt x="66895" y="5947"/>
                    <a:pt x="66074" y="5741"/>
                  </a:cubicBezTo>
                  <a:cubicBezTo>
                    <a:pt x="63511" y="5203"/>
                    <a:pt x="60897" y="4998"/>
                    <a:pt x="58283" y="5101"/>
                  </a:cubicBezTo>
                  <a:cubicBezTo>
                    <a:pt x="52619" y="5255"/>
                    <a:pt x="47031" y="6280"/>
                    <a:pt x="41675" y="8099"/>
                  </a:cubicBezTo>
                  <a:cubicBezTo>
                    <a:pt x="36856" y="9765"/>
                    <a:pt x="32345" y="12200"/>
                    <a:pt x="28296" y="15276"/>
                  </a:cubicBezTo>
                  <a:cubicBezTo>
                    <a:pt x="26040" y="16967"/>
                    <a:pt x="23939" y="18787"/>
                    <a:pt x="21888" y="20607"/>
                  </a:cubicBezTo>
                  <a:cubicBezTo>
                    <a:pt x="18172" y="23913"/>
                    <a:pt x="14455" y="27245"/>
                    <a:pt x="10739" y="30551"/>
                  </a:cubicBezTo>
                  <a:cubicBezTo>
                    <a:pt x="7715" y="33242"/>
                    <a:pt x="4537" y="35754"/>
                    <a:pt x="1230" y="38112"/>
                  </a:cubicBezTo>
                  <a:cubicBezTo>
                    <a:pt x="1000" y="38292"/>
                    <a:pt x="769" y="38445"/>
                    <a:pt x="538" y="38573"/>
                  </a:cubicBezTo>
                  <a:cubicBezTo>
                    <a:pt x="359" y="38625"/>
                    <a:pt x="179" y="38625"/>
                    <a:pt x="0" y="38625"/>
                  </a:cubicBezTo>
                  <a:lnTo>
                    <a:pt x="0" y="35242"/>
                  </a:lnTo>
                  <a:cubicBezTo>
                    <a:pt x="179" y="35242"/>
                    <a:pt x="359" y="35216"/>
                    <a:pt x="513" y="35165"/>
                  </a:cubicBezTo>
                  <a:cubicBezTo>
                    <a:pt x="820" y="34960"/>
                    <a:pt x="1076" y="34729"/>
                    <a:pt x="1333" y="3449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56" name="Google Shape;708;p25"/>
            <p:cNvSpPr/>
            <p:nvPr/>
          </p:nvSpPr>
          <p:spPr>
            <a:xfrm rot="10800000">
              <a:off x="360" y="522360"/>
              <a:ext cx="3917520" cy="4620960"/>
            </a:xfrm>
            <a:custGeom>
              <a:avLst/>
              <a:gdLst>
                <a:gd name="textAreaLeft" fmla="*/ 0 w 3917520"/>
                <a:gd name="textAreaRight" fmla="*/ 3917880 w 3917520"/>
                <a:gd name="textAreaTop" fmla="*/ 0 h 4620960"/>
                <a:gd name="textAreaBottom" fmla="*/ 4621320 h 4620960"/>
              </a:gdLst>
              <a:ahLst/>
              <a:cxnLst/>
              <a:rect l="textAreaLeft" t="textAreaTop" r="textAreaRight" b="textAreaBottom"/>
              <a:pathLst>
                <a:path w="121974" h="158086">
                  <a:moveTo>
                    <a:pt x="100009" y="157368"/>
                  </a:moveTo>
                  <a:cubicBezTo>
                    <a:pt x="96703" y="156856"/>
                    <a:pt x="93473" y="156061"/>
                    <a:pt x="90321" y="154959"/>
                  </a:cubicBezTo>
                  <a:cubicBezTo>
                    <a:pt x="88065" y="154190"/>
                    <a:pt x="85810" y="153370"/>
                    <a:pt x="83554" y="152498"/>
                  </a:cubicBezTo>
                  <a:cubicBezTo>
                    <a:pt x="78685" y="150679"/>
                    <a:pt x="73789" y="148885"/>
                    <a:pt x="68740" y="147424"/>
                  </a:cubicBezTo>
                  <a:cubicBezTo>
                    <a:pt x="65818" y="146578"/>
                    <a:pt x="62871" y="145758"/>
                    <a:pt x="59923" y="144938"/>
                  </a:cubicBezTo>
                  <a:cubicBezTo>
                    <a:pt x="58155" y="144425"/>
                    <a:pt x="56412" y="143810"/>
                    <a:pt x="54721" y="143041"/>
                  </a:cubicBezTo>
                  <a:cubicBezTo>
                    <a:pt x="50876" y="141298"/>
                    <a:pt x="48185" y="138709"/>
                    <a:pt x="46647" y="135326"/>
                  </a:cubicBezTo>
                  <a:cubicBezTo>
                    <a:pt x="46083" y="133994"/>
                    <a:pt x="45596" y="132635"/>
                    <a:pt x="45263" y="131251"/>
                  </a:cubicBezTo>
                  <a:cubicBezTo>
                    <a:pt x="44443" y="128124"/>
                    <a:pt x="43776" y="124997"/>
                    <a:pt x="43213" y="121819"/>
                  </a:cubicBezTo>
                  <a:cubicBezTo>
                    <a:pt x="42879" y="119871"/>
                    <a:pt x="42546" y="117924"/>
                    <a:pt x="42290" y="115950"/>
                  </a:cubicBezTo>
                  <a:cubicBezTo>
                    <a:pt x="41982" y="113515"/>
                    <a:pt x="41777" y="111080"/>
                    <a:pt x="41521" y="108646"/>
                  </a:cubicBezTo>
                  <a:cubicBezTo>
                    <a:pt x="41239" y="105698"/>
                    <a:pt x="40957" y="102725"/>
                    <a:pt x="40726" y="99752"/>
                  </a:cubicBezTo>
                  <a:cubicBezTo>
                    <a:pt x="40445" y="96010"/>
                    <a:pt x="40240" y="92242"/>
                    <a:pt x="40163" y="88500"/>
                  </a:cubicBezTo>
                  <a:cubicBezTo>
                    <a:pt x="39983" y="81247"/>
                    <a:pt x="40445" y="73994"/>
                    <a:pt x="41598" y="66843"/>
                  </a:cubicBezTo>
                  <a:cubicBezTo>
                    <a:pt x="41957" y="64357"/>
                    <a:pt x="42700" y="61922"/>
                    <a:pt x="43751" y="59641"/>
                  </a:cubicBezTo>
                  <a:cubicBezTo>
                    <a:pt x="44520" y="58052"/>
                    <a:pt x="45391" y="56488"/>
                    <a:pt x="46263" y="54925"/>
                  </a:cubicBezTo>
                  <a:cubicBezTo>
                    <a:pt x="47749" y="52362"/>
                    <a:pt x="49313" y="49799"/>
                    <a:pt x="50799" y="47236"/>
                  </a:cubicBezTo>
                  <a:cubicBezTo>
                    <a:pt x="52183" y="44852"/>
                    <a:pt x="53413" y="42392"/>
                    <a:pt x="54439" y="39855"/>
                  </a:cubicBezTo>
                  <a:cubicBezTo>
                    <a:pt x="55002" y="38573"/>
                    <a:pt x="55387" y="37215"/>
                    <a:pt x="55592" y="35831"/>
                  </a:cubicBezTo>
                  <a:cubicBezTo>
                    <a:pt x="55720" y="35113"/>
                    <a:pt x="55694" y="34395"/>
                    <a:pt x="55541" y="33678"/>
                  </a:cubicBezTo>
                  <a:cubicBezTo>
                    <a:pt x="55207" y="32473"/>
                    <a:pt x="54310" y="31756"/>
                    <a:pt x="52824" y="31627"/>
                  </a:cubicBezTo>
                  <a:cubicBezTo>
                    <a:pt x="52132" y="31551"/>
                    <a:pt x="51440" y="31576"/>
                    <a:pt x="50773" y="31679"/>
                  </a:cubicBezTo>
                  <a:cubicBezTo>
                    <a:pt x="49851" y="31807"/>
                    <a:pt x="48928" y="32012"/>
                    <a:pt x="48031" y="32268"/>
                  </a:cubicBezTo>
                  <a:cubicBezTo>
                    <a:pt x="46032" y="32832"/>
                    <a:pt x="44084" y="33524"/>
                    <a:pt x="42187" y="34344"/>
                  </a:cubicBezTo>
                  <a:cubicBezTo>
                    <a:pt x="39804" y="35318"/>
                    <a:pt x="37446" y="36343"/>
                    <a:pt x="35062" y="37317"/>
                  </a:cubicBezTo>
                  <a:cubicBezTo>
                    <a:pt x="32961" y="38163"/>
                    <a:pt x="30833" y="39009"/>
                    <a:pt x="28655" y="39752"/>
                  </a:cubicBezTo>
                  <a:cubicBezTo>
                    <a:pt x="26399" y="40572"/>
                    <a:pt x="24067" y="41136"/>
                    <a:pt x="21683" y="41418"/>
                  </a:cubicBezTo>
                  <a:cubicBezTo>
                    <a:pt x="16506" y="41956"/>
                    <a:pt x="12021" y="40752"/>
                    <a:pt x="8202" y="37804"/>
                  </a:cubicBezTo>
                  <a:cubicBezTo>
                    <a:pt x="6920" y="36779"/>
                    <a:pt x="5818" y="35574"/>
                    <a:pt x="4896" y="34242"/>
                  </a:cubicBezTo>
                  <a:cubicBezTo>
                    <a:pt x="3742" y="32576"/>
                    <a:pt x="2845" y="30782"/>
                    <a:pt x="2179" y="28885"/>
                  </a:cubicBezTo>
                  <a:cubicBezTo>
                    <a:pt x="846" y="25117"/>
                    <a:pt x="333" y="21273"/>
                    <a:pt x="154" y="17377"/>
                  </a:cubicBezTo>
                  <a:cubicBezTo>
                    <a:pt x="0" y="13148"/>
                    <a:pt x="257" y="8919"/>
                    <a:pt x="487" y="4690"/>
                  </a:cubicBezTo>
                  <a:cubicBezTo>
                    <a:pt x="564" y="3127"/>
                    <a:pt x="564" y="1563"/>
                    <a:pt x="590" y="0"/>
                  </a:cubicBezTo>
                  <a:lnTo>
                    <a:pt x="1717" y="0"/>
                  </a:lnTo>
                  <a:cubicBezTo>
                    <a:pt x="1692" y="1153"/>
                    <a:pt x="1717" y="2332"/>
                    <a:pt x="1641" y="3486"/>
                  </a:cubicBezTo>
                  <a:cubicBezTo>
                    <a:pt x="1512" y="6254"/>
                    <a:pt x="1333" y="9047"/>
                    <a:pt x="1179" y="11841"/>
                  </a:cubicBezTo>
                  <a:cubicBezTo>
                    <a:pt x="1000" y="14917"/>
                    <a:pt x="1102" y="18044"/>
                    <a:pt x="1461" y="21119"/>
                  </a:cubicBezTo>
                  <a:cubicBezTo>
                    <a:pt x="1717" y="23349"/>
                    <a:pt x="2179" y="25553"/>
                    <a:pt x="2871" y="27680"/>
                  </a:cubicBezTo>
                  <a:cubicBezTo>
                    <a:pt x="3640" y="30166"/>
                    <a:pt x="4870" y="32473"/>
                    <a:pt x="6510" y="34524"/>
                  </a:cubicBezTo>
                  <a:cubicBezTo>
                    <a:pt x="7792" y="36113"/>
                    <a:pt x="9407" y="37445"/>
                    <a:pt x="11252" y="38394"/>
                  </a:cubicBezTo>
                  <a:cubicBezTo>
                    <a:pt x="14148" y="39906"/>
                    <a:pt x="17429" y="40572"/>
                    <a:pt x="20684" y="40265"/>
                  </a:cubicBezTo>
                  <a:cubicBezTo>
                    <a:pt x="22709" y="40085"/>
                    <a:pt x="24682" y="39650"/>
                    <a:pt x="26604" y="39009"/>
                  </a:cubicBezTo>
                  <a:cubicBezTo>
                    <a:pt x="29014" y="38214"/>
                    <a:pt x="31372" y="37266"/>
                    <a:pt x="33627" y="36138"/>
                  </a:cubicBezTo>
                  <a:cubicBezTo>
                    <a:pt x="36626" y="34652"/>
                    <a:pt x="39599" y="33140"/>
                    <a:pt x="42597" y="31679"/>
                  </a:cubicBezTo>
                  <a:cubicBezTo>
                    <a:pt x="44955" y="30525"/>
                    <a:pt x="47313" y="29372"/>
                    <a:pt x="49723" y="28296"/>
                  </a:cubicBezTo>
                  <a:cubicBezTo>
                    <a:pt x="51184" y="27655"/>
                    <a:pt x="52721" y="27142"/>
                    <a:pt x="54259" y="26604"/>
                  </a:cubicBezTo>
                  <a:cubicBezTo>
                    <a:pt x="55361" y="26219"/>
                    <a:pt x="56515" y="25989"/>
                    <a:pt x="57668" y="25861"/>
                  </a:cubicBezTo>
                  <a:cubicBezTo>
                    <a:pt x="58386" y="25784"/>
                    <a:pt x="59103" y="25809"/>
                    <a:pt x="59821" y="25938"/>
                  </a:cubicBezTo>
                  <a:cubicBezTo>
                    <a:pt x="60923" y="26143"/>
                    <a:pt x="61641" y="26706"/>
                    <a:pt x="61923" y="27603"/>
                  </a:cubicBezTo>
                  <a:cubicBezTo>
                    <a:pt x="62076" y="28014"/>
                    <a:pt x="62153" y="28449"/>
                    <a:pt x="62153" y="28885"/>
                  </a:cubicBezTo>
                  <a:cubicBezTo>
                    <a:pt x="62128" y="29474"/>
                    <a:pt x="62076" y="30064"/>
                    <a:pt x="61948" y="30653"/>
                  </a:cubicBezTo>
                  <a:cubicBezTo>
                    <a:pt x="61564" y="32473"/>
                    <a:pt x="60795" y="34216"/>
                    <a:pt x="59949" y="35933"/>
                  </a:cubicBezTo>
                  <a:cubicBezTo>
                    <a:pt x="58437" y="39086"/>
                    <a:pt x="56694" y="42136"/>
                    <a:pt x="54951" y="45186"/>
                  </a:cubicBezTo>
                  <a:cubicBezTo>
                    <a:pt x="52824" y="48928"/>
                    <a:pt x="50671" y="52670"/>
                    <a:pt x="48595" y="56437"/>
                  </a:cubicBezTo>
                  <a:cubicBezTo>
                    <a:pt x="46852" y="59513"/>
                    <a:pt x="45494" y="62768"/>
                    <a:pt x="44520" y="66177"/>
                  </a:cubicBezTo>
                  <a:cubicBezTo>
                    <a:pt x="43161" y="71123"/>
                    <a:pt x="42316" y="76198"/>
                    <a:pt x="41982" y="81324"/>
                  </a:cubicBezTo>
                  <a:cubicBezTo>
                    <a:pt x="41700" y="86219"/>
                    <a:pt x="41752" y="91166"/>
                    <a:pt x="42111" y="96061"/>
                  </a:cubicBezTo>
                  <a:cubicBezTo>
                    <a:pt x="42316" y="99086"/>
                    <a:pt x="42597" y="102110"/>
                    <a:pt x="42931" y="105134"/>
                  </a:cubicBezTo>
                  <a:cubicBezTo>
                    <a:pt x="43238" y="108338"/>
                    <a:pt x="43623" y="111516"/>
                    <a:pt x="44084" y="114669"/>
                  </a:cubicBezTo>
                  <a:cubicBezTo>
                    <a:pt x="44699" y="119103"/>
                    <a:pt x="45647" y="123511"/>
                    <a:pt x="46878" y="127817"/>
                  </a:cubicBezTo>
                  <a:cubicBezTo>
                    <a:pt x="47390" y="129713"/>
                    <a:pt x="48057" y="131584"/>
                    <a:pt x="48877" y="133378"/>
                  </a:cubicBezTo>
                  <a:cubicBezTo>
                    <a:pt x="50492" y="136787"/>
                    <a:pt x="53157" y="139427"/>
                    <a:pt x="56976" y="141247"/>
                  </a:cubicBezTo>
                  <a:cubicBezTo>
                    <a:pt x="57950" y="141683"/>
                    <a:pt x="58898" y="142118"/>
                    <a:pt x="59923" y="142503"/>
                  </a:cubicBezTo>
                  <a:cubicBezTo>
                    <a:pt x="61333" y="143015"/>
                    <a:pt x="62768" y="143528"/>
                    <a:pt x="64204" y="143989"/>
                  </a:cubicBezTo>
                  <a:cubicBezTo>
                    <a:pt x="68817" y="145450"/>
                    <a:pt x="73431" y="146860"/>
                    <a:pt x="77941" y="148551"/>
                  </a:cubicBezTo>
                  <a:cubicBezTo>
                    <a:pt x="81171" y="149730"/>
                    <a:pt x="84451" y="150935"/>
                    <a:pt x="87706" y="152140"/>
                  </a:cubicBezTo>
                  <a:cubicBezTo>
                    <a:pt x="89859" y="152934"/>
                    <a:pt x="92038" y="153652"/>
                    <a:pt x="94268" y="154216"/>
                  </a:cubicBezTo>
                  <a:cubicBezTo>
                    <a:pt x="98727" y="155446"/>
                    <a:pt x="103341" y="155984"/>
                    <a:pt x="107954" y="155830"/>
                  </a:cubicBezTo>
                  <a:cubicBezTo>
                    <a:pt x="111261" y="155677"/>
                    <a:pt x="114567" y="155190"/>
                    <a:pt x="117796" y="154395"/>
                  </a:cubicBezTo>
                  <a:cubicBezTo>
                    <a:pt x="119206" y="154087"/>
                    <a:pt x="120616" y="153703"/>
                    <a:pt x="121974" y="153190"/>
                  </a:cubicBezTo>
                  <a:lnTo>
                    <a:pt x="121974" y="155266"/>
                  </a:lnTo>
                  <a:cubicBezTo>
                    <a:pt x="119308" y="156112"/>
                    <a:pt x="116566" y="156779"/>
                    <a:pt x="113824" y="157240"/>
                  </a:cubicBezTo>
                  <a:cubicBezTo>
                    <a:pt x="109236" y="158034"/>
                    <a:pt x="104571" y="158086"/>
                    <a:pt x="100009" y="15736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57" name="Google Shape;709;p25"/>
            <p:cNvSpPr/>
            <p:nvPr/>
          </p:nvSpPr>
          <p:spPr>
            <a:xfrm rot="10800000">
              <a:off x="4045680" y="360"/>
              <a:ext cx="5097240" cy="4172040"/>
            </a:xfrm>
            <a:custGeom>
              <a:avLst/>
              <a:gdLst>
                <a:gd name="textAreaLeft" fmla="*/ 0 w 5097240"/>
                <a:gd name="textAreaRight" fmla="*/ 5097600 w 5097240"/>
                <a:gd name="textAreaTop" fmla="*/ 0 h 4172040"/>
                <a:gd name="textAreaBottom" fmla="*/ 4172400 h 4172040"/>
              </a:gdLst>
              <a:ahLst/>
              <a:cxnLst/>
              <a:rect l="textAreaLeft" t="textAreaTop" r="textAreaRight" b="textAreaBottom"/>
              <a:pathLst>
                <a:path w="158702" h="142734">
                  <a:moveTo>
                    <a:pt x="1256" y="436"/>
                  </a:moveTo>
                  <a:cubicBezTo>
                    <a:pt x="5331" y="2358"/>
                    <a:pt x="9329" y="4460"/>
                    <a:pt x="13123" y="6741"/>
                  </a:cubicBezTo>
                  <a:cubicBezTo>
                    <a:pt x="17403" y="9304"/>
                    <a:pt x="21606" y="11893"/>
                    <a:pt x="25810" y="14533"/>
                  </a:cubicBezTo>
                  <a:cubicBezTo>
                    <a:pt x="29295" y="16686"/>
                    <a:pt x="32781" y="18864"/>
                    <a:pt x="36446" y="20838"/>
                  </a:cubicBezTo>
                  <a:cubicBezTo>
                    <a:pt x="41239" y="23426"/>
                    <a:pt x="46288" y="25579"/>
                    <a:pt x="51491" y="27220"/>
                  </a:cubicBezTo>
                  <a:cubicBezTo>
                    <a:pt x="56079" y="28680"/>
                    <a:pt x="60795" y="29783"/>
                    <a:pt x="65716" y="30013"/>
                  </a:cubicBezTo>
                  <a:cubicBezTo>
                    <a:pt x="68766" y="30193"/>
                    <a:pt x="71841" y="29859"/>
                    <a:pt x="74789" y="29065"/>
                  </a:cubicBezTo>
                  <a:cubicBezTo>
                    <a:pt x="77890" y="28168"/>
                    <a:pt x="80786" y="26656"/>
                    <a:pt x="83272" y="24605"/>
                  </a:cubicBezTo>
                  <a:cubicBezTo>
                    <a:pt x="84913" y="23272"/>
                    <a:pt x="86476" y="21786"/>
                    <a:pt x="87886" y="20197"/>
                  </a:cubicBezTo>
                  <a:cubicBezTo>
                    <a:pt x="89500" y="18352"/>
                    <a:pt x="91089" y="16455"/>
                    <a:pt x="92678" y="14610"/>
                  </a:cubicBezTo>
                  <a:cubicBezTo>
                    <a:pt x="93960" y="13123"/>
                    <a:pt x="95241" y="11636"/>
                    <a:pt x="96574" y="10201"/>
                  </a:cubicBezTo>
                  <a:cubicBezTo>
                    <a:pt x="97728" y="8971"/>
                    <a:pt x="99035" y="7920"/>
                    <a:pt x="100496" y="7074"/>
                  </a:cubicBezTo>
                  <a:cubicBezTo>
                    <a:pt x="101546" y="6434"/>
                    <a:pt x="102725" y="5947"/>
                    <a:pt x="103930" y="5639"/>
                  </a:cubicBezTo>
                  <a:cubicBezTo>
                    <a:pt x="106006" y="5075"/>
                    <a:pt x="108236" y="5357"/>
                    <a:pt x="110107" y="6408"/>
                  </a:cubicBezTo>
                  <a:cubicBezTo>
                    <a:pt x="110696" y="6741"/>
                    <a:pt x="111260" y="7126"/>
                    <a:pt x="111773" y="7561"/>
                  </a:cubicBezTo>
                  <a:cubicBezTo>
                    <a:pt x="112644" y="8253"/>
                    <a:pt x="113439" y="9073"/>
                    <a:pt x="114105" y="9971"/>
                  </a:cubicBezTo>
                  <a:cubicBezTo>
                    <a:pt x="115028" y="11175"/>
                    <a:pt x="115874" y="12431"/>
                    <a:pt x="116566" y="13764"/>
                  </a:cubicBezTo>
                  <a:cubicBezTo>
                    <a:pt x="118360" y="17147"/>
                    <a:pt x="119821" y="20684"/>
                    <a:pt x="120923" y="24349"/>
                  </a:cubicBezTo>
                  <a:cubicBezTo>
                    <a:pt x="122819" y="30295"/>
                    <a:pt x="124203" y="36421"/>
                    <a:pt x="125075" y="42597"/>
                  </a:cubicBezTo>
                  <a:cubicBezTo>
                    <a:pt x="125562" y="45929"/>
                    <a:pt x="125844" y="49287"/>
                    <a:pt x="125946" y="52619"/>
                  </a:cubicBezTo>
                  <a:cubicBezTo>
                    <a:pt x="126126" y="57617"/>
                    <a:pt x="125972" y="62589"/>
                    <a:pt x="125818" y="67561"/>
                  </a:cubicBezTo>
                  <a:cubicBezTo>
                    <a:pt x="125639" y="72533"/>
                    <a:pt x="125972" y="77480"/>
                    <a:pt x="126843" y="82375"/>
                  </a:cubicBezTo>
                  <a:cubicBezTo>
                    <a:pt x="127459" y="85835"/>
                    <a:pt x="128766" y="89116"/>
                    <a:pt x="130714" y="92063"/>
                  </a:cubicBezTo>
                  <a:cubicBezTo>
                    <a:pt x="131457" y="93140"/>
                    <a:pt x="132174" y="94242"/>
                    <a:pt x="132918" y="95344"/>
                  </a:cubicBezTo>
                  <a:cubicBezTo>
                    <a:pt x="134353" y="97420"/>
                    <a:pt x="135378" y="99727"/>
                    <a:pt x="135968" y="102187"/>
                  </a:cubicBezTo>
                  <a:cubicBezTo>
                    <a:pt x="136506" y="104494"/>
                    <a:pt x="137019" y="106801"/>
                    <a:pt x="137506" y="109107"/>
                  </a:cubicBezTo>
                  <a:cubicBezTo>
                    <a:pt x="139171" y="116745"/>
                    <a:pt x="142503" y="123870"/>
                    <a:pt x="147450" y="130457"/>
                  </a:cubicBezTo>
                  <a:cubicBezTo>
                    <a:pt x="150808" y="134891"/>
                    <a:pt x="154575" y="138992"/>
                    <a:pt x="158702" y="142734"/>
                  </a:cubicBezTo>
                  <a:lnTo>
                    <a:pt x="155318" y="142734"/>
                  </a:lnTo>
                  <a:lnTo>
                    <a:pt x="153114" y="140453"/>
                  </a:lnTo>
                  <a:cubicBezTo>
                    <a:pt x="145656" y="132789"/>
                    <a:pt x="139915" y="124332"/>
                    <a:pt x="136275" y="114951"/>
                  </a:cubicBezTo>
                  <a:cubicBezTo>
                    <a:pt x="135378" y="112619"/>
                    <a:pt x="134507" y="110286"/>
                    <a:pt x="133661" y="107954"/>
                  </a:cubicBezTo>
                  <a:cubicBezTo>
                    <a:pt x="132661" y="105212"/>
                    <a:pt x="131354" y="102597"/>
                    <a:pt x="129740" y="100162"/>
                  </a:cubicBezTo>
                  <a:cubicBezTo>
                    <a:pt x="128817" y="98804"/>
                    <a:pt x="127945" y="97394"/>
                    <a:pt x="127100" y="95985"/>
                  </a:cubicBezTo>
                  <a:cubicBezTo>
                    <a:pt x="125331" y="93114"/>
                    <a:pt x="124152" y="89936"/>
                    <a:pt x="123640" y="86604"/>
                  </a:cubicBezTo>
                  <a:cubicBezTo>
                    <a:pt x="123230" y="83913"/>
                    <a:pt x="123024" y="81171"/>
                    <a:pt x="122999" y="78454"/>
                  </a:cubicBezTo>
                  <a:cubicBezTo>
                    <a:pt x="122896" y="73789"/>
                    <a:pt x="123178" y="69125"/>
                    <a:pt x="123511" y="64460"/>
                  </a:cubicBezTo>
                  <a:cubicBezTo>
                    <a:pt x="123793" y="60205"/>
                    <a:pt x="123973" y="55951"/>
                    <a:pt x="123845" y="51696"/>
                  </a:cubicBezTo>
                  <a:cubicBezTo>
                    <a:pt x="123768" y="48723"/>
                    <a:pt x="123537" y="45750"/>
                    <a:pt x="123127" y="42777"/>
                  </a:cubicBezTo>
                  <a:cubicBezTo>
                    <a:pt x="122691" y="39650"/>
                    <a:pt x="122102" y="36523"/>
                    <a:pt x="121359" y="33422"/>
                  </a:cubicBezTo>
                  <a:cubicBezTo>
                    <a:pt x="120461" y="29449"/>
                    <a:pt x="119231" y="25579"/>
                    <a:pt x="117719" y="21786"/>
                  </a:cubicBezTo>
                  <a:cubicBezTo>
                    <a:pt x="116694" y="19249"/>
                    <a:pt x="115438" y="16839"/>
                    <a:pt x="113951" y="14558"/>
                  </a:cubicBezTo>
                  <a:cubicBezTo>
                    <a:pt x="113208" y="13431"/>
                    <a:pt x="112337" y="12405"/>
                    <a:pt x="111388" y="11457"/>
                  </a:cubicBezTo>
                  <a:cubicBezTo>
                    <a:pt x="110620" y="10714"/>
                    <a:pt x="109748" y="10099"/>
                    <a:pt x="108825" y="9612"/>
                  </a:cubicBezTo>
                  <a:cubicBezTo>
                    <a:pt x="107236" y="8792"/>
                    <a:pt x="105442" y="8535"/>
                    <a:pt x="103699" y="8868"/>
                  </a:cubicBezTo>
                  <a:cubicBezTo>
                    <a:pt x="102777" y="9048"/>
                    <a:pt x="101880" y="9330"/>
                    <a:pt x="101059" y="9714"/>
                  </a:cubicBezTo>
                  <a:cubicBezTo>
                    <a:pt x="99881" y="10252"/>
                    <a:pt x="98804" y="10944"/>
                    <a:pt x="97830" y="11790"/>
                  </a:cubicBezTo>
                  <a:cubicBezTo>
                    <a:pt x="96651" y="12841"/>
                    <a:pt x="95472" y="13918"/>
                    <a:pt x="94396" y="15045"/>
                  </a:cubicBezTo>
                  <a:cubicBezTo>
                    <a:pt x="92935" y="16532"/>
                    <a:pt x="91602" y="18095"/>
                    <a:pt x="90167" y="19582"/>
                  </a:cubicBezTo>
                  <a:cubicBezTo>
                    <a:pt x="88731" y="21094"/>
                    <a:pt x="87296" y="22504"/>
                    <a:pt x="85810" y="23939"/>
                  </a:cubicBezTo>
                  <a:cubicBezTo>
                    <a:pt x="84502" y="25143"/>
                    <a:pt x="83093" y="26246"/>
                    <a:pt x="81555" y="27194"/>
                  </a:cubicBezTo>
                  <a:cubicBezTo>
                    <a:pt x="77890" y="29501"/>
                    <a:pt x="73738" y="30705"/>
                    <a:pt x="69150" y="30910"/>
                  </a:cubicBezTo>
                  <a:cubicBezTo>
                    <a:pt x="65408" y="31038"/>
                    <a:pt x="61666" y="30680"/>
                    <a:pt x="58001" y="29834"/>
                  </a:cubicBezTo>
                  <a:cubicBezTo>
                    <a:pt x="51747" y="28450"/>
                    <a:pt x="45673" y="26374"/>
                    <a:pt x="39855" y="23657"/>
                  </a:cubicBezTo>
                  <a:cubicBezTo>
                    <a:pt x="35754" y="21709"/>
                    <a:pt x="31756" y="19531"/>
                    <a:pt x="27886" y="17147"/>
                  </a:cubicBezTo>
                  <a:cubicBezTo>
                    <a:pt x="23452" y="14507"/>
                    <a:pt x="19069" y="11842"/>
                    <a:pt x="14609" y="9227"/>
                  </a:cubicBezTo>
                  <a:cubicBezTo>
                    <a:pt x="10560" y="6844"/>
                    <a:pt x="6356" y="4665"/>
                    <a:pt x="2076" y="2768"/>
                  </a:cubicBezTo>
                  <a:cubicBezTo>
                    <a:pt x="1615" y="2538"/>
                    <a:pt x="1128" y="2358"/>
                    <a:pt x="641" y="2153"/>
                  </a:cubicBezTo>
                  <a:cubicBezTo>
                    <a:pt x="436" y="2128"/>
                    <a:pt x="205" y="2102"/>
                    <a:pt x="0" y="2128"/>
                  </a:cubicBezTo>
                  <a:lnTo>
                    <a:pt x="0" y="52"/>
                  </a:lnTo>
                  <a:cubicBezTo>
                    <a:pt x="513" y="0"/>
                    <a:pt x="871" y="257"/>
                    <a:pt x="1256" y="436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58" name="Google Shape;710;p25"/>
            <p:cNvSpPr/>
            <p:nvPr/>
          </p:nvSpPr>
          <p:spPr>
            <a:xfrm rot="10800000">
              <a:off x="7971120" y="1080"/>
              <a:ext cx="1171800" cy="764640"/>
            </a:xfrm>
            <a:custGeom>
              <a:avLst/>
              <a:gdLst>
                <a:gd name="textAreaLeft" fmla="*/ 0 w 1171800"/>
                <a:gd name="textAreaRight" fmla="*/ 1172160 w 1171800"/>
                <a:gd name="textAreaTop" fmla="*/ 0 h 764640"/>
                <a:gd name="textAreaBottom" fmla="*/ 765000 h 764640"/>
              </a:gdLst>
              <a:ahLst/>
              <a:cxnLst/>
              <a:rect l="textAreaLeft" t="textAreaTop" r="textAreaRight" b="textAreaBottom"/>
              <a:pathLst>
                <a:path w="36498" h="26169">
                  <a:moveTo>
                    <a:pt x="641" y="9355"/>
                  </a:moveTo>
                  <a:cubicBezTo>
                    <a:pt x="974" y="9150"/>
                    <a:pt x="1307" y="8945"/>
                    <a:pt x="1640" y="8740"/>
                  </a:cubicBezTo>
                  <a:cubicBezTo>
                    <a:pt x="4690" y="6766"/>
                    <a:pt x="7894" y="5023"/>
                    <a:pt x="11200" y="3511"/>
                  </a:cubicBezTo>
                  <a:cubicBezTo>
                    <a:pt x="13456" y="2435"/>
                    <a:pt x="15814" y="1563"/>
                    <a:pt x="18249" y="897"/>
                  </a:cubicBezTo>
                  <a:cubicBezTo>
                    <a:pt x="20478" y="282"/>
                    <a:pt x="22760" y="0"/>
                    <a:pt x="25066" y="51"/>
                  </a:cubicBezTo>
                  <a:cubicBezTo>
                    <a:pt x="26040" y="77"/>
                    <a:pt x="27014" y="179"/>
                    <a:pt x="27988" y="384"/>
                  </a:cubicBezTo>
                  <a:cubicBezTo>
                    <a:pt x="30577" y="948"/>
                    <a:pt x="32525" y="2179"/>
                    <a:pt x="33934" y="4050"/>
                  </a:cubicBezTo>
                  <a:cubicBezTo>
                    <a:pt x="34934" y="5485"/>
                    <a:pt x="35626" y="7100"/>
                    <a:pt x="35985" y="8817"/>
                  </a:cubicBezTo>
                  <a:cubicBezTo>
                    <a:pt x="36318" y="10406"/>
                    <a:pt x="36497" y="12020"/>
                    <a:pt x="36497" y="13661"/>
                  </a:cubicBezTo>
                  <a:cubicBezTo>
                    <a:pt x="36497" y="15967"/>
                    <a:pt x="36369" y="18300"/>
                    <a:pt x="36062" y="20581"/>
                  </a:cubicBezTo>
                  <a:cubicBezTo>
                    <a:pt x="35857" y="22247"/>
                    <a:pt x="35651" y="23887"/>
                    <a:pt x="35472" y="25527"/>
                  </a:cubicBezTo>
                  <a:cubicBezTo>
                    <a:pt x="35472" y="25758"/>
                    <a:pt x="35498" y="25963"/>
                    <a:pt x="35523" y="26168"/>
                  </a:cubicBezTo>
                  <a:lnTo>
                    <a:pt x="26425" y="26168"/>
                  </a:lnTo>
                  <a:cubicBezTo>
                    <a:pt x="26066" y="24400"/>
                    <a:pt x="25733" y="22606"/>
                    <a:pt x="25066" y="20863"/>
                  </a:cubicBezTo>
                  <a:cubicBezTo>
                    <a:pt x="24733" y="19991"/>
                    <a:pt x="24349" y="19146"/>
                    <a:pt x="23913" y="18325"/>
                  </a:cubicBezTo>
                  <a:cubicBezTo>
                    <a:pt x="23477" y="17582"/>
                    <a:pt x="22990" y="16916"/>
                    <a:pt x="22426" y="16301"/>
                  </a:cubicBezTo>
                  <a:cubicBezTo>
                    <a:pt x="20504" y="14250"/>
                    <a:pt x="17915" y="13456"/>
                    <a:pt x="14840" y="13661"/>
                  </a:cubicBezTo>
                  <a:cubicBezTo>
                    <a:pt x="12584" y="13840"/>
                    <a:pt x="10380" y="14353"/>
                    <a:pt x="8304" y="15199"/>
                  </a:cubicBezTo>
                  <a:cubicBezTo>
                    <a:pt x="6638" y="15839"/>
                    <a:pt x="4998" y="16583"/>
                    <a:pt x="3434" y="17403"/>
                  </a:cubicBezTo>
                  <a:cubicBezTo>
                    <a:pt x="2666" y="17813"/>
                    <a:pt x="1922" y="18223"/>
                    <a:pt x="1128" y="18607"/>
                  </a:cubicBezTo>
                  <a:cubicBezTo>
                    <a:pt x="769" y="18787"/>
                    <a:pt x="384" y="18889"/>
                    <a:pt x="0" y="19043"/>
                  </a:cubicBezTo>
                  <a:lnTo>
                    <a:pt x="0" y="9457"/>
                  </a:lnTo>
                  <a:cubicBezTo>
                    <a:pt x="205" y="9509"/>
                    <a:pt x="461" y="9483"/>
                    <a:pt x="641" y="935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59" name="Google Shape;711;p25"/>
            <p:cNvSpPr/>
            <p:nvPr/>
          </p:nvSpPr>
          <p:spPr>
            <a:xfrm rot="10800000">
              <a:off x="720" y="2671920"/>
              <a:ext cx="996480" cy="1850400"/>
            </a:xfrm>
            <a:custGeom>
              <a:avLst/>
              <a:gdLst>
                <a:gd name="textAreaLeft" fmla="*/ 0 w 996480"/>
                <a:gd name="textAreaRight" fmla="*/ 996840 w 996480"/>
                <a:gd name="textAreaTop" fmla="*/ 0 h 1850400"/>
                <a:gd name="textAreaBottom" fmla="*/ 1850760 h 1850400"/>
              </a:gdLst>
              <a:ahLst/>
              <a:cxnLst/>
              <a:rect l="textAreaLeft" t="textAreaTop" r="textAreaRight" b="textAreaBottom"/>
              <a:pathLst>
                <a:path w="31039" h="63307">
                  <a:moveTo>
                    <a:pt x="20172" y="62948"/>
                  </a:moveTo>
                  <a:cubicBezTo>
                    <a:pt x="16660" y="62537"/>
                    <a:pt x="13303" y="61615"/>
                    <a:pt x="10381" y="59872"/>
                  </a:cubicBezTo>
                  <a:cubicBezTo>
                    <a:pt x="6050" y="57283"/>
                    <a:pt x="3128" y="53874"/>
                    <a:pt x="1641" y="49620"/>
                  </a:cubicBezTo>
                  <a:cubicBezTo>
                    <a:pt x="513" y="46288"/>
                    <a:pt x="1" y="42802"/>
                    <a:pt x="129" y="39317"/>
                  </a:cubicBezTo>
                  <a:cubicBezTo>
                    <a:pt x="283" y="34985"/>
                    <a:pt x="1564" y="30884"/>
                    <a:pt x="3615" y="26937"/>
                  </a:cubicBezTo>
                  <a:cubicBezTo>
                    <a:pt x="5998" y="22350"/>
                    <a:pt x="9202" y="18198"/>
                    <a:pt x="12995" y="14327"/>
                  </a:cubicBezTo>
                  <a:cubicBezTo>
                    <a:pt x="17327" y="9970"/>
                    <a:pt x="22043" y="6023"/>
                    <a:pt x="27066" y="2486"/>
                  </a:cubicBezTo>
                  <a:cubicBezTo>
                    <a:pt x="28194" y="1692"/>
                    <a:pt x="29373" y="974"/>
                    <a:pt x="30552" y="205"/>
                  </a:cubicBezTo>
                  <a:cubicBezTo>
                    <a:pt x="30706" y="128"/>
                    <a:pt x="30860" y="52"/>
                    <a:pt x="31039" y="0"/>
                  </a:cubicBezTo>
                  <a:lnTo>
                    <a:pt x="31039" y="2640"/>
                  </a:lnTo>
                  <a:cubicBezTo>
                    <a:pt x="30936" y="2691"/>
                    <a:pt x="30834" y="2743"/>
                    <a:pt x="30757" y="2794"/>
                  </a:cubicBezTo>
                  <a:cubicBezTo>
                    <a:pt x="27425" y="5024"/>
                    <a:pt x="24221" y="7484"/>
                    <a:pt x="21171" y="10124"/>
                  </a:cubicBezTo>
                  <a:cubicBezTo>
                    <a:pt x="17660" y="13097"/>
                    <a:pt x="14508" y="16455"/>
                    <a:pt x="11765" y="20120"/>
                  </a:cubicBezTo>
                  <a:cubicBezTo>
                    <a:pt x="9407" y="23349"/>
                    <a:pt x="7485" y="26758"/>
                    <a:pt x="6357" y="30423"/>
                  </a:cubicBezTo>
                  <a:cubicBezTo>
                    <a:pt x="4461" y="36446"/>
                    <a:pt x="5332" y="42213"/>
                    <a:pt x="8818" y="47723"/>
                  </a:cubicBezTo>
                  <a:cubicBezTo>
                    <a:pt x="10022" y="49646"/>
                    <a:pt x="11586" y="51337"/>
                    <a:pt x="13405" y="52696"/>
                  </a:cubicBezTo>
                  <a:cubicBezTo>
                    <a:pt x="15917" y="54515"/>
                    <a:pt x="18813" y="55669"/>
                    <a:pt x="22043" y="56361"/>
                  </a:cubicBezTo>
                  <a:cubicBezTo>
                    <a:pt x="24298" y="56822"/>
                    <a:pt x="26579" y="57104"/>
                    <a:pt x="28886" y="57206"/>
                  </a:cubicBezTo>
                  <a:lnTo>
                    <a:pt x="31039" y="57335"/>
                  </a:lnTo>
                  <a:lnTo>
                    <a:pt x="31039" y="62768"/>
                  </a:lnTo>
                  <a:cubicBezTo>
                    <a:pt x="30860" y="62819"/>
                    <a:pt x="30680" y="62871"/>
                    <a:pt x="30501" y="62896"/>
                  </a:cubicBezTo>
                  <a:cubicBezTo>
                    <a:pt x="27066" y="63306"/>
                    <a:pt x="23606" y="63306"/>
                    <a:pt x="20172" y="6294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60" name="Google Shape;712;p25"/>
            <p:cNvSpPr/>
            <p:nvPr/>
          </p:nvSpPr>
          <p:spPr>
            <a:xfrm rot="10800000">
              <a:off x="6049440" y="0"/>
              <a:ext cx="3094200" cy="2824920"/>
            </a:xfrm>
            <a:custGeom>
              <a:avLst/>
              <a:gdLst>
                <a:gd name="textAreaLeft" fmla="*/ 0 w 3094200"/>
                <a:gd name="textAreaRight" fmla="*/ 3094560 w 3094200"/>
                <a:gd name="textAreaTop" fmla="*/ 0 h 2824920"/>
                <a:gd name="textAreaBottom" fmla="*/ 2825280 h 2824920"/>
              </a:gdLst>
              <a:ahLst/>
              <a:cxnLst/>
              <a:rect l="textAreaLeft" t="textAreaTop" r="textAreaRight" b="textAreaBottom"/>
              <a:pathLst>
                <a:path w="96344" h="96651">
                  <a:moveTo>
                    <a:pt x="436" y="22093"/>
                  </a:moveTo>
                  <a:cubicBezTo>
                    <a:pt x="564" y="21837"/>
                    <a:pt x="667" y="21581"/>
                    <a:pt x="769" y="21299"/>
                  </a:cubicBezTo>
                  <a:cubicBezTo>
                    <a:pt x="1692" y="18582"/>
                    <a:pt x="2897" y="15968"/>
                    <a:pt x="4357" y="13507"/>
                  </a:cubicBezTo>
                  <a:cubicBezTo>
                    <a:pt x="5767" y="11149"/>
                    <a:pt x="7459" y="9022"/>
                    <a:pt x="9432" y="7177"/>
                  </a:cubicBezTo>
                  <a:cubicBezTo>
                    <a:pt x="12277" y="4485"/>
                    <a:pt x="15763" y="2614"/>
                    <a:pt x="19889" y="1564"/>
                  </a:cubicBezTo>
                  <a:cubicBezTo>
                    <a:pt x="21555" y="1128"/>
                    <a:pt x="23273" y="795"/>
                    <a:pt x="24990" y="564"/>
                  </a:cubicBezTo>
                  <a:cubicBezTo>
                    <a:pt x="27886" y="205"/>
                    <a:pt x="30782" y="26"/>
                    <a:pt x="33704" y="26"/>
                  </a:cubicBezTo>
                  <a:cubicBezTo>
                    <a:pt x="39035" y="0"/>
                    <a:pt x="44315" y="359"/>
                    <a:pt x="49620" y="667"/>
                  </a:cubicBezTo>
                  <a:cubicBezTo>
                    <a:pt x="53337" y="897"/>
                    <a:pt x="57027" y="1128"/>
                    <a:pt x="60744" y="1307"/>
                  </a:cubicBezTo>
                  <a:cubicBezTo>
                    <a:pt x="65024" y="1512"/>
                    <a:pt x="69304" y="1589"/>
                    <a:pt x="73610" y="1615"/>
                  </a:cubicBezTo>
                  <a:cubicBezTo>
                    <a:pt x="76481" y="1615"/>
                    <a:pt x="79377" y="1666"/>
                    <a:pt x="82247" y="1743"/>
                  </a:cubicBezTo>
                  <a:cubicBezTo>
                    <a:pt x="83913" y="1769"/>
                    <a:pt x="85579" y="1948"/>
                    <a:pt x="87194" y="2307"/>
                  </a:cubicBezTo>
                  <a:cubicBezTo>
                    <a:pt x="89962" y="2948"/>
                    <a:pt x="91910" y="4357"/>
                    <a:pt x="93012" y="6587"/>
                  </a:cubicBezTo>
                  <a:cubicBezTo>
                    <a:pt x="93576" y="7792"/>
                    <a:pt x="93960" y="9073"/>
                    <a:pt x="94088" y="10406"/>
                  </a:cubicBezTo>
                  <a:cubicBezTo>
                    <a:pt x="94319" y="12482"/>
                    <a:pt x="94294" y="14609"/>
                    <a:pt x="93986" y="16685"/>
                  </a:cubicBezTo>
                  <a:cubicBezTo>
                    <a:pt x="93602" y="19761"/>
                    <a:pt x="93115" y="22836"/>
                    <a:pt x="92628" y="25912"/>
                  </a:cubicBezTo>
                  <a:cubicBezTo>
                    <a:pt x="92038" y="29577"/>
                    <a:pt x="91525" y="33242"/>
                    <a:pt x="91167" y="36933"/>
                  </a:cubicBezTo>
                  <a:cubicBezTo>
                    <a:pt x="90757" y="40983"/>
                    <a:pt x="90577" y="45058"/>
                    <a:pt x="90577" y="49133"/>
                  </a:cubicBezTo>
                  <a:cubicBezTo>
                    <a:pt x="90577" y="51465"/>
                    <a:pt x="90654" y="53823"/>
                    <a:pt x="90782" y="56181"/>
                  </a:cubicBezTo>
                  <a:cubicBezTo>
                    <a:pt x="90910" y="58513"/>
                    <a:pt x="91090" y="60923"/>
                    <a:pt x="91346" y="63306"/>
                  </a:cubicBezTo>
                  <a:cubicBezTo>
                    <a:pt x="91551" y="65510"/>
                    <a:pt x="91807" y="67715"/>
                    <a:pt x="92141" y="69919"/>
                  </a:cubicBezTo>
                  <a:cubicBezTo>
                    <a:pt x="92525" y="72661"/>
                    <a:pt x="92935" y="75404"/>
                    <a:pt x="93371" y="78120"/>
                  </a:cubicBezTo>
                  <a:cubicBezTo>
                    <a:pt x="93858" y="81170"/>
                    <a:pt x="94396" y="84220"/>
                    <a:pt x="94883" y="87245"/>
                  </a:cubicBezTo>
                  <a:cubicBezTo>
                    <a:pt x="95396" y="90372"/>
                    <a:pt x="95857" y="93524"/>
                    <a:pt x="96344" y="96651"/>
                  </a:cubicBezTo>
                  <a:lnTo>
                    <a:pt x="93627" y="96651"/>
                  </a:lnTo>
                  <a:cubicBezTo>
                    <a:pt x="93627" y="96446"/>
                    <a:pt x="93627" y="96215"/>
                    <a:pt x="93602" y="96010"/>
                  </a:cubicBezTo>
                  <a:cubicBezTo>
                    <a:pt x="93191" y="91269"/>
                    <a:pt x="92551" y="86527"/>
                    <a:pt x="91936" y="81811"/>
                  </a:cubicBezTo>
                  <a:cubicBezTo>
                    <a:pt x="91525" y="78659"/>
                    <a:pt x="91064" y="75532"/>
                    <a:pt x="90705" y="72379"/>
                  </a:cubicBezTo>
                  <a:cubicBezTo>
                    <a:pt x="90321" y="69124"/>
                    <a:pt x="90013" y="65895"/>
                    <a:pt x="89680" y="62640"/>
                  </a:cubicBezTo>
                  <a:cubicBezTo>
                    <a:pt x="89321" y="58924"/>
                    <a:pt x="89193" y="55207"/>
                    <a:pt x="89116" y="51465"/>
                  </a:cubicBezTo>
                  <a:cubicBezTo>
                    <a:pt x="89065" y="47749"/>
                    <a:pt x="89219" y="43956"/>
                    <a:pt x="89475" y="40214"/>
                  </a:cubicBezTo>
                  <a:cubicBezTo>
                    <a:pt x="89706" y="36805"/>
                    <a:pt x="90065" y="33396"/>
                    <a:pt x="90500" y="30013"/>
                  </a:cubicBezTo>
                  <a:cubicBezTo>
                    <a:pt x="90936" y="26399"/>
                    <a:pt x="91449" y="22785"/>
                    <a:pt x="91910" y="19171"/>
                  </a:cubicBezTo>
                  <a:cubicBezTo>
                    <a:pt x="92217" y="16890"/>
                    <a:pt x="92269" y="14558"/>
                    <a:pt x="92038" y="12226"/>
                  </a:cubicBezTo>
                  <a:cubicBezTo>
                    <a:pt x="91910" y="11047"/>
                    <a:pt x="91602" y="9868"/>
                    <a:pt x="91141" y="8766"/>
                  </a:cubicBezTo>
                  <a:cubicBezTo>
                    <a:pt x="90167" y="6613"/>
                    <a:pt x="88399" y="5101"/>
                    <a:pt x="85759" y="4357"/>
                  </a:cubicBezTo>
                  <a:cubicBezTo>
                    <a:pt x="84964" y="4101"/>
                    <a:pt x="84144" y="3922"/>
                    <a:pt x="83324" y="3768"/>
                  </a:cubicBezTo>
                  <a:cubicBezTo>
                    <a:pt x="80889" y="3435"/>
                    <a:pt x="78428" y="3230"/>
                    <a:pt x="75968" y="3204"/>
                  </a:cubicBezTo>
                  <a:cubicBezTo>
                    <a:pt x="71406" y="3101"/>
                    <a:pt x="66844" y="2999"/>
                    <a:pt x="62307" y="2871"/>
                  </a:cubicBezTo>
                  <a:cubicBezTo>
                    <a:pt x="57335" y="2717"/>
                    <a:pt x="52363" y="2538"/>
                    <a:pt x="47416" y="2358"/>
                  </a:cubicBezTo>
                  <a:cubicBezTo>
                    <a:pt x="42598" y="2204"/>
                    <a:pt x="37779" y="2153"/>
                    <a:pt x="32961" y="2486"/>
                  </a:cubicBezTo>
                  <a:cubicBezTo>
                    <a:pt x="29654" y="2666"/>
                    <a:pt x="26348" y="3153"/>
                    <a:pt x="23144" y="3973"/>
                  </a:cubicBezTo>
                  <a:cubicBezTo>
                    <a:pt x="18915" y="5049"/>
                    <a:pt x="15225" y="6843"/>
                    <a:pt x="12175" y="9483"/>
                  </a:cubicBezTo>
                  <a:cubicBezTo>
                    <a:pt x="10201" y="11226"/>
                    <a:pt x="8484" y="13225"/>
                    <a:pt x="7049" y="15455"/>
                  </a:cubicBezTo>
                  <a:cubicBezTo>
                    <a:pt x="5716" y="17531"/>
                    <a:pt x="4563" y="19761"/>
                    <a:pt x="3640" y="22093"/>
                  </a:cubicBezTo>
                  <a:cubicBezTo>
                    <a:pt x="2717" y="24451"/>
                    <a:pt x="1820" y="26809"/>
                    <a:pt x="897" y="29167"/>
                  </a:cubicBezTo>
                  <a:cubicBezTo>
                    <a:pt x="769" y="29526"/>
                    <a:pt x="615" y="29885"/>
                    <a:pt x="436" y="30218"/>
                  </a:cubicBezTo>
                  <a:cubicBezTo>
                    <a:pt x="359" y="30320"/>
                    <a:pt x="154" y="30397"/>
                    <a:pt x="0" y="30474"/>
                  </a:cubicBezTo>
                  <a:lnTo>
                    <a:pt x="0" y="22375"/>
                  </a:lnTo>
                  <a:cubicBezTo>
                    <a:pt x="180" y="22298"/>
                    <a:pt x="359" y="22221"/>
                    <a:pt x="436" y="22093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61" name="Google Shape;713;p25"/>
            <p:cNvSpPr/>
            <p:nvPr/>
          </p:nvSpPr>
          <p:spPr>
            <a:xfrm rot="10800000">
              <a:off x="6347520" y="720"/>
              <a:ext cx="2795400" cy="2610720"/>
            </a:xfrm>
            <a:custGeom>
              <a:avLst/>
              <a:gdLst>
                <a:gd name="textAreaLeft" fmla="*/ 0 w 2795400"/>
                <a:gd name="textAreaRight" fmla="*/ 2795760 w 2795400"/>
                <a:gd name="textAreaTop" fmla="*/ 0 h 2610720"/>
                <a:gd name="textAreaBottom" fmla="*/ 2611080 h 2610720"/>
              </a:gdLst>
              <a:ahLst/>
              <a:cxnLst/>
              <a:rect l="textAreaLeft" t="textAreaTop" r="textAreaRight" b="textAreaBottom"/>
              <a:pathLst>
                <a:path w="87040" h="89322">
                  <a:moveTo>
                    <a:pt x="948" y="33499"/>
                  </a:moveTo>
                  <a:cubicBezTo>
                    <a:pt x="3511" y="30244"/>
                    <a:pt x="5869" y="26784"/>
                    <a:pt x="7997" y="23196"/>
                  </a:cubicBezTo>
                  <a:cubicBezTo>
                    <a:pt x="9047" y="21351"/>
                    <a:pt x="10098" y="19531"/>
                    <a:pt x="11200" y="17711"/>
                  </a:cubicBezTo>
                  <a:cubicBezTo>
                    <a:pt x="12456" y="15558"/>
                    <a:pt x="13943" y="13533"/>
                    <a:pt x="15583" y="11662"/>
                  </a:cubicBezTo>
                  <a:cubicBezTo>
                    <a:pt x="19069" y="7818"/>
                    <a:pt x="23528" y="4999"/>
                    <a:pt x="28962" y="3204"/>
                  </a:cubicBezTo>
                  <a:cubicBezTo>
                    <a:pt x="31858" y="2282"/>
                    <a:pt x="34806" y="1615"/>
                    <a:pt x="37830" y="1180"/>
                  </a:cubicBezTo>
                  <a:cubicBezTo>
                    <a:pt x="42520" y="513"/>
                    <a:pt x="47236" y="154"/>
                    <a:pt x="51978" y="103"/>
                  </a:cubicBezTo>
                  <a:cubicBezTo>
                    <a:pt x="56335" y="1"/>
                    <a:pt x="60692" y="26"/>
                    <a:pt x="65075" y="52"/>
                  </a:cubicBezTo>
                  <a:cubicBezTo>
                    <a:pt x="68125" y="78"/>
                    <a:pt x="71200" y="257"/>
                    <a:pt x="74250" y="616"/>
                  </a:cubicBezTo>
                  <a:cubicBezTo>
                    <a:pt x="76173" y="795"/>
                    <a:pt x="78044" y="1180"/>
                    <a:pt x="79863" y="1769"/>
                  </a:cubicBezTo>
                  <a:cubicBezTo>
                    <a:pt x="82862" y="2769"/>
                    <a:pt x="84887" y="4537"/>
                    <a:pt x="85861" y="7075"/>
                  </a:cubicBezTo>
                  <a:cubicBezTo>
                    <a:pt x="86373" y="8407"/>
                    <a:pt x="86681" y="9817"/>
                    <a:pt x="86758" y="11252"/>
                  </a:cubicBezTo>
                  <a:cubicBezTo>
                    <a:pt x="87040" y="14943"/>
                    <a:pt x="86707" y="18634"/>
                    <a:pt x="86450" y="22324"/>
                  </a:cubicBezTo>
                  <a:cubicBezTo>
                    <a:pt x="86194" y="25656"/>
                    <a:pt x="85886" y="29014"/>
                    <a:pt x="85681" y="32346"/>
                  </a:cubicBezTo>
                  <a:cubicBezTo>
                    <a:pt x="85323" y="37882"/>
                    <a:pt x="85169" y="43444"/>
                    <a:pt x="85297" y="48980"/>
                  </a:cubicBezTo>
                  <a:cubicBezTo>
                    <a:pt x="85374" y="53875"/>
                    <a:pt x="85630" y="58745"/>
                    <a:pt x="85886" y="63640"/>
                  </a:cubicBezTo>
                  <a:cubicBezTo>
                    <a:pt x="86092" y="67484"/>
                    <a:pt x="86348" y="71329"/>
                    <a:pt x="86527" y="75173"/>
                  </a:cubicBezTo>
                  <a:cubicBezTo>
                    <a:pt x="86784" y="79710"/>
                    <a:pt x="86732" y="84246"/>
                    <a:pt x="86425" y="88783"/>
                  </a:cubicBezTo>
                  <a:cubicBezTo>
                    <a:pt x="86450" y="88962"/>
                    <a:pt x="86476" y="89142"/>
                    <a:pt x="86527" y="89321"/>
                  </a:cubicBezTo>
                  <a:lnTo>
                    <a:pt x="83580" y="89321"/>
                  </a:lnTo>
                  <a:cubicBezTo>
                    <a:pt x="83605" y="88886"/>
                    <a:pt x="83605" y="88450"/>
                    <a:pt x="83657" y="88014"/>
                  </a:cubicBezTo>
                  <a:cubicBezTo>
                    <a:pt x="83836" y="85810"/>
                    <a:pt x="84118" y="83580"/>
                    <a:pt x="84221" y="81376"/>
                  </a:cubicBezTo>
                  <a:cubicBezTo>
                    <a:pt x="84502" y="75814"/>
                    <a:pt x="84323" y="70278"/>
                    <a:pt x="84144" y="64742"/>
                  </a:cubicBezTo>
                  <a:cubicBezTo>
                    <a:pt x="84041" y="61385"/>
                    <a:pt x="83913" y="58053"/>
                    <a:pt x="83836" y="54695"/>
                  </a:cubicBezTo>
                  <a:cubicBezTo>
                    <a:pt x="83657" y="47083"/>
                    <a:pt x="83708" y="39471"/>
                    <a:pt x="84195" y="31859"/>
                  </a:cubicBezTo>
                  <a:cubicBezTo>
                    <a:pt x="84451" y="28296"/>
                    <a:pt x="84605" y="24734"/>
                    <a:pt x="84810" y="21171"/>
                  </a:cubicBezTo>
                  <a:cubicBezTo>
                    <a:pt x="84989" y="18557"/>
                    <a:pt x="84938" y="15968"/>
                    <a:pt x="84707" y="13380"/>
                  </a:cubicBezTo>
                  <a:cubicBezTo>
                    <a:pt x="84554" y="11842"/>
                    <a:pt x="84195" y="10355"/>
                    <a:pt x="83631" y="8946"/>
                  </a:cubicBezTo>
                  <a:cubicBezTo>
                    <a:pt x="82580" y="6562"/>
                    <a:pt x="80658" y="4845"/>
                    <a:pt x="77839" y="3820"/>
                  </a:cubicBezTo>
                  <a:cubicBezTo>
                    <a:pt x="76660" y="3410"/>
                    <a:pt x="75481" y="3076"/>
                    <a:pt x="74276" y="2846"/>
                  </a:cubicBezTo>
                  <a:cubicBezTo>
                    <a:pt x="71124" y="2282"/>
                    <a:pt x="67971" y="2000"/>
                    <a:pt x="64793" y="1974"/>
                  </a:cubicBezTo>
                  <a:cubicBezTo>
                    <a:pt x="57770" y="1769"/>
                    <a:pt x="50748" y="2051"/>
                    <a:pt x="43776" y="2871"/>
                  </a:cubicBezTo>
                  <a:cubicBezTo>
                    <a:pt x="40444" y="3230"/>
                    <a:pt x="37164" y="3871"/>
                    <a:pt x="33934" y="4768"/>
                  </a:cubicBezTo>
                  <a:cubicBezTo>
                    <a:pt x="28731" y="6229"/>
                    <a:pt x="24144" y="8484"/>
                    <a:pt x="20350" y="11765"/>
                  </a:cubicBezTo>
                  <a:cubicBezTo>
                    <a:pt x="18223" y="13636"/>
                    <a:pt x="16301" y="15763"/>
                    <a:pt x="14660" y="18095"/>
                  </a:cubicBezTo>
                  <a:cubicBezTo>
                    <a:pt x="13379" y="19864"/>
                    <a:pt x="12174" y="21684"/>
                    <a:pt x="10944" y="23478"/>
                  </a:cubicBezTo>
                  <a:cubicBezTo>
                    <a:pt x="7971" y="27912"/>
                    <a:pt x="4716" y="32141"/>
                    <a:pt x="1205" y="36165"/>
                  </a:cubicBezTo>
                  <a:cubicBezTo>
                    <a:pt x="974" y="36421"/>
                    <a:pt x="743" y="36677"/>
                    <a:pt x="513" y="36908"/>
                  </a:cubicBezTo>
                  <a:cubicBezTo>
                    <a:pt x="333" y="36985"/>
                    <a:pt x="179" y="37036"/>
                    <a:pt x="0" y="37062"/>
                  </a:cubicBezTo>
                  <a:lnTo>
                    <a:pt x="0" y="34242"/>
                  </a:lnTo>
                  <a:cubicBezTo>
                    <a:pt x="564" y="34217"/>
                    <a:pt x="692" y="33807"/>
                    <a:pt x="948" y="3349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62" name="Google Shape;714;p25"/>
            <p:cNvSpPr/>
            <p:nvPr/>
          </p:nvSpPr>
          <p:spPr>
            <a:xfrm rot="10800000">
              <a:off x="7662960" y="720"/>
              <a:ext cx="1479960" cy="1058400"/>
            </a:xfrm>
            <a:custGeom>
              <a:avLst/>
              <a:gdLst>
                <a:gd name="textAreaLeft" fmla="*/ 0 w 1479960"/>
                <a:gd name="textAreaRight" fmla="*/ 1480320 w 1479960"/>
                <a:gd name="textAreaTop" fmla="*/ 0 h 1058400"/>
                <a:gd name="textAreaBottom" fmla="*/ 1058760 h 1058400"/>
              </a:gdLst>
              <a:ahLst/>
              <a:cxnLst/>
              <a:rect l="textAreaLeft" t="textAreaTop" r="textAreaRight" b="textAreaBottom"/>
              <a:pathLst>
                <a:path w="46083" h="36216">
                  <a:moveTo>
                    <a:pt x="11149" y="6818"/>
                  </a:moveTo>
                  <a:cubicBezTo>
                    <a:pt x="13994" y="5357"/>
                    <a:pt x="16916" y="4101"/>
                    <a:pt x="19940" y="3050"/>
                  </a:cubicBezTo>
                  <a:cubicBezTo>
                    <a:pt x="23785" y="1717"/>
                    <a:pt x="27757" y="641"/>
                    <a:pt x="31935" y="231"/>
                  </a:cubicBezTo>
                  <a:cubicBezTo>
                    <a:pt x="33806" y="0"/>
                    <a:pt x="35703" y="26"/>
                    <a:pt x="37599" y="308"/>
                  </a:cubicBezTo>
                  <a:cubicBezTo>
                    <a:pt x="40265" y="769"/>
                    <a:pt x="42315" y="1948"/>
                    <a:pt x="43725" y="3896"/>
                  </a:cubicBezTo>
                  <a:cubicBezTo>
                    <a:pt x="44314" y="4742"/>
                    <a:pt x="44776" y="5664"/>
                    <a:pt x="45109" y="6664"/>
                  </a:cubicBezTo>
                  <a:cubicBezTo>
                    <a:pt x="45622" y="8330"/>
                    <a:pt x="45929" y="10098"/>
                    <a:pt x="45980" y="11867"/>
                  </a:cubicBezTo>
                  <a:cubicBezTo>
                    <a:pt x="46083" y="14635"/>
                    <a:pt x="45929" y="17454"/>
                    <a:pt x="45468" y="20196"/>
                  </a:cubicBezTo>
                  <a:cubicBezTo>
                    <a:pt x="44904" y="23887"/>
                    <a:pt x="44109" y="27501"/>
                    <a:pt x="43110" y="31089"/>
                  </a:cubicBezTo>
                  <a:cubicBezTo>
                    <a:pt x="42725" y="32473"/>
                    <a:pt x="42341" y="33832"/>
                    <a:pt x="41982" y="35216"/>
                  </a:cubicBezTo>
                  <a:cubicBezTo>
                    <a:pt x="41905" y="35523"/>
                    <a:pt x="41649" y="35856"/>
                    <a:pt x="41905" y="36215"/>
                  </a:cubicBezTo>
                  <a:lnTo>
                    <a:pt x="38701" y="36215"/>
                  </a:lnTo>
                  <a:cubicBezTo>
                    <a:pt x="38804" y="35600"/>
                    <a:pt x="38881" y="34959"/>
                    <a:pt x="39009" y="34370"/>
                  </a:cubicBezTo>
                  <a:cubicBezTo>
                    <a:pt x="39752" y="31140"/>
                    <a:pt x="40444" y="27885"/>
                    <a:pt x="40880" y="24630"/>
                  </a:cubicBezTo>
                  <a:cubicBezTo>
                    <a:pt x="41264" y="21683"/>
                    <a:pt x="41495" y="18710"/>
                    <a:pt x="41188" y="15737"/>
                  </a:cubicBezTo>
                  <a:cubicBezTo>
                    <a:pt x="41085" y="14276"/>
                    <a:pt x="40777" y="12866"/>
                    <a:pt x="40291" y="11508"/>
                  </a:cubicBezTo>
                  <a:cubicBezTo>
                    <a:pt x="40009" y="10790"/>
                    <a:pt x="39650" y="10098"/>
                    <a:pt x="39240" y="9432"/>
                  </a:cubicBezTo>
                  <a:cubicBezTo>
                    <a:pt x="37779" y="7074"/>
                    <a:pt x="35395" y="5690"/>
                    <a:pt x="32268" y="5203"/>
                  </a:cubicBezTo>
                  <a:cubicBezTo>
                    <a:pt x="30423" y="4947"/>
                    <a:pt x="28552" y="4921"/>
                    <a:pt x="26707" y="5126"/>
                  </a:cubicBezTo>
                  <a:cubicBezTo>
                    <a:pt x="22554" y="5562"/>
                    <a:pt x="18505" y="6664"/>
                    <a:pt x="14660" y="8330"/>
                  </a:cubicBezTo>
                  <a:cubicBezTo>
                    <a:pt x="10944" y="9919"/>
                    <a:pt x="7356" y="11790"/>
                    <a:pt x="3896" y="13917"/>
                  </a:cubicBezTo>
                  <a:cubicBezTo>
                    <a:pt x="2896" y="14532"/>
                    <a:pt x="1922" y="15173"/>
                    <a:pt x="923" y="15788"/>
                  </a:cubicBezTo>
                  <a:cubicBezTo>
                    <a:pt x="666" y="16019"/>
                    <a:pt x="333" y="16121"/>
                    <a:pt x="0" y="16121"/>
                  </a:cubicBezTo>
                  <a:lnTo>
                    <a:pt x="0" y="13123"/>
                  </a:lnTo>
                  <a:cubicBezTo>
                    <a:pt x="513" y="13123"/>
                    <a:pt x="820" y="12815"/>
                    <a:pt x="1179" y="12584"/>
                  </a:cubicBezTo>
                  <a:cubicBezTo>
                    <a:pt x="4383" y="10508"/>
                    <a:pt x="7689" y="8586"/>
                    <a:pt x="11149" y="681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63" name="Google Shape;715;p25"/>
            <p:cNvSpPr/>
            <p:nvPr/>
          </p:nvSpPr>
          <p:spPr>
            <a:xfrm rot="10800000">
              <a:off x="6503040" y="4092480"/>
              <a:ext cx="2639880" cy="1050840"/>
            </a:xfrm>
            <a:custGeom>
              <a:avLst/>
              <a:gdLst>
                <a:gd name="textAreaLeft" fmla="*/ 0 w 2639880"/>
                <a:gd name="textAreaRight" fmla="*/ 2640240 w 2639880"/>
                <a:gd name="textAreaTop" fmla="*/ 0 h 1050840"/>
                <a:gd name="textAreaBottom" fmla="*/ 1051200 h 1050840"/>
              </a:gdLst>
              <a:ahLst/>
              <a:cxnLst/>
              <a:rect l="textAreaLeft" t="textAreaTop" r="textAreaRight" b="textAreaBottom"/>
              <a:pathLst>
                <a:path w="82196" h="35959">
                  <a:moveTo>
                    <a:pt x="74737" y="6049"/>
                  </a:moveTo>
                  <a:cubicBezTo>
                    <a:pt x="72918" y="7766"/>
                    <a:pt x="71431" y="9791"/>
                    <a:pt x="70355" y="12046"/>
                  </a:cubicBezTo>
                  <a:cubicBezTo>
                    <a:pt x="69663" y="13558"/>
                    <a:pt x="69047" y="15096"/>
                    <a:pt x="68535" y="16685"/>
                  </a:cubicBezTo>
                  <a:cubicBezTo>
                    <a:pt x="67612" y="19402"/>
                    <a:pt x="66715" y="22144"/>
                    <a:pt x="65587" y="24784"/>
                  </a:cubicBezTo>
                  <a:cubicBezTo>
                    <a:pt x="64742" y="26809"/>
                    <a:pt x="63716" y="28782"/>
                    <a:pt x="62486" y="30628"/>
                  </a:cubicBezTo>
                  <a:cubicBezTo>
                    <a:pt x="61692" y="31832"/>
                    <a:pt x="60718" y="32935"/>
                    <a:pt x="59616" y="33857"/>
                  </a:cubicBezTo>
                  <a:cubicBezTo>
                    <a:pt x="57924" y="35216"/>
                    <a:pt x="55848" y="35959"/>
                    <a:pt x="53695" y="35933"/>
                  </a:cubicBezTo>
                  <a:cubicBezTo>
                    <a:pt x="51773" y="35933"/>
                    <a:pt x="49851" y="35626"/>
                    <a:pt x="48005" y="35087"/>
                  </a:cubicBezTo>
                  <a:cubicBezTo>
                    <a:pt x="45750" y="34395"/>
                    <a:pt x="43546" y="33575"/>
                    <a:pt x="41393" y="32576"/>
                  </a:cubicBezTo>
                  <a:cubicBezTo>
                    <a:pt x="37933" y="31012"/>
                    <a:pt x="34575" y="29295"/>
                    <a:pt x="31243" y="27552"/>
                  </a:cubicBezTo>
                  <a:cubicBezTo>
                    <a:pt x="24682" y="24169"/>
                    <a:pt x="18095" y="20786"/>
                    <a:pt x="11405" y="17582"/>
                  </a:cubicBezTo>
                  <a:cubicBezTo>
                    <a:pt x="8022" y="15993"/>
                    <a:pt x="4639" y="14378"/>
                    <a:pt x="1256" y="12789"/>
                  </a:cubicBezTo>
                  <a:cubicBezTo>
                    <a:pt x="871" y="12610"/>
                    <a:pt x="513" y="12354"/>
                    <a:pt x="0" y="12405"/>
                  </a:cubicBezTo>
                  <a:lnTo>
                    <a:pt x="0" y="11277"/>
                  </a:lnTo>
                  <a:cubicBezTo>
                    <a:pt x="179" y="11252"/>
                    <a:pt x="359" y="11252"/>
                    <a:pt x="538" y="11277"/>
                  </a:cubicBezTo>
                  <a:cubicBezTo>
                    <a:pt x="897" y="11405"/>
                    <a:pt x="1205" y="11559"/>
                    <a:pt x="1538" y="11713"/>
                  </a:cubicBezTo>
                  <a:cubicBezTo>
                    <a:pt x="11072" y="16044"/>
                    <a:pt x="20504" y="20504"/>
                    <a:pt x="29885" y="25092"/>
                  </a:cubicBezTo>
                  <a:cubicBezTo>
                    <a:pt x="33370" y="26809"/>
                    <a:pt x="36882" y="28475"/>
                    <a:pt x="40521" y="29961"/>
                  </a:cubicBezTo>
                  <a:cubicBezTo>
                    <a:pt x="42315" y="30705"/>
                    <a:pt x="44186" y="31345"/>
                    <a:pt x="46083" y="31884"/>
                  </a:cubicBezTo>
                  <a:cubicBezTo>
                    <a:pt x="47749" y="32345"/>
                    <a:pt x="49466" y="32576"/>
                    <a:pt x="51209" y="32550"/>
                  </a:cubicBezTo>
                  <a:cubicBezTo>
                    <a:pt x="53131" y="32550"/>
                    <a:pt x="55002" y="31909"/>
                    <a:pt x="56514" y="30730"/>
                  </a:cubicBezTo>
                  <a:cubicBezTo>
                    <a:pt x="57437" y="29987"/>
                    <a:pt x="58232" y="29167"/>
                    <a:pt x="58949" y="28244"/>
                  </a:cubicBezTo>
                  <a:cubicBezTo>
                    <a:pt x="59821" y="27117"/>
                    <a:pt x="60590" y="25938"/>
                    <a:pt x="61256" y="24682"/>
                  </a:cubicBezTo>
                  <a:cubicBezTo>
                    <a:pt x="62384" y="22580"/>
                    <a:pt x="63358" y="20401"/>
                    <a:pt x="64229" y="18197"/>
                  </a:cubicBezTo>
                  <a:cubicBezTo>
                    <a:pt x="65049" y="16147"/>
                    <a:pt x="65844" y="14096"/>
                    <a:pt x="66715" y="12046"/>
                  </a:cubicBezTo>
                  <a:cubicBezTo>
                    <a:pt x="67792" y="9560"/>
                    <a:pt x="69355" y="7279"/>
                    <a:pt x="71329" y="5408"/>
                  </a:cubicBezTo>
                  <a:cubicBezTo>
                    <a:pt x="72764" y="4075"/>
                    <a:pt x="74302" y="2871"/>
                    <a:pt x="75942" y="1794"/>
                  </a:cubicBezTo>
                  <a:cubicBezTo>
                    <a:pt x="76813" y="1205"/>
                    <a:pt x="77685" y="589"/>
                    <a:pt x="78556" y="0"/>
                  </a:cubicBezTo>
                  <a:lnTo>
                    <a:pt x="82196" y="0"/>
                  </a:lnTo>
                  <a:cubicBezTo>
                    <a:pt x="81273" y="692"/>
                    <a:pt x="80376" y="1410"/>
                    <a:pt x="79453" y="2102"/>
                  </a:cubicBezTo>
                  <a:cubicBezTo>
                    <a:pt x="77813" y="3332"/>
                    <a:pt x="76224" y="4639"/>
                    <a:pt x="74737" y="604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64" name="Google Shape;716;p25"/>
            <p:cNvSpPr/>
            <p:nvPr/>
          </p:nvSpPr>
          <p:spPr>
            <a:xfrm rot="10800000">
              <a:off x="2026440" y="4494240"/>
              <a:ext cx="1460880" cy="649080"/>
            </a:xfrm>
            <a:custGeom>
              <a:avLst/>
              <a:gdLst>
                <a:gd name="textAreaLeft" fmla="*/ 0 w 1460880"/>
                <a:gd name="textAreaRight" fmla="*/ 1461240 w 1460880"/>
                <a:gd name="textAreaTop" fmla="*/ 0 h 649080"/>
                <a:gd name="textAreaBottom" fmla="*/ 649440 h 649080"/>
              </a:gdLst>
              <a:ahLst/>
              <a:cxnLst/>
              <a:rect l="textAreaLeft" t="textAreaTop" r="textAreaRight" b="textAreaBottom"/>
              <a:pathLst>
                <a:path w="45495" h="22222">
                  <a:moveTo>
                    <a:pt x="39240" y="3024"/>
                  </a:moveTo>
                  <a:cubicBezTo>
                    <a:pt x="32192" y="6356"/>
                    <a:pt x="25528" y="10406"/>
                    <a:pt x="19377" y="15173"/>
                  </a:cubicBezTo>
                  <a:cubicBezTo>
                    <a:pt x="18173" y="16096"/>
                    <a:pt x="16968" y="17018"/>
                    <a:pt x="15738" y="17890"/>
                  </a:cubicBezTo>
                  <a:cubicBezTo>
                    <a:pt x="14482" y="18761"/>
                    <a:pt x="13277" y="19556"/>
                    <a:pt x="11996" y="20325"/>
                  </a:cubicBezTo>
                  <a:cubicBezTo>
                    <a:pt x="11150" y="20837"/>
                    <a:pt x="10253" y="21247"/>
                    <a:pt x="9305" y="21555"/>
                  </a:cubicBezTo>
                  <a:cubicBezTo>
                    <a:pt x="7228" y="22221"/>
                    <a:pt x="5357" y="21914"/>
                    <a:pt x="3743" y="20658"/>
                  </a:cubicBezTo>
                  <a:cubicBezTo>
                    <a:pt x="2923" y="19991"/>
                    <a:pt x="2231" y="19197"/>
                    <a:pt x="1744" y="18274"/>
                  </a:cubicBezTo>
                  <a:cubicBezTo>
                    <a:pt x="1077" y="16993"/>
                    <a:pt x="616" y="15634"/>
                    <a:pt x="411" y="14199"/>
                  </a:cubicBezTo>
                  <a:cubicBezTo>
                    <a:pt x="26" y="11508"/>
                    <a:pt x="1" y="8765"/>
                    <a:pt x="334" y="6049"/>
                  </a:cubicBezTo>
                  <a:cubicBezTo>
                    <a:pt x="539" y="4050"/>
                    <a:pt x="821" y="2025"/>
                    <a:pt x="1103" y="0"/>
                  </a:cubicBezTo>
                  <a:lnTo>
                    <a:pt x="3589" y="0"/>
                  </a:lnTo>
                  <a:cubicBezTo>
                    <a:pt x="3486" y="897"/>
                    <a:pt x="3384" y="1820"/>
                    <a:pt x="3307" y="2717"/>
                  </a:cubicBezTo>
                  <a:cubicBezTo>
                    <a:pt x="3025" y="5075"/>
                    <a:pt x="2846" y="7458"/>
                    <a:pt x="3128" y="9842"/>
                  </a:cubicBezTo>
                  <a:cubicBezTo>
                    <a:pt x="3256" y="11021"/>
                    <a:pt x="3563" y="12200"/>
                    <a:pt x="4025" y="13302"/>
                  </a:cubicBezTo>
                  <a:cubicBezTo>
                    <a:pt x="4332" y="14045"/>
                    <a:pt x="4742" y="14712"/>
                    <a:pt x="5281" y="15301"/>
                  </a:cubicBezTo>
                  <a:cubicBezTo>
                    <a:pt x="5768" y="15839"/>
                    <a:pt x="6383" y="16275"/>
                    <a:pt x="7075" y="16557"/>
                  </a:cubicBezTo>
                  <a:cubicBezTo>
                    <a:pt x="8074" y="16941"/>
                    <a:pt x="9176" y="16967"/>
                    <a:pt x="10176" y="16634"/>
                  </a:cubicBezTo>
                  <a:cubicBezTo>
                    <a:pt x="10996" y="16378"/>
                    <a:pt x="11765" y="16070"/>
                    <a:pt x="12508" y="15686"/>
                  </a:cubicBezTo>
                  <a:cubicBezTo>
                    <a:pt x="13636" y="15070"/>
                    <a:pt x="14764" y="14404"/>
                    <a:pt x="15815" y="13686"/>
                  </a:cubicBezTo>
                  <a:cubicBezTo>
                    <a:pt x="17737" y="12405"/>
                    <a:pt x="19582" y="11072"/>
                    <a:pt x="21453" y="9739"/>
                  </a:cubicBezTo>
                  <a:cubicBezTo>
                    <a:pt x="26630" y="6049"/>
                    <a:pt x="32167" y="2896"/>
                    <a:pt x="37985" y="359"/>
                  </a:cubicBezTo>
                  <a:cubicBezTo>
                    <a:pt x="38241" y="256"/>
                    <a:pt x="38446" y="128"/>
                    <a:pt x="38651" y="0"/>
                  </a:cubicBezTo>
                  <a:lnTo>
                    <a:pt x="45494" y="0"/>
                  </a:lnTo>
                  <a:cubicBezTo>
                    <a:pt x="45264" y="154"/>
                    <a:pt x="45007" y="308"/>
                    <a:pt x="44777" y="436"/>
                  </a:cubicBezTo>
                  <a:cubicBezTo>
                    <a:pt x="42931" y="1307"/>
                    <a:pt x="41060" y="2153"/>
                    <a:pt x="39240" y="3024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65" name="Google Shape;717;p25"/>
            <p:cNvSpPr/>
            <p:nvPr/>
          </p:nvSpPr>
          <p:spPr>
            <a:xfrm rot="10800000">
              <a:off x="7418520" y="720"/>
              <a:ext cx="1724400" cy="1312200"/>
            </a:xfrm>
            <a:custGeom>
              <a:avLst/>
              <a:gdLst>
                <a:gd name="textAreaLeft" fmla="*/ 0 w 1724400"/>
                <a:gd name="textAreaRight" fmla="*/ 1724760 w 1724400"/>
                <a:gd name="textAreaTop" fmla="*/ 0 h 1312200"/>
                <a:gd name="textAreaBottom" fmla="*/ 1312560 h 1312200"/>
              </a:gdLst>
              <a:ahLst/>
              <a:cxnLst/>
              <a:rect l="textAreaLeft" t="textAreaTop" r="textAreaRight" b="textAreaBottom"/>
              <a:pathLst>
                <a:path w="53696" h="44905">
                  <a:moveTo>
                    <a:pt x="5024" y="14199"/>
                  </a:moveTo>
                  <a:cubicBezTo>
                    <a:pt x="12456" y="9766"/>
                    <a:pt x="20350" y="6100"/>
                    <a:pt x="28552" y="3281"/>
                  </a:cubicBezTo>
                  <a:cubicBezTo>
                    <a:pt x="31602" y="2179"/>
                    <a:pt x="34729" y="1308"/>
                    <a:pt x="37907" y="667"/>
                  </a:cubicBezTo>
                  <a:cubicBezTo>
                    <a:pt x="40085" y="180"/>
                    <a:pt x="42315" y="0"/>
                    <a:pt x="44545" y="129"/>
                  </a:cubicBezTo>
                  <a:cubicBezTo>
                    <a:pt x="47621" y="359"/>
                    <a:pt x="49902" y="1590"/>
                    <a:pt x="51363" y="3845"/>
                  </a:cubicBezTo>
                  <a:cubicBezTo>
                    <a:pt x="52003" y="4819"/>
                    <a:pt x="52516" y="5921"/>
                    <a:pt x="52824" y="7074"/>
                  </a:cubicBezTo>
                  <a:cubicBezTo>
                    <a:pt x="53413" y="9150"/>
                    <a:pt x="53695" y="11329"/>
                    <a:pt x="53669" y="13482"/>
                  </a:cubicBezTo>
                  <a:cubicBezTo>
                    <a:pt x="53695" y="16250"/>
                    <a:pt x="53464" y="18992"/>
                    <a:pt x="53003" y="21735"/>
                  </a:cubicBezTo>
                  <a:cubicBezTo>
                    <a:pt x="52414" y="25297"/>
                    <a:pt x="51619" y="28834"/>
                    <a:pt x="50645" y="32346"/>
                  </a:cubicBezTo>
                  <a:cubicBezTo>
                    <a:pt x="49620" y="36216"/>
                    <a:pt x="48390" y="40060"/>
                    <a:pt x="47134" y="43879"/>
                  </a:cubicBezTo>
                  <a:cubicBezTo>
                    <a:pt x="47031" y="44212"/>
                    <a:pt x="46980" y="44545"/>
                    <a:pt x="46929" y="44904"/>
                  </a:cubicBezTo>
                  <a:lnTo>
                    <a:pt x="45314" y="44904"/>
                  </a:lnTo>
                  <a:cubicBezTo>
                    <a:pt x="45314" y="44648"/>
                    <a:pt x="45340" y="44392"/>
                    <a:pt x="45391" y="44161"/>
                  </a:cubicBezTo>
                  <a:cubicBezTo>
                    <a:pt x="45545" y="43648"/>
                    <a:pt x="45724" y="43136"/>
                    <a:pt x="45904" y="42623"/>
                  </a:cubicBezTo>
                  <a:cubicBezTo>
                    <a:pt x="48082" y="35780"/>
                    <a:pt x="50004" y="28885"/>
                    <a:pt x="50901" y="21837"/>
                  </a:cubicBezTo>
                  <a:cubicBezTo>
                    <a:pt x="51260" y="19223"/>
                    <a:pt x="51337" y="16583"/>
                    <a:pt x="51183" y="13969"/>
                  </a:cubicBezTo>
                  <a:cubicBezTo>
                    <a:pt x="51106" y="12636"/>
                    <a:pt x="50876" y="11329"/>
                    <a:pt x="50543" y="10047"/>
                  </a:cubicBezTo>
                  <a:cubicBezTo>
                    <a:pt x="50184" y="8715"/>
                    <a:pt x="49594" y="7433"/>
                    <a:pt x="48774" y="6305"/>
                  </a:cubicBezTo>
                  <a:cubicBezTo>
                    <a:pt x="47493" y="4588"/>
                    <a:pt x="45673" y="3512"/>
                    <a:pt x="43264" y="3102"/>
                  </a:cubicBezTo>
                  <a:cubicBezTo>
                    <a:pt x="41470" y="2845"/>
                    <a:pt x="39624" y="2820"/>
                    <a:pt x="37830" y="3076"/>
                  </a:cubicBezTo>
                  <a:cubicBezTo>
                    <a:pt x="35805" y="3307"/>
                    <a:pt x="33806" y="3691"/>
                    <a:pt x="31858" y="4204"/>
                  </a:cubicBezTo>
                  <a:cubicBezTo>
                    <a:pt x="25989" y="5742"/>
                    <a:pt x="20299" y="7818"/>
                    <a:pt x="14814" y="10406"/>
                  </a:cubicBezTo>
                  <a:cubicBezTo>
                    <a:pt x="10175" y="12636"/>
                    <a:pt x="5664" y="15122"/>
                    <a:pt x="1333" y="17890"/>
                  </a:cubicBezTo>
                  <a:cubicBezTo>
                    <a:pt x="923" y="18147"/>
                    <a:pt x="436" y="18352"/>
                    <a:pt x="0" y="18608"/>
                  </a:cubicBezTo>
                  <a:lnTo>
                    <a:pt x="0" y="17096"/>
                  </a:lnTo>
                  <a:cubicBezTo>
                    <a:pt x="384" y="17019"/>
                    <a:pt x="769" y="16839"/>
                    <a:pt x="1076" y="16609"/>
                  </a:cubicBezTo>
                  <a:cubicBezTo>
                    <a:pt x="2384" y="15814"/>
                    <a:pt x="3691" y="14994"/>
                    <a:pt x="5024" y="1419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66" name="Google Shape;718;p25"/>
            <p:cNvSpPr/>
            <p:nvPr/>
          </p:nvSpPr>
          <p:spPr>
            <a:xfrm rot="10800000">
              <a:off x="720" y="3336120"/>
              <a:ext cx="301680" cy="823680"/>
            </a:xfrm>
            <a:custGeom>
              <a:avLst/>
              <a:gdLst>
                <a:gd name="textAreaLeft" fmla="*/ 0 w 301680"/>
                <a:gd name="textAreaRight" fmla="*/ 302040 w 301680"/>
                <a:gd name="textAreaTop" fmla="*/ 0 h 823680"/>
                <a:gd name="textAreaBottom" fmla="*/ 824040 h 823680"/>
              </a:gdLst>
              <a:ahLst/>
              <a:cxnLst/>
              <a:rect l="textAreaLeft" t="textAreaTop" r="textAreaRight" b="textAreaBottom"/>
              <a:pathLst>
                <a:path w="9407" h="28194">
                  <a:moveTo>
                    <a:pt x="4050" y="24579"/>
                  </a:moveTo>
                  <a:cubicBezTo>
                    <a:pt x="1462" y="22273"/>
                    <a:pt x="129" y="19556"/>
                    <a:pt x="26" y="16429"/>
                  </a:cubicBezTo>
                  <a:cubicBezTo>
                    <a:pt x="1" y="14481"/>
                    <a:pt x="359" y="12533"/>
                    <a:pt x="1103" y="10714"/>
                  </a:cubicBezTo>
                  <a:cubicBezTo>
                    <a:pt x="2743" y="6536"/>
                    <a:pt x="5639" y="3025"/>
                    <a:pt x="9407" y="0"/>
                  </a:cubicBezTo>
                  <a:lnTo>
                    <a:pt x="9407" y="7125"/>
                  </a:lnTo>
                  <a:cubicBezTo>
                    <a:pt x="9356" y="7177"/>
                    <a:pt x="9279" y="7202"/>
                    <a:pt x="9228" y="7253"/>
                  </a:cubicBezTo>
                  <a:cubicBezTo>
                    <a:pt x="7741" y="9842"/>
                    <a:pt x="7126" y="12559"/>
                    <a:pt x="7792" y="15429"/>
                  </a:cubicBezTo>
                  <a:cubicBezTo>
                    <a:pt x="8074" y="16660"/>
                    <a:pt x="8612" y="17813"/>
                    <a:pt x="9407" y="18787"/>
                  </a:cubicBezTo>
                  <a:lnTo>
                    <a:pt x="9407" y="28193"/>
                  </a:lnTo>
                  <a:lnTo>
                    <a:pt x="8100" y="27424"/>
                  </a:lnTo>
                  <a:cubicBezTo>
                    <a:pt x="6639" y="26630"/>
                    <a:pt x="5280" y="25681"/>
                    <a:pt x="4050" y="2457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67" name="Google Shape;719;p25"/>
            <p:cNvSpPr/>
            <p:nvPr/>
          </p:nvSpPr>
          <p:spPr>
            <a:xfrm rot="10800000">
              <a:off x="6773040" y="4313520"/>
              <a:ext cx="2369880" cy="829800"/>
            </a:xfrm>
            <a:custGeom>
              <a:avLst/>
              <a:gdLst>
                <a:gd name="textAreaLeft" fmla="*/ 0 w 2369880"/>
                <a:gd name="textAreaRight" fmla="*/ 2370240 w 2369880"/>
                <a:gd name="textAreaTop" fmla="*/ 0 h 829800"/>
                <a:gd name="textAreaBottom" fmla="*/ 830160 h 829800"/>
              </a:gdLst>
              <a:ahLst/>
              <a:cxnLst/>
              <a:rect l="textAreaLeft" t="textAreaTop" r="textAreaRight" b="textAreaBottom"/>
              <a:pathLst>
                <a:path w="73790" h="28399">
                  <a:moveTo>
                    <a:pt x="63076" y="10355"/>
                  </a:moveTo>
                  <a:cubicBezTo>
                    <a:pt x="62537" y="11405"/>
                    <a:pt x="61999" y="12482"/>
                    <a:pt x="61461" y="13558"/>
                  </a:cubicBezTo>
                  <a:cubicBezTo>
                    <a:pt x="60308" y="16044"/>
                    <a:pt x="59000" y="18479"/>
                    <a:pt x="57591" y="20863"/>
                  </a:cubicBezTo>
                  <a:cubicBezTo>
                    <a:pt x="56745" y="22247"/>
                    <a:pt x="55771" y="23554"/>
                    <a:pt x="54669" y="24784"/>
                  </a:cubicBezTo>
                  <a:cubicBezTo>
                    <a:pt x="53900" y="25630"/>
                    <a:pt x="53029" y="26373"/>
                    <a:pt x="52080" y="26988"/>
                  </a:cubicBezTo>
                  <a:cubicBezTo>
                    <a:pt x="51004" y="27680"/>
                    <a:pt x="49799" y="28090"/>
                    <a:pt x="48543" y="28244"/>
                  </a:cubicBezTo>
                  <a:cubicBezTo>
                    <a:pt x="47211" y="28398"/>
                    <a:pt x="45878" y="28347"/>
                    <a:pt x="44596" y="28090"/>
                  </a:cubicBezTo>
                  <a:cubicBezTo>
                    <a:pt x="42674" y="27757"/>
                    <a:pt x="40803" y="27245"/>
                    <a:pt x="38983" y="26604"/>
                  </a:cubicBezTo>
                  <a:cubicBezTo>
                    <a:pt x="35780" y="25502"/>
                    <a:pt x="32730" y="24195"/>
                    <a:pt x="29705" y="22836"/>
                  </a:cubicBezTo>
                  <a:cubicBezTo>
                    <a:pt x="24169" y="20401"/>
                    <a:pt x="18684" y="17941"/>
                    <a:pt x="13174" y="15481"/>
                  </a:cubicBezTo>
                  <a:cubicBezTo>
                    <a:pt x="9201" y="13686"/>
                    <a:pt x="5229" y="11944"/>
                    <a:pt x="1256" y="10175"/>
                  </a:cubicBezTo>
                  <a:cubicBezTo>
                    <a:pt x="871" y="9996"/>
                    <a:pt x="487" y="9739"/>
                    <a:pt x="0" y="9765"/>
                  </a:cubicBezTo>
                  <a:lnTo>
                    <a:pt x="0" y="9022"/>
                  </a:lnTo>
                  <a:cubicBezTo>
                    <a:pt x="461" y="9176"/>
                    <a:pt x="923" y="9329"/>
                    <a:pt x="1358" y="9509"/>
                  </a:cubicBezTo>
                  <a:cubicBezTo>
                    <a:pt x="9252" y="12943"/>
                    <a:pt x="17172" y="16378"/>
                    <a:pt x="25066" y="19838"/>
                  </a:cubicBezTo>
                  <a:cubicBezTo>
                    <a:pt x="28475" y="21299"/>
                    <a:pt x="31884" y="22708"/>
                    <a:pt x="35395" y="23990"/>
                  </a:cubicBezTo>
                  <a:cubicBezTo>
                    <a:pt x="37215" y="24656"/>
                    <a:pt x="39060" y="25194"/>
                    <a:pt x="40931" y="25656"/>
                  </a:cubicBezTo>
                  <a:cubicBezTo>
                    <a:pt x="42443" y="26014"/>
                    <a:pt x="43981" y="26194"/>
                    <a:pt x="45545" y="26168"/>
                  </a:cubicBezTo>
                  <a:cubicBezTo>
                    <a:pt x="47082" y="26168"/>
                    <a:pt x="48569" y="25758"/>
                    <a:pt x="49902" y="24989"/>
                  </a:cubicBezTo>
                  <a:cubicBezTo>
                    <a:pt x="50927" y="24374"/>
                    <a:pt x="51850" y="23656"/>
                    <a:pt x="52695" y="22811"/>
                  </a:cubicBezTo>
                  <a:cubicBezTo>
                    <a:pt x="53746" y="21734"/>
                    <a:pt x="54695" y="20555"/>
                    <a:pt x="55540" y="19299"/>
                  </a:cubicBezTo>
                  <a:cubicBezTo>
                    <a:pt x="56950" y="17198"/>
                    <a:pt x="58257" y="15045"/>
                    <a:pt x="59436" y="12815"/>
                  </a:cubicBezTo>
                  <a:cubicBezTo>
                    <a:pt x="60103" y="11585"/>
                    <a:pt x="60769" y="10355"/>
                    <a:pt x="61461" y="9150"/>
                  </a:cubicBezTo>
                  <a:cubicBezTo>
                    <a:pt x="62409" y="7510"/>
                    <a:pt x="63588" y="5997"/>
                    <a:pt x="64947" y="4665"/>
                  </a:cubicBezTo>
                  <a:cubicBezTo>
                    <a:pt x="66587" y="3076"/>
                    <a:pt x="68432" y="1717"/>
                    <a:pt x="70432" y="589"/>
                  </a:cubicBezTo>
                  <a:cubicBezTo>
                    <a:pt x="70739" y="410"/>
                    <a:pt x="70995" y="205"/>
                    <a:pt x="71277" y="0"/>
                  </a:cubicBezTo>
                  <a:lnTo>
                    <a:pt x="73789" y="0"/>
                  </a:lnTo>
                  <a:cubicBezTo>
                    <a:pt x="73123" y="410"/>
                    <a:pt x="72482" y="846"/>
                    <a:pt x="71790" y="1256"/>
                  </a:cubicBezTo>
                  <a:cubicBezTo>
                    <a:pt x="67869" y="3614"/>
                    <a:pt x="64947" y="6638"/>
                    <a:pt x="63076" y="1035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68" name="Google Shape;720;p25"/>
            <p:cNvSpPr/>
            <p:nvPr/>
          </p:nvSpPr>
          <p:spPr>
            <a:xfrm rot="10800000">
              <a:off x="2508840" y="4835880"/>
              <a:ext cx="762840" cy="307440"/>
            </a:xfrm>
            <a:custGeom>
              <a:avLst/>
              <a:gdLst>
                <a:gd name="textAreaLeft" fmla="*/ 0 w 762840"/>
                <a:gd name="textAreaRight" fmla="*/ 763200 w 762840"/>
                <a:gd name="textAreaTop" fmla="*/ 0 h 307440"/>
                <a:gd name="textAreaBottom" fmla="*/ 307800 h 307440"/>
              </a:gdLst>
              <a:ahLst/>
              <a:cxnLst/>
              <a:rect l="textAreaLeft" t="textAreaTop" r="textAreaRight" b="textAreaBottom"/>
              <a:pathLst>
                <a:path w="23760" h="10534">
                  <a:moveTo>
                    <a:pt x="13944" y="5895"/>
                  </a:moveTo>
                  <a:cubicBezTo>
                    <a:pt x="12534" y="6792"/>
                    <a:pt x="11099" y="7663"/>
                    <a:pt x="9663" y="8509"/>
                  </a:cubicBezTo>
                  <a:cubicBezTo>
                    <a:pt x="8895" y="8945"/>
                    <a:pt x="8126" y="9329"/>
                    <a:pt x="7331" y="9688"/>
                  </a:cubicBezTo>
                  <a:cubicBezTo>
                    <a:pt x="6742" y="9919"/>
                    <a:pt x="6152" y="10124"/>
                    <a:pt x="5537" y="10252"/>
                  </a:cubicBezTo>
                  <a:cubicBezTo>
                    <a:pt x="4153" y="10534"/>
                    <a:pt x="2974" y="10226"/>
                    <a:pt x="2077" y="9329"/>
                  </a:cubicBezTo>
                  <a:cubicBezTo>
                    <a:pt x="1692" y="8919"/>
                    <a:pt x="1359" y="8458"/>
                    <a:pt x="1077" y="7971"/>
                  </a:cubicBezTo>
                  <a:cubicBezTo>
                    <a:pt x="667" y="7176"/>
                    <a:pt x="411" y="6305"/>
                    <a:pt x="283" y="5434"/>
                  </a:cubicBezTo>
                  <a:cubicBezTo>
                    <a:pt x="78" y="3947"/>
                    <a:pt x="1" y="2435"/>
                    <a:pt x="129" y="948"/>
                  </a:cubicBezTo>
                  <a:cubicBezTo>
                    <a:pt x="129" y="615"/>
                    <a:pt x="78" y="333"/>
                    <a:pt x="78" y="26"/>
                  </a:cubicBezTo>
                  <a:lnTo>
                    <a:pt x="2128" y="26"/>
                  </a:lnTo>
                  <a:cubicBezTo>
                    <a:pt x="2077" y="1025"/>
                    <a:pt x="2179" y="1999"/>
                    <a:pt x="2384" y="2973"/>
                  </a:cubicBezTo>
                  <a:cubicBezTo>
                    <a:pt x="2538" y="3870"/>
                    <a:pt x="2871" y="4716"/>
                    <a:pt x="3384" y="5459"/>
                  </a:cubicBezTo>
                  <a:cubicBezTo>
                    <a:pt x="4358" y="6792"/>
                    <a:pt x="5742" y="7279"/>
                    <a:pt x="7536" y="6818"/>
                  </a:cubicBezTo>
                  <a:cubicBezTo>
                    <a:pt x="8356" y="6613"/>
                    <a:pt x="9151" y="6305"/>
                    <a:pt x="9894" y="5946"/>
                  </a:cubicBezTo>
                  <a:cubicBezTo>
                    <a:pt x="11047" y="5408"/>
                    <a:pt x="12150" y="4793"/>
                    <a:pt x="13252" y="4178"/>
                  </a:cubicBezTo>
                  <a:cubicBezTo>
                    <a:pt x="15533" y="2896"/>
                    <a:pt x="17763" y="1563"/>
                    <a:pt x="20018" y="256"/>
                  </a:cubicBezTo>
                  <a:cubicBezTo>
                    <a:pt x="20146" y="179"/>
                    <a:pt x="20249" y="103"/>
                    <a:pt x="20351" y="0"/>
                  </a:cubicBezTo>
                  <a:lnTo>
                    <a:pt x="23760" y="0"/>
                  </a:lnTo>
                  <a:cubicBezTo>
                    <a:pt x="23581" y="154"/>
                    <a:pt x="23376" y="308"/>
                    <a:pt x="23171" y="436"/>
                  </a:cubicBezTo>
                  <a:cubicBezTo>
                    <a:pt x="19967" y="2127"/>
                    <a:pt x="16968" y="3998"/>
                    <a:pt x="13944" y="589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469" name="Google Shape;721;p25"/>
          <p:cNvSpPr/>
          <p:nvPr/>
        </p:nvSpPr>
        <p:spPr>
          <a:xfrm rot="10800000">
            <a:off x="2026440" y="4494240"/>
            <a:ext cx="1460880" cy="649080"/>
          </a:xfrm>
          <a:custGeom>
            <a:avLst/>
            <a:gdLst>
              <a:gd name="textAreaLeft" fmla="*/ 0 w 1460880"/>
              <a:gd name="textAreaRight" fmla="*/ 1461240 w 1460880"/>
              <a:gd name="textAreaTop" fmla="*/ 0 h 649080"/>
              <a:gd name="textAreaBottom" fmla="*/ 649440 h 649080"/>
            </a:gdLst>
            <a:ahLst/>
            <a:cxnLst/>
            <a:rect l="textAreaLeft" t="textAreaTop" r="textAreaRight" b="textAreaBottom"/>
            <a:pathLst>
              <a:path w="45495" h="22222">
                <a:moveTo>
                  <a:pt x="39240" y="3024"/>
                </a:moveTo>
                <a:cubicBezTo>
                  <a:pt x="32192" y="6356"/>
                  <a:pt x="25528" y="10406"/>
                  <a:pt x="19377" y="15173"/>
                </a:cubicBezTo>
                <a:cubicBezTo>
                  <a:pt x="18173" y="16096"/>
                  <a:pt x="16968" y="17018"/>
                  <a:pt x="15738" y="17890"/>
                </a:cubicBezTo>
                <a:cubicBezTo>
                  <a:pt x="14482" y="18761"/>
                  <a:pt x="13277" y="19556"/>
                  <a:pt x="11996" y="20325"/>
                </a:cubicBezTo>
                <a:cubicBezTo>
                  <a:pt x="11150" y="20837"/>
                  <a:pt x="10253" y="21247"/>
                  <a:pt x="9305" y="21555"/>
                </a:cubicBezTo>
                <a:cubicBezTo>
                  <a:pt x="7228" y="22221"/>
                  <a:pt x="5357" y="21914"/>
                  <a:pt x="3743" y="20658"/>
                </a:cubicBezTo>
                <a:cubicBezTo>
                  <a:pt x="2923" y="19991"/>
                  <a:pt x="2231" y="19197"/>
                  <a:pt x="1744" y="18274"/>
                </a:cubicBezTo>
                <a:cubicBezTo>
                  <a:pt x="1077" y="16993"/>
                  <a:pt x="616" y="15634"/>
                  <a:pt x="411" y="14199"/>
                </a:cubicBezTo>
                <a:cubicBezTo>
                  <a:pt x="26" y="11508"/>
                  <a:pt x="1" y="8765"/>
                  <a:pt x="334" y="6049"/>
                </a:cubicBezTo>
                <a:cubicBezTo>
                  <a:pt x="539" y="4050"/>
                  <a:pt x="821" y="2025"/>
                  <a:pt x="1103" y="0"/>
                </a:cubicBezTo>
                <a:lnTo>
                  <a:pt x="3589" y="0"/>
                </a:lnTo>
                <a:cubicBezTo>
                  <a:pt x="3486" y="897"/>
                  <a:pt x="3384" y="1820"/>
                  <a:pt x="3307" y="2717"/>
                </a:cubicBezTo>
                <a:cubicBezTo>
                  <a:pt x="3025" y="5075"/>
                  <a:pt x="2846" y="7458"/>
                  <a:pt x="3128" y="9842"/>
                </a:cubicBezTo>
                <a:cubicBezTo>
                  <a:pt x="3256" y="11021"/>
                  <a:pt x="3563" y="12200"/>
                  <a:pt x="4025" y="13302"/>
                </a:cubicBezTo>
                <a:cubicBezTo>
                  <a:pt x="4332" y="14045"/>
                  <a:pt x="4742" y="14712"/>
                  <a:pt x="5281" y="15301"/>
                </a:cubicBezTo>
                <a:cubicBezTo>
                  <a:pt x="5768" y="15839"/>
                  <a:pt x="6383" y="16275"/>
                  <a:pt x="7075" y="16557"/>
                </a:cubicBezTo>
                <a:cubicBezTo>
                  <a:pt x="8074" y="16941"/>
                  <a:pt x="9176" y="16967"/>
                  <a:pt x="10176" y="16634"/>
                </a:cubicBezTo>
                <a:cubicBezTo>
                  <a:pt x="10996" y="16378"/>
                  <a:pt x="11765" y="16070"/>
                  <a:pt x="12508" y="15686"/>
                </a:cubicBezTo>
                <a:cubicBezTo>
                  <a:pt x="13636" y="15070"/>
                  <a:pt x="14764" y="14404"/>
                  <a:pt x="15815" y="13686"/>
                </a:cubicBezTo>
                <a:cubicBezTo>
                  <a:pt x="17737" y="12405"/>
                  <a:pt x="19582" y="11072"/>
                  <a:pt x="21453" y="9739"/>
                </a:cubicBezTo>
                <a:cubicBezTo>
                  <a:pt x="26630" y="6049"/>
                  <a:pt x="32167" y="2896"/>
                  <a:pt x="37985" y="359"/>
                </a:cubicBezTo>
                <a:cubicBezTo>
                  <a:pt x="38241" y="256"/>
                  <a:pt x="38446" y="128"/>
                  <a:pt x="38651" y="0"/>
                </a:cubicBezTo>
                <a:lnTo>
                  <a:pt x="45494" y="0"/>
                </a:lnTo>
                <a:cubicBezTo>
                  <a:pt x="45264" y="154"/>
                  <a:pt x="45007" y="308"/>
                  <a:pt x="44777" y="436"/>
                </a:cubicBezTo>
                <a:cubicBezTo>
                  <a:pt x="42931" y="1307"/>
                  <a:pt x="41060" y="2153"/>
                  <a:pt x="39240" y="3024"/>
                </a:cubicBezTo>
                <a:close/>
              </a:path>
            </a:pathLst>
          </a:custGeom>
          <a:gradFill rotWithShape="0">
            <a:gsLst>
              <a:gs pos="0">
                <a:srgbClr val="D2DAFF"/>
              </a:gs>
              <a:gs pos="50000">
                <a:srgbClr val="AAC4FF"/>
              </a:gs>
              <a:gs pos="100000">
                <a:srgbClr val="B1B2FF"/>
              </a:gs>
            </a:gsLst>
            <a:lin ang="162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470" name="Google Shape;722;p25"/>
          <p:cNvSpPr/>
          <p:nvPr/>
        </p:nvSpPr>
        <p:spPr>
          <a:xfrm rot="10800000">
            <a:off x="7971120" y="1080"/>
            <a:ext cx="1171800" cy="764640"/>
          </a:xfrm>
          <a:custGeom>
            <a:avLst/>
            <a:gdLst>
              <a:gd name="textAreaLeft" fmla="*/ 0 w 1171800"/>
              <a:gd name="textAreaRight" fmla="*/ 1172160 w 1171800"/>
              <a:gd name="textAreaTop" fmla="*/ 0 h 764640"/>
              <a:gd name="textAreaBottom" fmla="*/ 765000 h 764640"/>
            </a:gdLst>
            <a:ahLst/>
            <a:cxnLst/>
            <a:rect l="textAreaLeft" t="textAreaTop" r="textAreaRight" b="textAreaBottom"/>
            <a:pathLst>
              <a:path w="36498" h="26169">
                <a:moveTo>
                  <a:pt x="641" y="9355"/>
                </a:moveTo>
                <a:cubicBezTo>
                  <a:pt x="974" y="9150"/>
                  <a:pt x="1307" y="8945"/>
                  <a:pt x="1640" y="8740"/>
                </a:cubicBezTo>
                <a:cubicBezTo>
                  <a:pt x="4690" y="6766"/>
                  <a:pt x="7894" y="5023"/>
                  <a:pt x="11200" y="3511"/>
                </a:cubicBezTo>
                <a:cubicBezTo>
                  <a:pt x="13456" y="2435"/>
                  <a:pt x="15814" y="1563"/>
                  <a:pt x="18249" y="897"/>
                </a:cubicBezTo>
                <a:cubicBezTo>
                  <a:pt x="20478" y="282"/>
                  <a:pt x="22760" y="0"/>
                  <a:pt x="25066" y="51"/>
                </a:cubicBezTo>
                <a:cubicBezTo>
                  <a:pt x="26040" y="77"/>
                  <a:pt x="27014" y="179"/>
                  <a:pt x="27988" y="384"/>
                </a:cubicBezTo>
                <a:cubicBezTo>
                  <a:pt x="30577" y="948"/>
                  <a:pt x="32525" y="2179"/>
                  <a:pt x="33934" y="4050"/>
                </a:cubicBezTo>
                <a:cubicBezTo>
                  <a:pt x="34934" y="5485"/>
                  <a:pt x="35626" y="7100"/>
                  <a:pt x="35985" y="8817"/>
                </a:cubicBezTo>
                <a:cubicBezTo>
                  <a:pt x="36318" y="10406"/>
                  <a:pt x="36497" y="12020"/>
                  <a:pt x="36497" y="13661"/>
                </a:cubicBezTo>
                <a:cubicBezTo>
                  <a:pt x="36497" y="15967"/>
                  <a:pt x="36369" y="18300"/>
                  <a:pt x="36062" y="20581"/>
                </a:cubicBezTo>
                <a:cubicBezTo>
                  <a:pt x="35857" y="22247"/>
                  <a:pt x="35651" y="23887"/>
                  <a:pt x="35472" y="25527"/>
                </a:cubicBezTo>
                <a:cubicBezTo>
                  <a:pt x="35472" y="25758"/>
                  <a:pt x="35498" y="25963"/>
                  <a:pt x="35523" y="26168"/>
                </a:cubicBezTo>
                <a:lnTo>
                  <a:pt x="26425" y="26168"/>
                </a:lnTo>
                <a:cubicBezTo>
                  <a:pt x="26066" y="24400"/>
                  <a:pt x="25733" y="22606"/>
                  <a:pt x="25066" y="20863"/>
                </a:cubicBezTo>
                <a:cubicBezTo>
                  <a:pt x="24733" y="19991"/>
                  <a:pt x="24349" y="19146"/>
                  <a:pt x="23913" y="18325"/>
                </a:cubicBezTo>
                <a:cubicBezTo>
                  <a:pt x="23477" y="17582"/>
                  <a:pt x="22990" y="16916"/>
                  <a:pt x="22426" y="16301"/>
                </a:cubicBezTo>
                <a:cubicBezTo>
                  <a:pt x="20504" y="14250"/>
                  <a:pt x="17915" y="13456"/>
                  <a:pt x="14840" y="13661"/>
                </a:cubicBezTo>
                <a:cubicBezTo>
                  <a:pt x="12584" y="13840"/>
                  <a:pt x="10380" y="14353"/>
                  <a:pt x="8304" y="15199"/>
                </a:cubicBezTo>
                <a:cubicBezTo>
                  <a:pt x="6638" y="15839"/>
                  <a:pt x="4998" y="16583"/>
                  <a:pt x="3434" y="17403"/>
                </a:cubicBezTo>
                <a:cubicBezTo>
                  <a:pt x="2666" y="17813"/>
                  <a:pt x="1922" y="18223"/>
                  <a:pt x="1128" y="18607"/>
                </a:cubicBezTo>
                <a:cubicBezTo>
                  <a:pt x="769" y="18787"/>
                  <a:pt x="384" y="18889"/>
                  <a:pt x="0" y="19043"/>
                </a:cubicBezTo>
                <a:lnTo>
                  <a:pt x="0" y="9457"/>
                </a:lnTo>
                <a:cubicBezTo>
                  <a:pt x="205" y="9509"/>
                  <a:pt x="461" y="9483"/>
                  <a:pt x="641" y="9355"/>
                </a:cubicBezTo>
                <a:close/>
              </a:path>
            </a:pathLst>
          </a:custGeom>
          <a:gradFill rotWithShape="0">
            <a:gsLst>
              <a:gs pos="0">
                <a:srgbClr val="D2DAFF"/>
              </a:gs>
              <a:gs pos="50000">
                <a:srgbClr val="AAC4FF"/>
              </a:gs>
              <a:gs pos="100000">
                <a:srgbClr val="B1B2FF"/>
              </a:gs>
            </a:gsLst>
            <a:lin ang="162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471" name="Google Shape;723;p25"/>
          <p:cNvSpPr/>
          <p:nvPr/>
        </p:nvSpPr>
        <p:spPr>
          <a:xfrm>
            <a:off x="222480" y="245880"/>
            <a:ext cx="8698320" cy="4651560"/>
          </a:xfrm>
          <a:prstGeom prst="roundRect">
            <a:avLst>
              <a:gd name="adj" fmla="val 10431"/>
            </a:avLst>
          </a:prstGeom>
          <a:solidFill>
            <a:schemeClr val="accent6"/>
          </a:solidFill>
          <a:ln w="0">
            <a:noFill/>
          </a:ln>
          <a:effectLst>
            <a:outerShdw blurRad="585720" algn="bl" rotWithShape="0">
              <a:schemeClr val="dk2">
                <a:alpha val="81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/>
    <p:bodyStyle/>
    <p:otherStyle/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7477FB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2" name="Google Shape;71;p4"/>
          <p:cNvGrpSpPr/>
          <p:nvPr/>
        </p:nvGrpSpPr>
        <p:grpSpPr>
          <a:xfrm>
            <a:off x="360" y="360"/>
            <a:ext cx="9143280" cy="5142960"/>
            <a:chOff x="360" y="360"/>
            <a:chExt cx="9143280" cy="5142960"/>
          </a:xfrm>
        </p:grpSpPr>
        <p:sp>
          <p:nvSpPr>
            <p:cNvPr id="473" name="Google Shape;72;p4"/>
            <p:cNvSpPr/>
            <p:nvPr/>
          </p:nvSpPr>
          <p:spPr>
            <a:xfrm rot="10800000">
              <a:off x="360" y="715680"/>
              <a:ext cx="3819600" cy="4427640"/>
            </a:xfrm>
            <a:custGeom>
              <a:avLst/>
              <a:gdLst>
                <a:gd name="textAreaLeft" fmla="*/ 0 w 3819600"/>
                <a:gd name="textAreaRight" fmla="*/ 3819960 w 3819600"/>
                <a:gd name="textAreaTop" fmla="*/ 0 h 4427640"/>
                <a:gd name="textAreaBottom" fmla="*/ 4428000 h 4427640"/>
              </a:gdLst>
              <a:ahLst/>
              <a:cxnLst/>
              <a:rect l="textAreaLeft" t="textAreaTop" r="textAreaRight" b="textAreaBottom"/>
              <a:pathLst>
                <a:path w="118924" h="151474">
                  <a:moveTo>
                    <a:pt x="103008" y="151473"/>
                  </a:moveTo>
                  <a:cubicBezTo>
                    <a:pt x="98522" y="151448"/>
                    <a:pt x="94063" y="150781"/>
                    <a:pt x="89731" y="149525"/>
                  </a:cubicBezTo>
                  <a:cubicBezTo>
                    <a:pt x="87425" y="148833"/>
                    <a:pt x="85118" y="148090"/>
                    <a:pt x="82862" y="147270"/>
                  </a:cubicBezTo>
                  <a:cubicBezTo>
                    <a:pt x="77531" y="145348"/>
                    <a:pt x="72200" y="143374"/>
                    <a:pt x="66869" y="141375"/>
                  </a:cubicBezTo>
                  <a:cubicBezTo>
                    <a:pt x="65024" y="140657"/>
                    <a:pt x="63178" y="139888"/>
                    <a:pt x="61384" y="139094"/>
                  </a:cubicBezTo>
                  <a:cubicBezTo>
                    <a:pt x="56130" y="136787"/>
                    <a:pt x="52414" y="133302"/>
                    <a:pt x="50158" y="128739"/>
                  </a:cubicBezTo>
                  <a:cubicBezTo>
                    <a:pt x="48979" y="126407"/>
                    <a:pt x="48031" y="123947"/>
                    <a:pt x="47288" y="121435"/>
                  </a:cubicBezTo>
                  <a:cubicBezTo>
                    <a:pt x="46493" y="118616"/>
                    <a:pt x="45724" y="115822"/>
                    <a:pt x="45084" y="112977"/>
                  </a:cubicBezTo>
                  <a:cubicBezTo>
                    <a:pt x="44545" y="110465"/>
                    <a:pt x="44161" y="107902"/>
                    <a:pt x="43776" y="105365"/>
                  </a:cubicBezTo>
                  <a:cubicBezTo>
                    <a:pt x="43469" y="103084"/>
                    <a:pt x="43187" y="100803"/>
                    <a:pt x="42982" y="98522"/>
                  </a:cubicBezTo>
                  <a:cubicBezTo>
                    <a:pt x="42444" y="93114"/>
                    <a:pt x="42187" y="87706"/>
                    <a:pt x="42674" y="82298"/>
                  </a:cubicBezTo>
                  <a:cubicBezTo>
                    <a:pt x="43161" y="77351"/>
                    <a:pt x="44340" y="72507"/>
                    <a:pt x="46160" y="67868"/>
                  </a:cubicBezTo>
                  <a:cubicBezTo>
                    <a:pt x="47518" y="64357"/>
                    <a:pt x="49236" y="60948"/>
                    <a:pt x="50902" y="57514"/>
                  </a:cubicBezTo>
                  <a:cubicBezTo>
                    <a:pt x="55028" y="49081"/>
                    <a:pt x="59975" y="40982"/>
                    <a:pt x="65460" y="33088"/>
                  </a:cubicBezTo>
                  <a:cubicBezTo>
                    <a:pt x="67664" y="29961"/>
                    <a:pt x="69765" y="26758"/>
                    <a:pt x="71867" y="23554"/>
                  </a:cubicBezTo>
                  <a:cubicBezTo>
                    <a:pt x="72585" y="22503"/>
                    <a:pt x="73200" y="21375"/>
                    <a:pt x="73789" y="20273"/>
                  </a:cubicBezTo>
                  <a:cubicBezTo>
                    <a:pt x="74456" y="19094"/>
                    <a:pt x="74917" y="17813"/>
                    <a:pt x="75148" y="16480"/>
                  </a:cubicBezTo>
                  <a:cubicBezTo>
                    <a:pt x="75225" y="15967"/>
                    <a:pt x="75225" y="15429"/>
                    <a:pt x="75148" y="14891"/>
                  </a:cubicBezTo>
                  <a:cubicBezTo>
                    <a:pt x="75020" y="13866"/>
                    <a:pt x="74251" y="13276"/>
                    <a:pt x="73097" y="12994"/>
                  </a:cubicBezTo>
                  <a:cubicBezTo>
                    <a:pt x="72303" y="12815"/>
                    <a:pt x="71508" y="12764"/>
                    <a:pt x="70714" y="12841"/>
                  </a:cubicBezTo>
                  <a:cubicBezTo>
                    <a:pt x="69560" y="12943"/>
                    <a:pt x="68407" y="13123"/>
                    <a:pt x="67254" y="13404"/>
                  </a:cubicBezTo>
                  <a:cubicBezTo>
                    <a:pt x="65460" y="13866"/>
                    <a:pt x="63691" y="14430"/>
                    <a:pt x="61974" y="15122"/>
                  </a:cubicBezTo>
                  <a:cubicBezTo>
                    <a:pt x="58693" y="16378"/>
                    <a:pt x="55489" y="17838"/>
                    <a:pt x="52414" y="19479"/>
                  </a:cubicBezTo>
                  <a:cubicBezTo>
                    <a:pt x="48339" y="21606"/>
                    <a:pt x="44468" y="23964"/>
                    <a:pt x="40624" y="26373"/>
                  </a:cubicBezTo>
                  <a:cubicBezTo>
                    <a:pt x="37830" y="28142"/>
                    <a:pt x="35011" y="29910"/>
                    <a:pt x="32192" y="31653"/>
                  </a:cubicBezTo>
                  <a:cubicBezTo>
                    <a:pt x="30193" y="32883"/>
                    <a:pt x="28142" y="34037"/>
                    <a:pt x="26040" y="35062"/>
                  </a:cubicBezTo>
                  <a:cubicBezTo>
                    <a:pt x="24169" y="36010"/>
                    <a:pt x="22196" y="36753"/>
                    <a:pt x="20171" y="37292"/>
                  </a:cubicBezTo>
                  <a:cubicBezTo>
                    <a:pt x="14686" y="38650"/>
                    <a:pt x="10073" y="37445"/>
                    <a:pt x="6228" y="34037"/>
                  </a:cubicBezTo>
                  <a:cubicBezTo>
                    <a:pt x="5229" y="33114"/>
                    <a:pt x="4383" y="32089"/>
                    <a:pt x="3717" y="30935"/>
                  </a:cubicBezTo>
                  <a:cubicBezTo>
                    <a:pt x="2563" y="29039"/>
                    <a:pt x="1717" y="27014"/>
                    <a:pt x="1205" y="24912"/>
                  </a:cubicBezTo>
                  <a:cubicBezTo>
                    <a:pt x="564" y="22452"/>
                    <a:pt x="205" y="19966"/>
                    <a:pt x="103" y="17454"/>
                  </a:cubicBezTo>
                  <a:cubicBezTo>
                    <a:pt x="0" y="15173"/>
                    <a:pt x="26" y="12866"/>
                    <a:pt x="205" y="10585"/>
                  </a:cubicBezTo>
                  <a:cubicBezTo>
                    <a:pt x="436" y="7612"/>
                    <a:pt x="667" y="4665"/>
                    <a:pt x="897" y="1692"/>
                  </a:cubicBezTo>
                  <a:cubicBezTo>
                    <a:pt x="949" y="1128"/>
                    <a:pt x="949" y="564"/>
                    <a:pt x="949" y="0"/>
                  </a:cubicBezTo>
                  <a:lnTo>
                    <a:pt x="8689" y="0"/>
                  </a:lnTo>
                  <a:cubicBezTo>
                    <a:pt x="8766" y="179"/>
                    <a:pt x="8791" y="359"/>
                    <a:pt x="8791" y="538"/>
                  </a:cubicBezTo>
                  <a:cubicBezTo>
                    <a:pt x="8586" y="2153"/>
                    <a:pt x="8356" y="3768"/>
                    <a:pt x="8151" y="5382"/>
                  </a:cubicBezTo>
                  <a:cubicBezTo>
                    <a:pt x="7715" y="8637"/>
                    <a:pt x="7587" y="11944"/>
                    <a:pt x="7817" y="15224"/>
                  </a:cubicBezTo>
                  <a:cubicBezTo>
                    <a:pt x="7946" y="16993"/>
                    <a:pt x="8330" y="18736"/>
                    <a:pt x="8945" y="20401"/>
                  </a:cubicBezTo>
                  <a:cubicBezTo>
                    <a:pt x="9355" y="21606"/>
                    <a:pt x="9996" y="22708"/>
                    <a:pt x="10816" y="23682"/>
                  </a:cubicBezTo>
                  <a:cubicBezTo>
                    <a:pt x="11559" y="24579"/>
                    <a:pt x="12482" y="25297"/>
                    <a:pt x="13507" y="25809"/>
                  </a:cubicBezTo>
                  <a:cubicBezTo>
                    <a:pt x="15071" y="26604"/>
                    <a:pt x="16865" y="26809"/>
                    <a:pt x="18531" y="26348"/>
                  </a:cubicBezTo>
                  <a:cubicBezTo>
                    <a:pt x="19530" y="26091"/>
                    <a:pt x="20504" y="25707"/>
                    <a:pt x="21427" y="25220"/>
                  </a:cubicBezTo>
                  <a:cubicBezTo>
                    <a:pt x="22785" y="24528"/>
                    <a:pt x="24093" y="23733"/>
                    <a:pt x="25323" y="22811"/>
                  </a:cubicBezTo>
                  <a:cubicBezTo>
                    <a:pt x="26630" y="21862"/>
                    <a:pt x="27963" y="20914"/>
                    <a:pt x="29193" y="19914"/>
                  </a:cubicBezTo>
                  <a:cubicBezTo>
                    <a:pt x="36190" y="14302"/>
                    <a:pt x="43930" y="9483"/>
                    <a:pt x="52183" y="5229"/>
                  </a:cubicBezTo>
                  <a:cubicBezTo>
                    <a:pt x="55464" y="3537"/>
                    <a:pt x="58796" y="1820"/>
                    <a:pt x="62204" y="256"/>
                  </a:cubicBezTo>
                  <a:cubicBezTo>
                    <a:pt x="62384" y="179"/>
                    <a:pt x="62538" y="77"/>
                    <a:pt x="62691" y="0"/>
                  </a:cubicBezTo>
                  <a:lnTo>
                    <a:pt x="118924" y="0"/>
                  </a:lnTo>
                  <a:lnTo>
                    <a:pt x="118924" y="8278"/>
                  </a:lnTo>
                  <a:cubicBezTo>
                    <a:pt x="118616" y="8407"/>
                    <a:pt x="118334" y="8535"/>
                    <a:pt x="118027" y="8663"/>
                  </a:cubicBezTo>
                  <a:cubicBezTo>
                    <a:pt x="112029" y="10995"/>
                    <a:pt x="106416" y="14225"/>
                    <a:pt x="101393" y="18274"/>
                  </a:cubicBezTo>
                  <a:cubicBezTo>
                    <a:pt x="94729" y="23554"/>
                    <a:pt x="88527" y="29372"/>
                    <a:pt x="82811" y="35651"/>
                  </a:cubicBezTo>
                  <a:cubicBezTo>
                    <a:pt x="76532" y="42571"/>
                    <a:pt x="71893" y="50158"/>
                    <a:pt x="68843" y="58411"/>
                  </a:cubicBezTo>
                  <a:cubicBezTo>
                    <a:pt x="67510" y="62025"/>
                    <a:pt x="66126" y="65587"/>
                    <a:pt x="65101" y="69252"/>
                  </a:cubicBezTo>
                  <a:cubicBezTo>
                    <a:pt x="63691" y="74096"/>
                    <a:pt x="62897" y="78992"/>
                    <a:pt x="63102" y="83964"/>
                  </a:cubicBezTo>
                  <a:cubicBezTo>
                    <a:pt x="63281" y="88654"/>
                    <a:pt x="64383" y="93216"/>
                    <a:pt x="66075" y="97702"/>
                  </a:cubicBezTo>
                  <a:cubicBezTo>
                    <a:pt x="68202" y="103238"/>
                    <a:pt x="71278" y="108389"/>
                    <a:pt x="75199" y="112849"/>
                  </a:cubicBezTo>
                  <a:cubicBezTo>
                    <a:pt x="78505" y="116668"/>
                    <a:pt x="82427" y="119923"/>
                    <a:pt x="86758" y="122486"/>
                  </a:cubicBezTo>
                  <a:cubicBezTo>
                    <a:pt x="94447" y="127073"/>
                    <a:pt x="103059" y="129201"/>
                    <a:pt x="112568" y="128739"/>
                  </a:cubicBezTo>
                  <a:cubicBezTo>
                    <a:pt x="114362" y="128663"/>
                    <a:pt x="116182" y="128432"/>
                    <a:pt x="117950" y="128073"/>
                  </a:cubicBezTo>
                  <a:cubicBezTo>
                    <a:pt x="118283" y="128022"/>
                    <a:pt x="118591" y="127894"/>
                    <a:pt x="118924" y="127817"/>
                  </a:cubicBezTo>
                  <a:lnTo>
                    <a:pt x="118924" y="149064"/>
                  </a:lnTo>
                  <a:cubicBezTo>
                    <a:pt x="118514" y="149141"/>
                    <a:pt x="118129" y="149218"/>
                    <a:pt x="117719" y="149346"/>
                  </a:cubicBezTo>
                  <a:cubicBezTo>
                    <a:pt x="112952" y="150730"/>
                    <a:pt x="108005" y="151448"/>
                    <a:pt x="103008" y="151473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74" name="Google Shape;73;p4"/>
            <p:cNvSpPr/>
            <p:nvPr/>
          </p:nvSpPr>
          <p:spPr>
            <a:xfrm rot="10800000">
              <a:off x="2516040" y="720"/>
              <a:ext cx="6626880" cy="5142240"/>
            </a:xfrm>
            <a:custGeom>
              <a:avLst/>
              <a:gdLst>
                <a:gd name="textAreaLeft" fmla="*/ 0 w 6626880"/>
                <a:gd name="textAreaRight" fmla="*/ 6627240 w 6626880"/>
                <a:gd name="textAreaTop" fmla="*/ 0 h 5142240"/>
                <a:gd name="textAreaBottom" fmla="*/ 5142600 h 5142240"/>
              </a:gdLst>
              <a:ahLst/>
              <a:cxnLst/>
              <a:rect l="textAreaLeft" t="textAreaTop" r="textAreaRight" b="textAreaBottom"/>
              <a:pathLst>
                <a:path w="206323" h="175925">
                  <a:moveTo>
                    <a:pt x="141196" y="19504"/>
                  </a:moveTo>
                  <a:cubicBezTo>
                    <a:pt x="142093" y="23041"/>
                    <a:pt x="142965" y="26604"/>
                    <a:pt x="143836" y="30166"/>
                  </a:cubicBezTo>
                  <a:cubicBezTo>
                    <a:pt x="145400" y="36318"/>
                    <a:pt x="147424" y="42315"/>
                    <a:pt x="149936" y="48133"/>
                  </a:cubicBezTo>
                  <a:cubicBezTo>
                    <a:pt x="151089" y="50824"/>
                    <a:pt x="152217" y="53515"/>
                    <a:pt x="153089" y="56283"/>
                  </a:cubicBezTo>
                  <a:cubicBezTo>
                    <a:pt x="153858" y="58770"/>
                    <a:pt x="154447" y="61333"/>
                    <a:pt x="154831" y="63921"/>
                  </a:cubicBezTo>
                  <a:cubicBezTo>
                    <a:pt x="155421" y="67612"/>
                    <a:pt x="155703" y="71277"/>
                    <a:pt x="156036" y="74968"/>
                  </a:cubicBezTo>
                  <a:cubicBezTo>
                    <a:pt x="156241" y="77813"/>
                    <a:pt x="156600" y="80658"/>
                    <a:pt x="157138" y="83477"/>
                  </a:cubicBezTo>
                  <a:cubicBezTo>
                    <a:pt x="157574" y="85912"/>
                    <a:pt x="158343" y="88270"/>
                    <a:pt x="159394" y="90525"/>
                  </a:cubicBezTo>
                  <a:cubicBezTo>
                    <a:pt x="160675" y="93191"/>
                    <a:pt x="162520" y="95549"/>
                    <a:pt x="164802" y="97420"/>
                  </a:cubicBezTo>
                  <a:cubicBezTo>
                    <a:pt x="165776" y="98214"/>
                    <a:pt x="166724" y="99034"/>
                    <a:pt x="167723" y="99803"/>
                  </a:cubicBezTo>
                  <a:cubicBezTo>
                    <a:pt x="171645" y="102751"/>
                    <a:pt x="174618" y="106826"/>
                    <a:pt x="176207" y="111490"/>
                  </a:cubicBezTo>
                  <a:cubicBezTo>
                    <a:pt x="177027" y="113797"/>
                    <a:pt x="177565" y="116155"/>
                    <a:pt x="177873" y="118590"/>
                  </a:cubicBezTo>
                  <a:cubicBezTo>
                    <a:pt x="178155" y="120820"/>
                    <a:pt x="178257" y="123075"/>
                    <a:pt x="178129" y="125331"/>
                  </a:cubicBezTo>
                  <a:cubicBezTo>
                    <a:pt x="178027" y="127330"/>
                    <a:pt x="177565" y="129278"/>
                    <a:pt x="176796" y="131123"/>
                  </a:cubicBezTo>
                  <a:cubicBezTo>
                    <a:pt x="175694" y="133686"/>
                    <a:pt x="174567" y="136249"/>
                    <a:pt x="173439" y="138812"/>
                  </a:cubicBezTo>
                  <a:cubicBezTo>
                    <a:pt x="172824" y="140222"/>
                    <a:pt x="172209" y="141631"/>
                    <a:pt x="171645" y="143067"/>
                  </a:cubicBezTo>
                  <a:cubicBezTo>
                    <a:pt x="170491" y="146040"/>
                    <a:pt x="170696" y="148987"/>
                    <a:pt x="172055" y="151909"/>
                  </a:cubicBezTo>
                  <a:cubicBezTo>
                    <a:pt x="172798" y="153447"/>
                    <a:pt x="173721" y="154882"/>
                    <a:pt x="174797" y="156215"/>
                  </a:cubicBezTo>
                  <a:cubicBezTo>
                    <a:pt x="176925" y="158829"/>
                    <a:pt x="179488" y="161136"/>
                    <a:pt x="182281" y="163263"/>
                  </a:cubicBezTo>
                  <a:cubicBezTo>
                    <a:pt x="188971" y="168415"/>
                    <a:pt x="196609" y="172387"/>
                    <a:pt x="205015" y="175386"/>
                  </a:cubicBezTo>
                  <a:cubicBezTo>
                    <a:pt x="205451" y="175540"/>
                    <a:pt x="205887" y="175745"/>
                    <a:pt x="206322" y="175924"/>
                  </a:cubicBezTo>
                  <a:lnTo>
                    <a:pt x="178539" y="175924"/>
                  </a:lnTo>
                  <a:cubicBezTo>
                    <a:pt x="178257" y="175668"/>
                    <a:pt x="178001" y="175412"/>
                    <a:pt x="177694" y="175181"/>
                  </a:cubicBezTo>
                  <a:cubicBezTo>
                    <a:pt x="174054" y="172439"/>
                    <a:pt x="170594" y="169491"/>
                    <a:pt x="167313" y="166364"/>
                  </a:cubicBezTo>
                  <a:cubicBezTo>
                    <a:pt x="164597" y="163801"/>
                    <a:pt x="162136" y="161008"/>
                    <a:pt x="159932" y="158009"/>
                  </a:cubicBezTo>
                  <a:cubicBezTo>
                    <a:pt x="157753" y="154985"/>
                    <a:pt x="156010" y="151806"/>
                    <a:pt x="154960" y="148372"/>
                  </a:cubicBezTo>
                  <a:cubicBezTo>
                    <a:pt x="154550" y="146988"/>
                    <a:pt x="154268" y="145553"/>
                    <a:pt x="154139" y="144117"/>
                  </a:cubicBezTo>
                  <a:cubicBezTo>
                    <a:pt x="153909" y="141401"/>
                    <a:pt x="154344" y="138658"/>
                    <a:pt x="155421" y="136146"/>
                  </a:cubicBezTo>
                  <a:cubicBezTo>
                    <a:pt x="156036" y="134686"/>
                    <a:pt x="156754" y="133225"/>
                    <a:pt x="157394" y="131764"/>
                  </a:cubicBezTo>
                  <a:cubicBezTo>
                    <a:pt x="157856" y="130739"/>
                    <a:pt x="158266" y="129688"/>
                    <a:pt x="158625" y="128637"/>
                  </a:cubicBezTo>
                  <a:cubicBezTo>
                    <a:pt x="159650" y="125356"/>
                    <a:pt x="159163" y="122178"/>
                    <a:pt x="157471" y="119103"/>
                  </a:cubicBezTo>
                  <a:cubicBezTo>
                    <a:pt x="156779" y="117898"/>
                    <a:pt x="155959" y="116745"/>
                    <a:pt x="154985" y="115745"/>
                  </a:cubicBezTo>
                  <a:cubicBezTo>
                    <a:pt x="154344" y="115079"/>
                    <a:pt x="153678" y="114438"/>
                    <a:pt x="152986" y="113823"/>
                  </a:cubicBezTo>
                  <a:cubicBezTo>
                    <a:pt x="152422" y="113285"/>
                    <a:pt x="151833" y="112746"/>
                    <a:pt x="151218" y="112234"/>
                  </a:cubicBezTo>
                  <a:cubicBezTo>
                    <a:pt x="147040" y="108748"/>
                    <a:pt x="144016" y="104083"/>
                    <a:pt x="142580" y="98829"/>
                  </a:cubicBezTo>
                  <a:cubicBezTo>
                    <a:pt x="141837" y="96164"/>
                    <a:pt x="141299" y="93473"/>
                    <a:pt x="140966" y="90756"/>
                  </a:cubicBezTo>
                  <a:cubicBezTo>
                    <a:pt x="140402" y="86476"/>
                    <a:pt x="139915" y="82170"/>
                    <a:pt x="139325" y="77864"/>
                  </a:cubicBezTo>
                  <a:cubicBezTo>
                    <a:pt x="138813" y="74173"/>
                    <a:pt x="138172" y="70482"/>
                    <a:pt x="137403" y="66817"/>
                  </a:cubicBezTo>
                  <a:cubicBezTo>
                    <a:pt x="136685" y="63409"/>
                    <a:pt x="136045" y="60025"/>
                    <a:pt x="135250" y="56642"/>
                  </a:cubicBezTo>
                  <a:cubicBezTo>
                    <a:pt x="133533" y="49107"/>
                    <a:pt x="131636" y="41572"/>
                    <a:pt x="129124" y="34216"/>
                  </a:cubicBezTo>
                  <a:cubicBezTo>
                    <a:pt x="128279" y="31576"/>
                    <a:pt x="127202" y="29039"/>
                    <a:pt x="125946" y="26578"/>
                  </a:cubicBezTo>
                  <a:cubicBezTo>
                    <a:pt x="125152" y="25015"/>
                    <a:pt x="124203" y="23554"/>
                    <a:pt x="123127" y="22170"/>
                  </a:cubicBezTo>
                  <a:cubicBezTo>
                    <a:pt x="122025" y="20786"/>
                    <a:pt x="120718" y="19530"/>
                    <a:pt x="119231" y="18530"/>
                  </a:cubicBezTo>
                  <a:cubicBezTo>
                    <a:pt x="118360" y="17941"/>
                    <a:pt x="117437" y="17454"/>
                    <a:pt x="116463" y="17070"/>
                  </a:cubicBezTo>
                  <a:cubicBezTo>
                    <a:pt x="113951" y="16096"/>
                    <a:pt x="111183" y="15942"/>
                    <a:pt x="108595" y="16659"/>
                  </a:cubicBezTo>
                  <a:cubicBezTo>
                    <a:pt x="107031" y="17095"/>
                    <a:pt x="105519" y="17710"/>
                    <a:pt x="104135" y="18530"/>
                  </a:cubicBezTo>
                  <a:cubicBezTo>
                    <a:pt x="101880" y="19838"/>
                    <a:pt x="99829" y="21478"/>
                    <a:pt x="98035" y="23400"/>
                  </a:cubicBezTo>
                  <a:cubicBezTo>
                    <a:pt x="95370" y="26194"/>
                    <a:pt x="93114" y="29321"/>
                    <a:pt x="91320" y="32729"/>
                  </a:cubicBezTo>
                  <a:cubicBezTo>
                    <a:pt x="90218" y="34806"/>
                    <a:pt x="89167" y="36907"/>
                    <a:pt x="88116" y="38958"/>
                  </a:cubicBezTo>
                  <a:cubicBezTo>
                    <a:pt x="86758" y="41674"/>
                    <a:pt x="85246" y="44314"/>
                    <a:pt x="83580" y="46852"/>
                  </a:cubicBezTo>
                  <a:cubicBezTo>
                    <a:pt x="82298" y="48748"/>
                    <a:pt x="80837" y="50491"/>
                    <a:pt x="79197" y="52080"/>
                  </a:cubicBezTo>
                  <a:cubicBezTo>
                    <a:pt x="78300" y="52926"/>
                    <a:pt x="77352" y="53695"/>
                    <a:pt x="76326" y="54387"/>
                  </a:cubicBezTo>
                  <a:cubicBezTo>
                    <a:pt x="73302" y="56335"/>
                    <a:pt x="69791" y="57437"/>
                    <a:pt x="66177" y="57539"/>
                  </a:cubicBezTo>
                  <a:cubicBezTo>
                    <a:pt x="62332" y="57693"/>
                    <a:pt x="58616" y="57104"/>
                    <a:pt x="55002" y="56104"/>
                  </a:cubicBezTo>
                  <a:cubicBezTo>
                    <a:pt x="50414" y="54797"/>
                    <a:pt x="45980" y="52952"/>
                    <a:pt x="41828" y="50619"/>
                  </a:cubicBezTo>
                  <a:cubicBezTo>
                    <a:pt x="37830" y="48441"/>
                    <a:pt x="34139" y="45955"/>
                    <a:pt x="30423" y="43443"/>
                  </a:cubicBezTo>
                  <a:cubicBezTo>
                    <a:pt x="26194" y="40572"/>
                    <a:pt x="21991" y="37625"/>
                    <a:pt x="17710" y="34806"/>
                  </a:cubicBezTo>
                  <a:cubicBezTo>
                    <a:pt x="12405" y="31269"/>
                    <a:pt x="6843" y="28065"/>
                    <a:pt x="1128" y="25040"/>
                  </a:cubicBezTo>
                  <a:cubicBezTo>
                    <a:pt x="769" y="24861"/>
                    <a:pt x="461" y="24605"/>
                    <a:pt x="0" y="24630"/>
                  </a:cubicBezTo>
                  <a:lnTo>
                    <a:pt x="0" y="19351"/>
                  </a:lnTo>
                  <a:cubicBezTo>
                    <a:pt x="179" y="19351"/>
                    <a:pt x="359" y="19376"/>
                    <a:pt x="538" y="19428"/>
                  </a:cubicBezTo>
                  <a:cubicBezTo>
                    <a:pt x="846" y="19556"/>
                    <a:pt x="1128" y="19709"/>
                    <a:pt x="1435" y="19863"/>
                  </a:cubicBezTo>
                  <a:cubicBezTo>
                    <a:pt x="11354" y="24964"/>
                    <a:pt x="20991" y="30653"/>
                    <a:pt x="30269" y="36907"/>
                  </a:cubicBezTo>
                  <a:cubicBezTo>
                    <a:pt x="33447" y="39060"/>
                    <a:pt x="36677" y="41136"/>
                    <a:pt x="39906" y="43187"/>
                  </a:cubicBezTo>
                  <a:cubicBezTo>
                    <a:pt x="42315" y="44724"/>
                    <a:pt x="44827" y="46083"/>
                    <a:pt x="47416" y="47287"/>
                  </a:cubicBezTo>
                  <a:cubicBezTo>
                    <a:pt x="50389" y="48723"/>
                    <a:pt x="53516" y="49773"/>
                    <a:pt x="56745" y="50440"/>
                  </a:cubicBezTo>
                  <a:cubicBezTo>
                    <a:pt x="58795" y="50876"/>
                    <a:pt x="60871" y="51029"/>
                    <a:pt x="62948" y="50952"/>
                  </a:cubicBezTo>
                  <a:cubicBezTo>
                    <a:pt x="66510" y="50799"/>
                    <a:pt x="69586" y="49748"/>
                    <a:pt x="72149" y="47697"/>
                  </a:cubicBezTo>
                  <a:cubicBezTo>
                    <a:pt x="73353" y="46723"/>
                    <a:pt x="74455" y="45570"/>
                    <a:pt x="75404" y="44314"/>
                  </a:cubicBezTo>
                  <a:cubicBezTo>
                    <a:pt x="76813" y="42443"/>
                    <a:pt x="78018" y="40418"/>
                    <a:pt x="79018" y="38266"/>
                  </a:cubicBezTo>
                  <a:cubicBezTo>
                    <a:pt x="80427" y="35190"/>
                    <a:pt x="81658" y="32037"/>
                    <a:pt x="82657" y="28808"/>
                  </a:cubicBezTo>
                  <a:cubicBezTo>
                    <a:pt x="83477" y="26091"/>
                    <a:pt x="84502" y="23477"/>
                    <a:pt x="85733" y="20940"/>
                  </a:cubicBezTo>
                  <a:cubicBezTo>
                    <a:pt x="87527" y="17454"/>
                    <a:pt x="89680" y="14148"/>
                    <a:pt x="92166" y="11123"/>
                  </a:cubicBezTo>
                  <a:cubicBezTo>
                    <a:pt x="94883" y="7817"/>
                    <a:pt x="97753" y="4562"/>
                    <a:pt x="100778" y="1435"/>
                  </a:cubicBezTo>
                  <a:cubicBezTo>
                    <a:pt x="101239" y="948"/>
                    <a:pt x="101752" y="461"/>
                    <a:pt x="102238" y="0"/>
                  </a:cubicBezTo>
                  <a:lnTo>
                    <a:pt x="125921" y="0"/>
                  </a:lnTo>
                  <a:cubicBezTo>
                    <a:pt x="126100" y="308"/>
                    <a:pt x="126485" y="384"/>
                    <a:pt x="126792" y="564"/>
                  </a:cubicBezTo>
                  <a:cubicBezTo>
                    <a:pt x="128663" y="1512"/>
                    <a:pt x="130457" y="2640"/>
                    <a:pt x="132123" y="3921"/>
                  </a:cubicBezTo>
                  <a:cubicBezTo>
                    <a:pt x="134968" y="6126"/>
                    <a:pt x="137224" y="8996"/>
                    <a:pt x="138684" y="12277"/>
                  </a:cubicBezTo>
                  <a:cubicBezTo>
                    <a:pt x="139735" y="14609"/>
                    <a:pt x="140555" y="17018"/>
                    <a:pt x="141196" y="19504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75" name="Google Shape;74;p4"/>
            <p:cNvSpPr/>
            <p:nvPr/>
          </p:nvSpPr>
          <p:spPr>
            <a:xfrm rot="10800000">
              <a:off x="4359600" y="1080"/>
              <a:ext cx="4783320" cy="3974400"/>
            </a:xfrm>
            <a:custGeom>
              <a:avLst/>
              <a:gdLst>
                <a:gd name="textAreaLeft" fmla="*/ 0 w 4783320"/>
                <a:gd name="textAreaRight" fmla="*/ 4783680 w 4783320"/>
                <a:gd name="textAreaTop" fmla="*/ 0 h 3974400"/>
                <a:gd name="textAreaBottom" fmla="*/ 3974760 h 3974400"/>
              </a:gdLst>
              <a:ahLst/>
              <a:cxnLst/>
              <a:rect l="textAreaLeft" t="textAreaTop" r="textAreaRight" b="textAreaBottom"/>
              <a:pathLst>
                <a:path w="148937" h="135968">
                  <a:moveTo>
                    <a:pt x="1307" y="308"/>
                  </a:moveTo>
                  <a:cubicBezTo>
                    <a:pt x="3306" y="897"/>
                    <a:pt x="5229" y="1615"/>
                    <a:pt x="7125" y="2435"/>
                  </a:cubicBezTo>
                  <a:cubicBezTo>
                    <a:pt x="10329" y="3819"/>
                    <a:pt x="13430" y="5331"/>
                    <a:pt x="16429" y="6972"/>
                  </a:cubicBezTo>
                  <a:cubicBezTo>
                    <a:pt x="21068" y="9483"/>
                    <a:pt x="25656" y="12021"/>
                    <a:pt x="30295" y="14507"/>
                  </a:cubicBezTo>
                  <a:cubicBezTo>
                    <a:pt x="35805" y="17505"/>
                    <a:pt x="41546" y="19992"/>
                    <a:pt x="47493" y="21991"/>
                  </a:cubicBezTo>
                  <a:cubicBezTo>
                    <a:pt x="51414" y="23323"/>
                    <a:pt x="55412" y="24374"/>
                    <a:pt x="59487" y="25169"/>
                  </a:cubicBezTo>
                  <a:cubicBezTo>
                    <a:pt x="62512" y="25758"/>
                    <a:pt x="65562" y="26040"/>
                    <a:pt x="68637" y="26040"/>
                  </a:cubicBezTo>
                  <a:cubicBezTo>
                    <a:pt x="74174" y="25989"/>
                    <a:pt x="79146" y="24631"/>
                    <a:pt x="83554" y="21863"/>
                  </a:cubicBezTo>
                  <a:cubicBezTo>
                    <a:pt x="85476" y="20632"/>
                    <a:pt x="87296" y="19248"/>
                    <a:pt x="88988" y="17736"/>
                  </a:cubicBezTo>
                  <a:cubicBezTo>
                    <a:pt x="90269" y="16608"/>
                    <a:pt x="91499" y="15455"/>
                    <a:pt x="92781" y="14353"/>
                  </a:cubicBezTo>
                  <a:cubicBezTo>
                    <a:pt x="94062" y="13225"/>
                    <a:pt x="95395" y="12149"/>
                    <a:pt x="96754" y="11124"/>
                  </a:cubicBezTo>
                  <a:cubicBezTo>
                    <a:pt x="97574" y="10534"/>
                    <a:pt x="98420" y="10021"/>
                    <a:pt x="99317" y="9535"/>
                  </a:cubicBezTo>
                  <a:cubicBezTo>
                    <a:pt x="100086" y="9124"/>
                    <a:pt x="100931" y="8817"/>
                    <a:pt x="101803" y="8637"/>
                  </a:cubicBezTo>
                  <a:cubicBezTo>
                    <a:pt x="103571" y="8202"/>
                    <a:pt x="105417" y="8432"/>
                    <a:pt x="107031" y="9278"/>
                  </a:cubicBezTo>
                  <a:cubicBezTo>
                    <a:pt x="107928" y="9765"/>
                    <a:pt x="108749" y="10380"/>
                    <a:pt x="109492" y="11098"/>
                  </a:cubicBezTo>
                  <a:cubicBezTo>
                    <a:pt x="110466" y="12072"/>
                    <a:pt x="111337" y="13123"/>
                    <a:pt x="112080" y="14302"/>
                  </a:cubicBezTo>
                  <a:cubicBezTo>
                    <a:pt x="113413" y="16326"/>
                    <a:pt x="114515" y="18505"/>
                    <a:pt x="115387" y="20786"/>
                  </a:cubicBezTo>
                  <a:cubicBezTo>
                    <a:pt x="116848" y="24528"/>
                    <a:pt x="117950" y="28424"/>
                    <a:pt x="118667" y="32371"/>
                  </a:cubicBezTo>
                  <a:cubicBezTo>
                    <a:pt x="119667" y="37471"/>
                    <a:pt x="120026" y="42648"/>
                    <a:pt x="119769" y="47826"/>
                  </a:cubicBezTo>
                  <a:cubicBezTo>
                    <a:pt x="119641" y="50056"/>
                    <a:pt x="119436" y="52311"/>
                    <a:pt x="119180" y="54566"/>
                  </a:cubicBezTo>
                  <a:cubicBezTo>
                    <a:pt x="118693" y="58795"/>
                    <a:pt x="118078" y="63024"/>
                    <a:pt x="117591" y="67253"/>
                  </a:cubicBezTo>
                  <a:cubicBezTo>
                    <a:pt x="117027" y="71610"/>
                    <a:pt x="116719" y="75993"/>
                    <a:pt x="116617" y="80401"/>
                  </a:cubicBezTo>
                  <a:cubicBezTo>
                    <a:pt x="116566" y="83374"/>
                    <a:pt x="116771" y="86348"/>
                    <a:pt x="117258" y="89295"/>
                  </a:cubicBezTo>
                  <a:cubicBezTo>
                    <a:pt x="118129" y="94498"/>
                    <a:pt x="120000" y="99444"/>
                    <a:pt x="123358" y="103930"/>
                  </a:cubicBezTo>
                  <a:cubicBezTo>
                    <a:pt x="125049" y="106262"/>
                    <a:pt x="126818" y="108543"/>
                    <a:pt x="128663" y="110824"/>
                  </a:cubicBezTo>
                  <a:cubicBezTo>
                    <a:pt x="131559" y="114412"/>
                    <a:pt x="134276" y="118129"/>
                    <a:pt x="137019" y="121794"/>
                  </a:cubicBezTo>
                  <a:cubicBezTo>
                    <a:pt x="140581" y="126561"/>
                    <a:pt x="144426" y="131123"/>
                    <a:pt x="148526" y="135429"/>
                  </a:cubicBezTo>
                  <a:cubicBezTo>
                    <a:pt x="148680" y="135583"/>
                    <a:pt x="148808" y="135788"/>
                    <a:pt x="148937" y="135967"/>
                  </a:cubicBezTo>
                  <a:lnTo>
                    <a:pt x="115028" y="135967"/>
                  </a:lnTo>
                  <a:cubicBezTo>
                    <a:pt x="114772" y="135608"/>
                    <a:pt x="114515" y="135275"/>
                    <a:pt x="114310" y="134916"/>
                  </a:cubicBezTo>
                  <a:cubicBezTo>
                    <a:pt x="111055" y="129227"/>
                    <a:pt x="108313" y="123255"/>
                    <a:pt x="106134" y="117104"/>
                  </a:cubicBezTo>
                  <a:cubicBezTo>
                    <a:pt x="104340" y="112157"/>
                    <a:pt x="102905" y="107082"/>
                    <a:pt x="101880" y="101931"/>
                  </a:cubicBezTo>
                  <a:cubicBezTo>
                    <a:pt x="101136" y="98086"/>
                    <a:pt x="100624" y="94242"/>
                    <a:pt x="100393" y="90346"/>
                  </a:cubicBezTo>
                  <a:cubicBezTo>
                    <a:pt x="100162" y="86860"/>
                    <a:pt x="100214" y="83374"/>
                    <a:pt x="100470" y="79914"/>
                  </a:cubicBezTo>
                  <a:cubicBezTo>
                    <a:pt x="100726" y="76813"/>
                    <a:pt x="101111" y="73738"/>
                    <a:pt x="101675" y="70688"/>
                  </a:cubicBezTo>
                  <a:cubicBezTo>
                    <a:pt x="102520" y="65997"/>
                    <a:pt x="103751" y="61384"/>
                    <a:pt x="104853" y="56745"/>
                  </a:cubicBezTo>
                  <a:cubicBezTo>
                    <a:pt x="105673" y="53541"/>
                    <a:pt x="106211" y="50286"/>
                    <a:pt x="106467" y="46980"/>
                  </a:cubicBezTo>
                  <a:cubicBezTo>
                    <a:pt x="106724" y="43135"/>
                    <a:pt x="106339" y="39342"/>
                    <a:pt x="105007" y="35651"/>
                  </a:cubicBezTo>
                  <a:cubicBezTo>
                    <a:pt x="104596" y="34524"/>
                    <a:pt x="104058" y="33447"/>
                    <a:pt x="103366" y="32448"/>
                  </a:cubicBezTo>
                  <a:cubicBezTo>
                    <a:pt x="102854" y="31653"/>
                    <a:pt x="102238" y="30936"/>
                    <a:pt x="101521" y="30320"/>
                  </a:cubicBezTo>
                  <a:cubicBezTo>
                    <a:pt x="99957" y="28962"/>
                    <a:pt x="98061" y="28321"/>
                    <a:pt x="95805" y="28398"/>
                  </a:cubicBezTo>
                  <a:cubicBezTo>
                    <a:pt x="94780" y="28398"/>
                    <a:pt x="93781" y="28526"/>
                    <a:pt x="92781" y="28783"/>
                  </a:cubicBezTo>
                  <a:cubicBezTo>
                    <a:pt x="91397" y="29141"/>
                    <a:pt x="90039" y="29500"/>
                    <a:pt x="88680" y="29885"/>
                  </a:cubicBezTo>
                  <a:cubicBezTo>
                    <a:pt x="86271" y="30577"/>
                    <a:pt x="83913" y="31346"/>
                    <a:pt x="81452" y="31884"/>
                  </a:cubicBezTo>
                  <a:cubicBezTo>
                    <a:pt x="76788" y="32909"/>
                    <a:pt x="72021" y="33319"/>
                    <a:pt x="67253" y="33063"/>
                  </a:cubicBezTo>
                  <a:cubicBezTo>
                    <a:pt x="61282" y="32730"/>
                    <a:pt x="55464" y="31807"/>
                    <a:pt x="49671" y="30654"/>
                  </a:cubicBezTo>
                  <a:cubicBezTo>
                    <a:pt x="43956" y="29500"/>
                    <a:pt x="38343" y="28014"/>
                    <a:pt x="32755" y="26502"/>
                  </a:cubicBezTo>
                  <a:cubicBezTo>
                    <a:pt x="28578" y="25399"/>
                    <a:pt x="24400" y="24246"/>
                    <a:pt x="20145" y="23298"/>
                  </a:cubicBezTo>
                  <a:cubicBezTo>
                    <a:pt x="17864" y="22785"/>
                    <a:pt x="15557" y="22401"/>
                    <a:pt x="13225" y="22170"/>
                  </a:cubicBezTo>
                  <a:cubicBezTo>
                    <a:pt x="11226" y="21965"/>
                    <a:pt x="9227" y="21965"/>
                    <a:pt x="7228" y="22196"/>
                  </a:cubicBezTo>
                  <a:cubicBezTo>
                    <a:pt x="4972" y="22426"/>
                    <a:pt x="2845" y="23272"/>
                    <a:pt x="1051" y="24605"/>
                  </a:cubicBezTo>
                  <a:cubicBezTo>
                    <a:pt x="846" y="24759"/>
                    <a:pt x="641" y="24912"/>
                    <a:pt x="436" y="25041"/>
                  </a:cubicBezTo>
                  <a:cubicBezTo>
                    <a:pt x="282" y="25066"/>
                    <a:pt x="154" y="25092"/>
                    <a:pt x="0" y="25092"/>
                  </a:cubicBezTo>
                  <a:lnTo>
                    <a:pt x="0" y="103"/>
                  </a:lnTo>
                  <a:cubicBezTo>
                    <a:pt x="487" y="0"/>
                    <a:pt x="897" y="180"/>
                    <a:pt x="1307" y="30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76" name="Google Shape;75;p4"/>
            <p:cNvSpPr/>
            <p:nvPr/>
          </p:nvSpPr>
          <p:spPr>
            <a:xfrm rot="10800000">
              <a:off x="360" y="360"/>
              <a:ext cx="4717800" cy="5142960"/>
            </a:xfrm>
            <a:custGeom>
              <a:avLst/>
              <a:gdLst>
                <a:gd name="textAreaLeft" fmla="*/ 0 w 4717800"/>
                <a:gd name="textAreaRight" fmla="*/ 4718160 w 4717800"/>
                <a:gd name="textAreaTop" fmla="*/ 0 h 5142960"/>
                <a:gd name="textAreaBottom" fmla="*/ 5143320 h 5142960"/>
              </a:gdLst>
              <a:ahLst/>
              <a:cxnLst/>
              <a:rect l="textAreaLeft" t="textAreaTop" r="textAreaRight" b="textAreaBottom"/>
              <a:pathLst>
                <a:path w="146887" h="175950">
                  <a:moveTo>
                    <a:pt x="114772" y="175924"/>
                  </a:moveTo>
                  <a:cubicBezTo>
                    <a:pt x="114644" y="175822"/>
                    <a:pt x="114516" y="175719"/>
                    <a:pt x="114362" y="175642"/>
                  </a:cubicBezTo>
                  <a:cubicBezTo>
                    <a:pt x="110364" y="174310"/>
                    <a:pt x="106289" y="173079"/>
                    <a:pt x="102060" y="172310"/>
                  </a:cubicBezTo>
                  <a:cubicBezTo>
                    <a:pt x="98472" y="171695"/>
                    <a:pt x="94832" y="171439"/>
                    <a:pt x="91193" y="171516"/>
                  </a:cubicBezTo>
                  <a:cubicBezTo>
                    <a:pt x="88989" y="171567"/>
                    <a:pt x="86810" y="171593"/>
                    <a:pt x="84606" y="171644"/>
                  </a:cubicBezTo>
                  <a:cubicBezTo>
                    <a:pt x="78531" y="171772"/>
                    <a:pt x="72457" y="170849"/>
                    <a:pt x="66690" y="168978"/>
                  </a:cubicBezTo>
                  <a:cubicBezTo>
                    <a:pt x="59591" y="166697"/>
                    <a:pt x="53311" y="163391"/>
                    <a:pt x="47929" y="158932"/>
                  </a:cubicBezTo>
                  <a:cubicBezTo>
                    <a:pt x="46263" y="157573"/>
                    <a:pt x="44751" y="156035"/>
                    <a:pt x="43444" y="154318"/>
                  </a:cubicBezTo>
                  <a:cubicBezTo>
                    <a:pt x="42290" y="152883"/>
                    <a:pt x="41419" y="151217"/>
                    <a:pt x="40932" y="149423"/>
                  </a:cubicBezTo>
                  <a:cubicBezTo>
                    <a:pt x="40573" y="148039"/>
                    <a:pt x="40471" y="146629"/>
                    <a:pt x="40650" y="145219"/>
                  </a:cubicBezTo>
                  <a:cubicBezTo>
                    <a:pt x="40958" y="143041"/>
                    <a:pt x="41496" y="140914"/>
                    <a:pt x="42265" y="138889"/>
                  </a:cubicBezTo>
                  <a:cubicBezTo>
                    <a:pt x="43136" y="136454"/>
                    <a:pt x="44033" y="134019"/>
                    <a:pt x="44956" y="131610"/>
                  </a:cubicBezTo>
                  <a:cubicBezTo>
                    <a:pt x="45853" y="129201"/>
                    <a:pt x="46340" y="126689"/>
                    <a:pt x="46417" y="124126"/>
                  </a:cubicBezTo>
                  <a:cubicBezTo>
                    <a:pt x="46494" y="122024"/>
                    <a:pt x="46545" y="119923"/>
                    <a:pt x="46417" y="117821"/>
                  </a:cubicBezTo>
                  <a:cubicBezTo>
                    <a:pt x="46109" y="112772"/>
                    <a:pt x="45212" y="107800"/>
                    <a:pt x="43264" y="102981"/>
                  </a:cubicBezTo>
                  <a:cubicBezTo>
                    <a:pt x="42752" y="101725"/>
                    <a:pt x="42162" y="100495"/>
                    <a:pt x="41522" y="99316"/>
                  </a:cubicBezTo>
                  <a:cubicBezTo>
                    <a:pt x="40138" y="96804"/>
                    <a:pt x="38241" y="94600"/>
                    <a:pt x="36011" y="92806"/>
                  </a:cubicBezTo>
                  <a:cubicBezTo>
                    <a:pt x="35242" y="92191"/>
                    <a:pt x="34499" y="91576"/>
                    <a:pt x="33730" y="90961"/>
                  </a:cubicBezTo>
                  <a:cubicBezTo>
                    <a:pt x="30731" y="88757"/>
                    <a:pt x="28527" y="85655"/>
                    <a:pt x="27374" y="82118"/>
                  </a:cubicBezTo>
                  <a:cubicBezTo>
                    <a:pt x="26759" y="80196"/>
                    <a:pt x="26374" y="78197"/>
                    <a:pt x="26195" y="76198"/>
                  </a:cubicBezTo>
                  <a:cubicBezTo>
                    <a:pt x="25964" y="73686"/>
                    <a:pt x="25887" y="71174"/>
                    <a:pt x="25938" y="68688"/>
                  </a:cubicBezTo>
                  <a:cubicBezTo>
                    <a:pt x="25938" y="67048"/>
                    <a:pt x="25990" y="65433"/>
                    <a:pt x="25938" y="63793"/>
                  </a:cubicBezTo>
                  <a:cubicBezTo>
                    <a:pt x="25938" y="62383"/>
                    <a:pt x="25759" y="60974"/>
                    <a:pt x="25426" y="59590"/>
                  </a:cubicBezTo>
                  <a:cubicBezTo>
                    <a:pt x="24990" y="57873"/>
                    <a:pt x="24298" y="56232"/>
                    <a:pt x="23350" y="54746"/>
                  </a:cubicBezTo>
                  <a:cubicBezTo>
                    <a:pt x="22453" y="53310"/>
                    <a:pt x="21530" y="51901"/>
                    <a:pt x="20607" y="50517"/>
                  </a:cubicBezTo>
                  <a:cubicBezTo>
                    <a:pt x="18506" y="47492"/>
                    <a:pt x="16635" y="44289"/>
                    <a:pt x="15071" y="40957"/>
                  </a:cubicBezTo>
                  <a:cubicBezTo>
                    <a:pt x="13405" y="37317"/>
                    <a:pt x="12124" y="33550"/>
                    <a:pt x="11201" y="29680"/>
                  </a:cubicBezTo>
                  <a:cubicBezTo>
                    <a:pt x="10278" y="25938"/>
                    <a:pt x="9586" y="22144"/>
                    <a:pt x="8894" y="18377"/>
                  </a:cubicBezTo>
                  <a:cubicBezTo>
                    <a:pt x="8305" y="15327"/>
                    <a:pt x="7690" y="12251"/>
                    <a:pt x="6613" y="9278"/>
                  </a:cubicBezTo>
                  <a:cubicBezTo>
                    <a:pt x="6152" y="7945"/>
                    <a:pt x="5537" y="6664"/>
                    <a:pt x="4845" y="5434"/>
                  </a:cubicBezTo>
                  <a:cubicBezTo>
                    <a:pt x="3820" y="3639"/>
                    <a:pt x="2461" y="2050"/>
                    <a:pt x="872" y="743"/>
                  </a:cubicBezTo>
                  <a:cubicBezTo>
                    <a:pt x="565" y="513"/>
                    <a:pt x="283" y="256"/>
                    <a:pt x="1" y="0"/>
                  </a:cubicBezTo>
                  <a:lnTo>
                    <a:pt x="16635" y="0"/>
                  </a:lnTo>
                  <a:cubicBezTo>
                    <a:pt x="16865" y="1128"/>
                    <a:pt x="17173" y="2281"/>
                    <a:pt x="17378" y="3409"/>
                  </a:cubicBezTo>
                  <a:cubicBezTo>
                    <a:pt x="17532" y="4306"/>
                    <a:pt x="17660" y="5203"/>
                    <a:pt x="17711" y="6126"/>
                  </a:cubicBezTo>
                  <a:cubicBezTo>
                    <a:pt x="17839" y="7817"/>
                    <a:pt x="17916" y="9509"/>
                    <a:pt x="18019" y="11175"/>
                  </a:cubicBezTo>
                  <a:cubicBezTo>
                    <a:pt x="18198" y="14532"/>
                    <a:pt x="18326" y="17890"/>
                    <a:pt x="18711" y="21222"/>
                  </a:cubicBezTo>
                  <a:cubicBezTo>
                    <a:pt x="19198" y="25374"/>
                    <a:pt x="20018" y="29474"/>
                    <a:pt x="21633" y="33447"/>
                  </a:cubicBezTo>
                  <a:cubicBezTo>
                    <a:pt x="22555" y="35754"/>
                    <a:pt x="23760" y="37932"/>
                    <a:pt x="25246" y="39906"/>
                  </a:cubicBezTo>
                  <a:cubicBezTo>
                    <a:pt x="28220" y="43853"/>
                    <a:pt x="32295" y="46749"/>
                    <a:pt x="37498" y="48569"/>
                  </a:cubicBezTo>
                  <a:cubicBezTo>
                    <a:pt x="39394" y="49210"/>
                    <a:pt x="41342" y="49697"/>
                    <a:pt x="43316" y="50184"/>
                  </a:cubicBezTo>
                  <a:cubicBezTo>
                    <a:pt x="44469" y="50491"/>
                    <a:pt x="45648" y="50773"/>
                    <a:pt x="46776" y="51106"/>
                  </a:cubicBezTo>
                  <a:cubicBezTo>
                    <a:pt x="47468" y="51337"/>
                    <a:pt x="48160" y="51619"/>
                    <a:pt x="48801" y="51952"/>
                  </a:cubicBezTo>
                  <a:cubicBezTo>
                    <a:pt x="50005" y="52593"/>
                    <a:pt x="50595" y="53541"/>
                    <a:pt x="50595" y="54720"/>
                  </a:cubicBezTo>
                  <a:cubicBezTo>
                    <a:pt x="50620" y="55489"/>
                    <a:pt x="50466" y="56232"/>
                    <a:pt x="50159" y="56950"/>
                  </a:cubicBezTo>
                  <a:cubicBezTo>
                    <a:pt x="49749" y="57898"/>
                    <a:pt x="49287" y="58872"/>
                    <a:pt x="48826" y="59820"/>
                  </a:cubicBezTo>
                  <a:cubicBezTo>
                    <a:pt x="48237" y="61051"/>
                    <a:pt x="47596" y="62255"/>
                    <a:pt x="47032" y="63485"/>
                  </a:cubicBezTo>
                  <a:cubicBezTo>
                    <a:pt x="46366" y="64895"/>
                    <a:pt x="45930" y="66382"/>
                    <a:pt x="45699" y="67919"/>
                  </a:cubicBezTo>
                  <a:cubicBezTo>
                    <a:pt x="45417" y="70098"/>
                    <a:pt x="45853" y="72328"/>
                    <a:pt x="46981" y="74224"/>
                  </a:cubicBezTo>
                  <a:cubicBezTo>
                    <a:pt x="47237" y="74660"/>
                    <a:pt x="47519" y="75070"/>
                    <a:pt x="47801" y="75455"/>
                  </a:cubicBezTo>
                  <a:cubicBezTo>
                    <a:pt x="48160" y="75993"/>
                    <a:pt x="48519" y="76506"/>
                    <a:pt x="48929" y="76992"/>
                  </a:cubicBezTo>
                  <a:cubicBezTo>
                    <a:pt x="51825" y="80478"/>
                    <a:pt x="53491" y="84400"/>
                    <a:pt x="54439" y="88526"/>
                  </a:cubicBezTo>
                  <a:cubicBezTo>
                    <a:pt x="55157" y="91781"/>
                    <a:pt x="55695" y="95087"/>
                    <a:pt x="56079" y="98394"/>
                  </a:cubicBezTo>
                  <a:cubicBezTo>
                    <a:pt x="56438" y="101546"/>
                    <a:pt x="56720" y="104698"/>
                    <a:pt x="56925" y="107851"/>
                  </a:cubicBezTo>
                  <a:cubicBezTo>
                    <a:pt x="57182" y="111465"/>
                    <a:pt x="57182" y="115053"/>
                    <a:pt x="57207" y="118667"/>
                  </a:cubicBezTo>
                  <a:cubicBezTo>
                    <a:pt x="57207" y="120384"/>
                    <a:pt x="57258" y="122101"/>
                    <a:pt x="57335" y="123818"/>
                  </a:cubicBezTo>
                  <a:cubicBezTo>
                    <a:pt x="57438" y="127330"/>
                    <a:pt x="57258" y="130841"/>
                    <a:pt x="56797" y="134327"/>
                  </a:cubicBezTo>
                  <a:cubicBezTo>
                    <a:pt x="56541" y="136249"/>
                    <a:pt x="56438" y="138197"/>
                    <a:pt x="56490" y="140145"/>
                  </a:cubicBezTo>
                  <a:cubicBezTo>
                    <a:pt x="56541" y="141657"/>
                    <a:pt x="56771" y="143169"/>
                    <a:pt x="57233" y="144604"/>
                  </a:cubicBezTo>
                  <a:cubicBezTo>
                    <a:pt x="58130" y="147398"/>
                    <a:pt x="59898" y="149782"/>
                    <a:pt x="62487" y="151730"/>
                  </a:cubicBezTo>
                  <a:cubicBezTo>
                    <a:pt x="65563" y="154062"/>
                    <a:pt x="69202" y="155574"/>
                    <a:pt x="73252" y="156369"/>
                  </a:cubicBezTo>
                  <a:cubicBezTo>
                    <a:pt x="75892" y="156856"/>
                    <a:pt x="78557" y="157189"/>
                    <a:pt x="81248" y="157342"/>
                  </a:cubicBezTo>
                  <a:cubicBezTo>
                    <a:pt x="84426" y="157573"/>
                    <a:pt x="87604" y="157778"/>
                    <a:pt x="90757" y="158214"/>
                  </a:cubicBezTo>
                  <a:cubicBezTo>
                    <a:pt x="95088" y="158803"/>
                    <a:pt x="99369" y="159829"/>
                    <a:pt x="103521" y="161238"/>
                  </a:cubicBezTo>
                  <a:cubicBezTo>
                    <a:pt x="106494" y="162238"/>
                    <a:pt x="109441" y="163340"/>
                    <a:pt x="112389" y="164416"/>
                  </a:cubicBezTo>
                  <a:cubicBezTo>
                    <a:pt x="115669" y="165621"/>
                    <a:pt x="118976" y="166800"/>
                    <a:pt x="122410" y="167748"/>
                  </a:cubicBezTo>
                  <a:cubicBezTo>
                    <a:pt x="125460" y="168594"/>
                    <a:pt x="128587" y="169107"/>
                    <a:pt x="131740" y="169286"/>
                  </a:cubicBezTo>
                  <a:cubicBezTo>
                    <a:pt x="134918" y="169414"/>
                    <a:pt x="138121" y="169158"/>
                    <a:pt x="141223" y="168492"/>
                  </a:cubicBezTo>
                  <a:cubicBezTo>
                    <a:pt x="142760" y="168184"/>
                    <a:pt x="144273" y="167748"/>
                    <a:pt x="145785" y="167364"/>
                  </a:cubicBezTo>
                  <a:cubicBezTo>
                    <a:pt x="146144" y="167287"/>
                    <a:pt x="146528" y="167184"/>
                    <a:pt x="146887" y="167108"/>
                  </a:cubicBezTo>
                  <a:lnTo>
                    <a:pt x="146887" y="175950"/>
                  </a:ln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77" name="Google Shape;76;p4"/>
            <p:cNvSpPr/>
            <p:nvPr/>
          </p:nvSpPr>
          <p:spPr>
            <a:xfrm rot="10800000">
              <a:off x="6785640" y="1080"/>
              <a:ext cx="2357280" cy="2098440"/>
            </a:xfrm>
            <a:custGeom>
              <a:avLst/>
              <a:gdLst>
                <a:gd name="textAreaLeft" fmla="*/ 0 w 2357280"/>
                <a:gd name="textAreaRight" fmla="*/ 2357640 w 2357280"/>
                <a:gd name="textAreaTop" fmla="*/ 0 h 2098440"/>
                <a:gd name="textAreaBottom" fmla="*/ 2098800 h 2098440"/>
              </a:gdLst>
              <a:ahLst/>
              <a:cxnLst/>
              <a:rect l="textAreaLeft" t="textAreaTop" r="textAreaRight" b="textAreaBottom"/>
              <a:pathLst>
                <a:path w="73405" h="71791">
                  <a:moveTo>
                    <a:pt x="15327" y="20582"/>
                  </a:moveTo>
                  <a:cubicBezTo>
                    <a:pt x="18941" y="17865"/>
                    <a:pt x="22580" y="15148"/>
                    <a:pt x="26220" y="12457"/>
                  </a:cubicBezTo>
                  <a:cubicBezTo>
                    <a:pt x="28629" y="10688"/>
                    <a:pt x="31141" y="8997"/>
                    <a:pt x="33755" y="7433"/>
                  </a:cubicBezTo>
                  <a:cubicBezTo>
                    <a:pt x="37907" y="4896"/>
                    <a:pt x="42392" y="2922"/>
                    <a:pt x="47057" y="1590"/>
                  </a:cubicBezTo>
                  <a:cubicBezTo>
                    <a:pt x="50645" y="539"/>
                    <a:pt x="54361" y="1"/>
                    <a:pt x="58103" y="1"/>
                  </a:cubicBezTo>
                  <a:cubicBezTo>
                    <a:pt x="59898" y="1"/>
                    <a:pt x="61640" y="257"/>
                    <a:pt x="63358" y="744"/>
                  </a:cubicBezTo>
                  <a:cubicBezTo>
                    <a:pt x="66408" y="1615"/>
                    <a:pt x="68689" y="3230"/>
                    <a:pt x="70201" y="5562"/>
                  </a:cubicBezTo>
                  <a:cubicBezTo>
                    <a:pt x="71277" y="7305"/>
                    <a:pt x="72021" y="9253"/>
                    <a:pt x="72405" y="11278"/>
                  </a:cubicBezTo>
                  <a:cubicBezTo>
                    <a:pt x="72995" y="14148"/>
                    <a:pt x="73276" y="17096"/>
                    <a:pt x="73302" y="20069"/>
                  </a:cubicBezTo>
                  <a:cubicBezTo>
                    <a:pt x="73405" y="24862"/>
                    <a:pt x="73276" y="29629"/>
                    <a:pt x="72918" y="34422"/>
                  </a:cubicBezTo>
                  <a:cubicBezTo>
                    <a:pt x="72764" y="36780"/>
                    <a:pt x="72610" y="39112"/>
                    <a:pt x="72405" y="41470"/>
                  </a:cubicBezTo>
                  <a:cubicBezTo>
                    <a:pt x="71867" y="47032"/>
                    <a:pt x="71124" y="52542"/>
                    <a:pt x="69688" y="58027"/>
                  </a:cubicBezTo>
                  <a:cubicBezTo>
                    <a:pt x="68561" y="62102"/>
                    <a:pt x="67074" y="66100"/>
                    <a:pt x="65254" y="69945"/>
                  </a:cubicBezTo>
                  <a:cubicBezTo>
                    <a:pt x="64972" y="70560"/>
                    <a:pt x="64716" y="71175"/>
                    <a:pt x="64434" y="71790"/>
                  </a:cubicBezTo>
                  <a:lnTo>
                    <a:pt x="50107" y="71790"/>
                  </a:lnTo>
                  <a:lnTo>
                    <a:pt x="52029" y="66100"/>
                  </a:lnTo>
                  <a:cubicBezTo>
                    <a:pt x="53541" y="61589"/>
                    <a:pt x="54977" y="57053"/>
                    <a:pt x="56104" y="52440"/>
                  </a:cubicBezTo>
                  <a:cubicBezTo>
                    <a:pt x="57155" y="48390"/>
                    <a:pt x="57847" y="44264"/>
                    <a:pt x="58206" y="40086"/>
                  </a:cubicBezTo>
                  <a:cubicBezTo>
                    <a:pt x="58488" y="37190"/>
                    <a:pt x="58411" y="34268"/>
                    <a:pt x="58027" y="31372"/>
                  </a:cubicBezTo>
                  <a:cubicBezTo>
                    <a:pt x="57822" y="29578"/>
                    <a:pt x="57309" y="27835"/>
                    <a:pt x="56514" y="26194"/>
                  </a:cubicBezTo>
                  <a:cubicBezTo>
                    <a:pt x="56130" y="25426"/>
                    <a:pt x="55669" y="24708"/>
                    <a:pt x="55105" y="24042"/>
                  </a:cubicBezTo>
                  <a:cubicBezTo>
                    <a:pt x="53721" y="22478"/>
                    <a:pt x="51850" y="21555"/>
                    <a:pt x="49543" y="21222"/>
                  </a:cubicBezTo>
                  <a:cubicBezTo>
                    <a:pt x="47467" y="20992"/>
                    <a:pt x="45365" y="21094"/>
                    <a:pt x="43341" y="21530"/>
                  </a:cubicBezTo>
                  <a:cubicBezTo>
                    <a:pt x="40803" y="22017"/>
                    <a:pt x="38317" y="22709"/>
                    <a:pt x="35908" y="23580"/>
                  </a:cubicBezTo>
                  <a:cubicBezTo>
                    <a:pt x="31371" y="25169"/>
                    <a:pt x="27014" y="27092"/>
                    <a:pt x="22708" y="29039"/>
                  </a:cubicBezTo>
                  <a:cubicBezTo>
                    <a:pt x="15352" y="32397"/>
                    <a:pt x="8202" y="36216"/>
                    <a:pt x="1333" y="40445"/>
                  </a:cubicBezTo>
                  <a:cubicBezTo>
                    <a:pt x="897" y="40701"/>
                    <a:pt x="436" y="40906"/>
                    <a:pt x="0" y="41137"/>
                  </a:cubicBezTo>
                  <a:lnTo>
                    <a:pt x="0" y="31013"/>
                  </a:lnTo>
                  <a:cubicBezTo>
                    <a:pt x="538" y="30987"/>
                    <a:pt x="871" y="30654"/>
                    <a:pt x="1256" y="30423"/>
                  </a:cubicBezTo>
                  <a:cubicBezTo>
                    <a:pt x="6126" y="27322"/>
                    <a:pt x="10790" y="24016"/>
                    <a:pt x="15327" y="20582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78" name="Google Shape;77;p4"/>
            <p:cNvSpPr/>
            <p:nvPr/>
          </p:nvSpPr>
          <p:spPr>
            <a:xfrm rot="10800000">
              <a:off x="3613680" y="0"/>
              <a:ext cx="5529240" cy="4444200"/>
            </a:xfrm>
            <a:custGeom>
              <a:avLst/>
              <a:gdLst>
                <a:gd name="textAreaLeft" fmla="*/ 0 w 5529240"/>
                <a:gd name="textAreaRight" fmla="*/ 5529600 w 5529240"/>
                <a:gd name="textAreaTop" fmla="*/ 0 h 4444200"/>
                <a:gd name="textAreaBottom" fmla="*/ 4444560 h 4444200"/>
              </a:gdLst>
              <a:ahLst/>
              <a:cxnLst/>
              <a:rect l="textAreaLeft" t="textAreaTop" r="textAreaRight" b="textAreaBottom"/>
              <a:pathLst>
                <a:path w="172158" h="152038">
                  <a:moveTo>
                    <a:pt x="21427" y="15661"/>
                  </a:moveTo>
                  <a:cubicBezTo>
                    <a:pt x="24938" y="18070"/>
                    <a:pt x="28424" y="20479"/>
                    <a:pt x="31961" y="22837"/>
                  </a:cubicBezTo>
                  <a:cubicBezTo>
                    <a:pt x="35959" y="25580"/>
                    <a:pt x="40162" y="27989"/>
                    <a:pt x="44545" y="30090"/>
                  </a:cubicBezTo>
                  <a:cubicBezTo>
                    <a:pt x="48928" y="32218"/>
                    <a:pt x="53593" y="33807"/>
                    <a:pt x="58360" y="34806"/>
                  </a:cubicBezTo>
                  <a:cubicBezTo>
                    <a:pt x="61564" y="35447"/>
                    <a:pt x="64767" y="35806"/>
                    <a:pt x="68074" y="35524"/>
                  </a:cubicBezTo>
                  <a:cubicBezTo>
                    <a:pt x="71072" y="35268"/>
                    <a:pt x="73994" y="34396"/>
                    <a:pt x="76660" y="32961"/>
                  </a:cubicBezTo>
                  <a:cubicBezTo>
                    <a:pt x="78274" y="32038"/>
                    <a:pt x="79761" y="30911"/>
                    <a:pt x="81119" y="29629"/>
                  </a:cubicBezTo>
                  <a:cubicBezTo>
                    <a:pt x="82606" y="28194"/>
                    <a:pt x="83964" y="26656"/>
                    <a:pt x="85143" y="24964"/>
                  </a:cubicBezTo>
                  <a:cubicBezTo>
                    <a:pt x="86399" y="23196"/>
                    <a:pt x="87629" y="21376"/>
                    <a:pt x="88757" y="19531"/>
                  </a:cubicBezTo>
                  <a:cubicBezTo>
                    <a:pt x="90090" y="17378"/>
                    <a:pt x="91320" y="15199"/>
                    <a:pt x="92627" y="13046"/>
                  </a:cubicBezTo>
                  <a:cubicBezTo>
                    <a:pt x="94062" y="10612"/>
                    <a:pt x="95728" y="8382"/>
                    <a:pt x="97651" y="6331"/>
                  </a:cubicBezTo>
                  <a:cubicBezTo>
                    <a:pt x="98983" y="4947"/>
                    <a:pt x="100444" y="3743"/>
                    <a:pt x="102033" y="2692"/>
                  </a:cubicBezTo>
                  <a:cubicBezTo>
                    <a:pt x="103366" y="1795"/>
                    <a:pt x="104827" y="1077"/>
                    <a:pt x="106365" y="616"/>
                  </a:cubicBezTo>
                  <a:cubicBezTo>
                    <a:pt x="107749" y="180"/>
                    <a:pt x="109159" y="1"/>
                    <a:pt x="110620" y="52"/>
                  </a:cubicBezTo>
                  <a:cubicBezTo>
                    <a:pt x="112619" y="129"/>
                    <a:pt x="114567" y="744"/>
                    <a:pt x="116233" y="1872"/>
                  </a:cubicBezTo>
                  <a:cubicBezTo>
                    <a:pt x="117437" y="2666"/>
                    <a:pt x="118514" y="3666"/>
                    <a:pt x="119436" y="4768"/>
                  </a:cubicBezTo>
                  <a:cubicBezTo>
                    <a:pt x="120538" y="6101"/>
                    <a:pt x="121487" y="7536"/>
                    <a:pt x="122281" y="9048"/>
                  </a:cubicBezTo>
                  <a:cubicBezTo>
                    <a:pt x="123358" y="11073"/>
                    <a:pt x="124280" y="13175"/>
                    <a:pt x="125024" y="15328"/>
                  </a:cubicBezTo>
                  <a:cubicBezTo>
                    <a:pt x="127228" y="21222"/>
                    <a:pt x="128817" y="27245"/>
                    <a:pt x="130252" y="33320"/>
                  </a:cubicBezTo>
                  <a:cubicBezTo>
                    <a:pt x="131713" y="39445"/>
                    <a:pt x="132995" y="45622"/>
                    <a:pt x="133994" y="51825"/>
                  </a:cubicBezTo>
                  <a:cubicBezTo>
                    <a:pt x="134609" y="55720"/>
                    <a:pt x="135096" y="59616"/>
                    <a:pt x="135481" y="63512"/>
                  </a:cubicBezTo>
                  <a:cubicBezTo>
                    <a:pt x="135788" y="66716"/>
                    <a:pt x="136070" y="69945"/>
                    <a:pt x="136429" y="73149"/>
                  </a:cubicBezTo>
                  <a:cubicBezTo>
                    <a:pt x="136737" y="75789"/>
                    <a:pt x="137326" y="78403"/>
                    <a:pt x="138198" y="80889"/>
                  </a:cubicBezTo>
                  <a:cubicBezTo>
                    <a:pt x="139658" y="85195"/>
                    <a:pt x="142196" y="89065"/>
                    <a:pt x="145553" y="92141"/>
                  </a:cubicBezTo>
                  <a:cubicBezTo>
                    <a:pt x="146117" y="92653"/>
                    <a:pt x="146707" y="93217"/>
                    <a:pt x="147245" y="93781"/>
                  </a:cubicBezTo>
                  <a:cubicBezTo>
                    <a:pt x="147834" y="94422"/>
                    <a:pt x="148450" y="95062"/>
                    <a:pt x="148988" y="95729"/>
                  </a:cubicBezTo>
                  <a:cubicBezTo>
                    <a:pt x="151166" y="98446"/>
                    <a:pt x="151935" y="101419"/>
                    <a:pt x="151269" y="104622"/>
                  </a:cubicBezTo>
                  <a:cubicBezTo>
                    <a:pt x="151038" y="105724"/>
                    <a:pt x="150705" y="106827"/>
                    <a:pt x="150423" y="107929"/>
                  </a:cubicBezTo>
                  <a:cubicBezTo>
                    <a:pt x="149962" y="109518"/>
                    <a:pt x="149449" y="111132"/>
                    <a:pt x="149065" y="112773"/>
                  </a:cubicBezTo>
                  <a:cubicBezTo>
                    <a:pt x="148398" y="115515"/>
                    <a:pt x="148347" y="118386"/>
                    <a:pt x="148885" y="121179"/>
                  </a:cubicBezTo>
                  <a:cubicBezTo>
                    <a:pt x="149449" y="123999"/>
                    <a:pt x="150423" y="126715"/>
                    <a:pt x="151781" y="129253"/>
                  </a:cubicBezTo>
                  <a:cubicBezTo>
                    <a:pt x="153858" y="133225"/>
                    <a:pt x="156600" y="136865"/>
                    <a:pt x="159701" y="140325"/>
                  </a:cubicBezTo>
                  <a:cubicBezTo>
                    <a:pt x="163264" y="144221"/>
                    <a:pt x="167134" y="147860"/>
                    <a:pt x="171235" y="151218"/>
                  </a:cubicBezTo>
                  <a:cubicBezTo>
                    <a:pt x="171568" y="151474"/>
                    <a:pt x="171850" y="151756"/>
                    <a:pt x="172157" y="152038"/>
                  </a:cubicBezTo>
                  <a:lnTo>
                    <a:pt x="166006" y="152038"/>
                  </a:lnTo>
                  <a:cubicBezTo>
                    <a:pt x="165724" y="151782"/>
                    <a:pt x="165494" y="151500"/>
                    <a:pt x="165212" y="151243"/>
                  </a:cubicBezTo>
                  <a:cubicBezTo>
                    <a:pt x="161111" y="147732"/>
                    <a:pt x="157292" y="143913"/>
                    <a:pt x="153781" y="139812"/>
                  </a:cubicBezTo>
                  <a:cubicBezTo>
                    <a:pt x="151038" y="136609"/>
                    <a:pt x="148706" y="133123"/>
                    <a:pt x="146784" y="129381"/>
                  </a:cubicBezTo>
                  <a:cubicBezTo>
                    <a:pt x="145092" y="126049"/>
                    <a:pt x="143990" y="122461"/>
                    <a:pt x="143529" y="118744"/>
                  </a:cubicBezTo>
                  <a:cubicBezTo>
                    <a:pt x="143195" y="115900"/>
                    <a:pt x="143324" y="113055"/>
                    <a:pt x="143580" y="110210"/>
                  </a:cubicBezTo>
                  <a:cubicBezTo>
                    <a:pt x="143708" y="108723"/>
                    <a:pt x="143836" y="107211"/>
                    <a:pt x="143862" y="105724"/>
                  </a:cubicBezTo>
                  <a:cubicBezTo>
                    <a:pt x="143939" y="102956"/>
                    <a:pt x="142939" y="100265"/>
                    <a:pt x="141119" y="98189"/>
                  </a:cubicBezTo>
                  <a:cubicBezTo>
                    <a:pt x="140786" y="97805"/>
                    <a:pt x="140479" y="97420"/>
                    <a:pt x="140145" y="97036"/>
                  </a:cubicBezTo>
                  <a:cubicBezTo>
                    <a:pt x="139530" y="96344"/>
                    <a:pt x="138941" y="95678"/>
                    <a:pt x="138351" y="94986"/>
                  </a:cubicBezTo>
                  <a:cubicBezTo>
                    <a:pt x="136660" y="93038"/>
                    <a:pt x="135327" y="90833"/>
                    <a:pt x="134327" y="88475"/>
                  </a:cubicBezTo>
                  <a:cubicBezTo>
                    <a:pt x="133123" y="85477"/>
                    <a:pt x="132277" y="82324"/>
                    <a:pt x="131867" y="79121"/>
                  </a:cubicBezTo>
                  <a:cubicBezTo>
                    <a:pt x="131508" y="76506"/>
                    <a:pt x="131303" y="73866"/>
                    <a:pt x="131252" y="71252"/>
                  </a:cubicBezTo>
                  <a:cubicBezTo>
                    <a:pt x="131098" y="67126"/>
                    <a:pt x="130919" y="63025"/>
                    <a:pt x="130483" y="58950"/>
                  </a:cubicBezTo>
                  <a:cubicBezTo>
                    <a:pt x="130278" y="56797"/>
                    <a:pt x="130047" y="54644"/>
                    <a:pt x="129714" y="52491"/>
                  </a:cubicBezTo>
                  <a:cubicBezTo>
                    <a:pt x="129201" y="49364"/>
                    <a:pt x="128637" y="46237"/>
                    <a:pt x="128022" y="43110"/>
                  </a:cubicBezTo>
                  <a:cubicBezTo>
                    <a:pt x="126843" y="37190"/>
                    <a:pt x="125306" y="31321"/>
                    <a:pt x="123435" y="25580"/>
                  </a:cubicBezTo>
                  <a:cubicBezTo>
                    <a:pt x="122409" y="22350"/>
                    <a:pt x="121102" y="19198"/>
                    <a:pt x="119590" y="16148"/>
                  </a:cubicBezTo>
                  <a:cubicBezTo>
                    <a:pt x="118744" y="14507"/>
                    <a:pt x="117745" y="12944"/>
                    <a:pt x="116591" y="11534"/>
                  </a:cubicBezTo>
                  <a:cubicBezTo>
                    <a:pt x="115720" y="10483"/>
                    <a:pt x="114746" y="9561"/>
                    <a:pt x="113618" y="8817"/>
                  </a:cubicBezTo>
                  <a:cubicBezTo>
                    <a:pt x="112516" y="8074"/>
                    <a:pt x="111312" y="7536"/>
                    <a:pt x="110004" y="7280"/>
                  </a:cubicBezTo>
                  <a:cubicBezTo>
                    <a:pt x="108108" y="6895"/>
                    <a:pt x="106134" y="7075"/>
                    <a:pt x="104340" y="7741"/>
                  </a:cubicBezTo>
                  <a:cubicBezTo>
                    <a:pt x="102905" y="8279"/>
                    <a:pt x="101572" y="8997"/>
                    <a:pt x="100342" y="9894"/>
                  </a:cubicBezTo>
                  <a:cubicBezTo>
                    <a:pt x="99060" y="10842"/>
                    <a:pt x="97881" y="11893"/>
                    <a:pt x="96831" y="13072"/>
                  </a:cubicBezTo>
                  <a:cubicBezTo>
                    <a:pt x="95472" y="14559"/>
                    <a:pt x="94242" y="16148"/>
                    <a:pt x="93114" y="17814"/>
                  </a:cubicBezTo>
                  <a:cubicBezTo>
                    <a:pt x="91781" y="19736"/>
                    <a:pt x="90449" y="21684"/>
                    <a:pt x="89116" y="23606"/>
                  </a:cubicBezTo>
                  <a:cubicBezTo>
                    <a:pt x="87578" y="25810"/>
                    <a:pt x="85861" y="27886"/>
                    <a:pt x="84015" y="29834"/>
                  </a:cubicBezTo>
                  <a:cubicBezTo>
                    <a:pt x="82657" y="31269"/>
                    <a:pt x="81145" y="32551"/>
                    <a:pt x="79505" y="33679"/>
                  </a:cubicBezTo>
                  <a:cubicBezTo>
                    <a:pt x="75916" y="36088"/>
                    <a:pt x="71764" y="37292"/>
                    <a:pt x="67125" y="37395"/>
                  </a:cubicBezTo>
                  <a:cubicBezTo>
                    <a:pt x="63665" y="37421"/>
                    <a:pt x="60179" y="36985"/>
                    <a:pt x="56822" y="36139"/>
                  </a:cubicBezTo>
                  <a:cubicBezTo>
                    <a:pt x="51260" y="34781"/>
                    <a:pt x="45878" y="32756"/>
                    <a:pt x="40803" y="30142"/>
                  </a:cubicBezTo>
                  <a:cubicBezTo>
                    <a:pt x="36907" y="28117"/>
                    <a:pt x="33140" y="25887"/>
                    <a:pt x="29500" y="23478"/>
                  </a:cubicBezTo>
                  <a:cubicBezTo>
                    <a:pt x="26015" y="21171"/>
                    <a:pt x="22554" y="18813"/>
                    <a:pt x="19043" y="16532"/>
                  </a:cubicBezTo>
                  <a:cubicBezTo>
                    <a:pt x="13302" y="12765"/>
                    <a:pt x="7381" y="9304"/>
                    <a:pt x="1307" y="6152"/>
                  </a:cubicBezTo>
                  <a:cubicBezTo>
                    <a:pt x="897" y="5947"/>
                    <a:pt x="436" y="5793"/>
                    <a:pt x="0" y="5588"/>
                  </a:cubicBezTo>
                  <a:lnTo>
                    <a:pt x="0" y="2974"/>
                  </a:lnTo>
                  <a:cubicBezTo>
                    <a:pt x="436" y="3153"/>
                    <a:pt x="897" y="3333"/>
                    <a:pt x="1307" y="3538"/>
                  </a:cubicBezTo>
                  <a:cubicBezTo>
                    <a:pt x="8227" y="7203"/>
                    <a:pt x="14942" y="11252"/>
                    <a:pt x="21427" y="15661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79" name="Google Shape;78;p4"/>
            <p:cNvSpPr/>
            <p:nvPr/>
          </p:nvSpPr>
          <p:spPr>
            <a:xfrm rot="10800000">
              <a:off x="360" y="1752120"/>
              <a:ext cx="1572120" cy="3028680"/>
            </a:xfrm>
            <a:custGeom>
              <a:avLst/>
              <a:gdLst>
                <a:gd name="textAreaLeft" fmla="*/ 0 w 1572120"/>
                <a:gd name="textAreaRight" fmla="*/ 1572480 w 1572120"/>
                <a:gd name="textAreaTop" fmla="*/ 0 h 3028680"/>
                <a:gd name="textAreaBottom" fmla="*/ 3029040 h 3028680"/>
              </a:gdLst>
              <a:ahLst/>
              <a:cxnLst/>
              <a:rect l="textAreaLeft" t="textAreaTop" r="textAreaRight" b="textAreaBottom"/>
              <a:pathLst>
                <a:path w="48954" h="103623">
                  <a:moveTo>
                    <a:pt x="30962" y="101188"/>
                  </a:moveTo>
                  <a:cubicBezTo>
                    <a:pt x="28040" y="100265"/>
                    <a:pt x="25220" y="99035"/>
                    <a:pt x="22529" y="97523"/>
                  </a:cubicBezTo>
                  <a:cubicBezTo>
                    <a:pt x="18223" y="95114"/>
                    <a:pt x="14302" y="92064"/>
                    <a:pt x="10944" y="88450"/>
                  </a:cubicBezTo>
                  <a:cubicBezTo>
                    <a:pt x="6049" y="83196"/>
                    <a:pt x="2794" y="77327"/>
                    <a:pt x="1179" y="70817"/>
                  </a:cubicBezTo>
                  <a:cubicBezTo>
                    <a:pt x="0" y="66024"/>
                    <a:pt x="180" y="61205"/>
                    <a:pt x="1282" y="56438"/>
                  </a:cubicBezTo>
                  <a:cubicBezTo>
                    <a:pt x="1846" y="54055"/>
                    <a:pt x="2538" y="51671"/>
                    <a:pt x="3230" y="49287"/>
                  </a:cubicBezTo>
                  <a:cubicBezTo>
                    <a:pt x="4434" y="45135"/>
                    <a:pt x="6075" y="41137"/>
                    <a:pt x="8125" y="37318"/>
                  </a:cubicBezTo>
                  <a:cubicBezTo>
                    <a:pt x="11073" y="31833"/>
                    <a:pt x="14968" y="26861"/>
                    <a:pt x="19479" y="22196"/>
                  </a:cubicBezTo>
                  <a:cubicBezTo>
                    <a:pt x="24631" y="16917"/>
                    <a:pt x="30141" y="12021"/>
                    <a:pt x="35985" y="7562"/>
                  </a:cubicBezTo>
                  <a:cubicBezTo>
                    <a:pt x="39958" y="4486"/>
                    <a:pt x="44315" y="1949"/>
                    <a:pt x="48954" y="1"/>
                  </a:cubicBezTo>
                  <a:lnTo>
                    <a:pt x="48954" y="3948"/>
                  </a:lnTo>
                  <a:cubicBezTo>
                    <a:pt x="48749" y="4025"/>
                    <a:pt x="48544" y="4076"/>
                    <a:pt x="48339" y="4179"/>
                  </a:cubicBezTo>
                  <a:cubicBezTo>
                    <a:pt x="45853" y="5383"/>
                    <a:pt x="43495" y="6793"/>
                    <a:pt x="41239" y="8433"/>
                  </a:cubicBezTo>
                  <a:cubicBezTo>
                    <a:pt x="33986" y="13687"/>
                    <a:pt x="27348" y="19428"/>
                    <a:pt x="21581" y="25836"/>
                  </a:cubicBezTo>
                  <a:cubicBezTo>
                    <a:pt x="17275" y="30654"/>
                    <a:pt x="13841" y="35883"/>
                    <a:pt x="11534" y="41573"/>
                  </a:cubicBezTo>
                  <a:cubicBezTo>
                    <a:pt x="10355" y="44443"/>
                    <a:pt x="9458" y="47442"/>
                    <a:pt x="8920" y="50492"/>
                  </a:cubicBezTo>
                  <a:cubicBezTo>
                    <a:pt x="8535" y="52645"/>
                    <a:pt x="8151" y="54772"/>
                    <a:pt x="7920" y="56925"/>
                  </a:cubicBezTo>
                  <a:cubicBezTo>
                    <a:pt x="7074" y="64614"/>
                    <a:pt x="9612" y="71432"/>
                    <a:pt x="15763" y="77275"/>
                  </a:cubicBezTo>
                  <a:cubicBezTo>
                    <a:pt x="19838" y="81145"/>
                    <a:pt x="24708" y="84119"/>
                    <a:pt x="30039" y="85964"/>
                  </a:cubicBezTo>
                  <a:cubicBezTo>
                    <a:pt x="34165" y="87399"/>
                    <a:pt x="38522" y="88091"/>
                    <a:pt x="42905" y="87989"/>
                  </a:cubicBezTo>
                  <a:cubicBezTo>
                    <a:pt x="44930" y="87963"/>
                    <a:pt x="46980" y="87707"/>
                    <a:pt x="48954" y="87194"/>
                  </a:cubicBezTo>
                  <a:lnTo>
                    <a:pt x="48954" y="102623"/>
                  </a:lnTo>
                  <a:cubicBezTo>
                    <a:pt x="48851" y="102623"/>
                    <a:pt x="48723" y="102623"/>
                    <a:pt x="48621" y="102649"/>
                  </a:cubicBezTo>
                  <a:cubicBezTo>
                    <a:pt x="42546" y="103623"/>
                    <a:pt x="36677" y="103008"/>
                    <a:pt x="30962" y="10118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80" name="Google Shape;79;p4"/>
            <p:cNvSpPr/>
            <p:nvPr/>
          </p:nvSpPr>
          <p:spPr>
            <a:xfrm rot="10800000">
              <a:off x="720" y="299880"/>
              <a:ext cx="4073760" cy="4843440"/>
            </a:xfrm>
            <a:custGeom>
              <a:avLst/>
              <a:gdLst>
                <a:gd name="textAreaLeft" fmla="*/ 0 w 4073760"/>
                <a:gd name="textAreaRight" fmla="*/ 4074120 w 4073760"/>
                <a:gd name="textAreaTop" fmla="*/ 0 h 4843440"/>
                <a:gd name="textAreaBottom" fmla="*/ 4843800 h 4843440"/>
              </a:gdLst>
              <a:ahLst/>
              <a:cxnLst/>
              <a:rect l="textAreaLeft" t="textAreaTop" r="textAreaRight" b="textAreaBottom"/>
              <a:pathLst>
                <a:path w="126844" h="165698">
                  <a:moveTo>
                    <a:pt x="114055" y="165595"/>
                  </a:moveTo>
                  <a:cubicBezTo>
                    <a:pt x="110184" y="165698"/>
                    <a:pt x="106340" y="165288"/>
                    <a:pt x="102598" y="164365"/>
                  </a:cubicBezTo>
                  <a:cubicBezTo>
                    <a:pt x="99573" y="163571"/>
                    <a:pt x="96600" y="162648"/>
                    <a:pt x="93679" y="161546"/>
                  </a:cubicBezTo>
                  <a:cubicBezTo>
                    <a:pt x="90321" y="160316"/>
                    <a:pt x="86963" y="159034"/>
                    <a:pt x="83580" y="157829"/>
                  </a:cubicBezTo>
                  <a:cubicBezTo>
                    <a:pt x="78019" y="155830"/>
                    <a:pt x="72252" y="154446"/>
                    <a:pt x="66383" y="153703"/>
                  </a:cubicBezTo>
                  <a:cubicBezTo>
                    <a:pt x="63640" y="153344"/>
                    <a:pt x="60898" y="153011"/>
                    <a:pt x="58181" y="152627"/>
                  </a:cubicBezTo>
                  <a:cubicBezTo>
                    <a:pt x="56054" y="152345"/>
                    <a:pt x="53978" y="151858"/>
                    <a:pt x="51953" y="151140"/>
                  </a:cubicBezTo>
                  <a:cubicBezTo>
                    <a:pt x="46904" y="149269"/>
                    <a:pt x="43597" y="146142"/>
                    <a:pt x="42085" y="141734"/>
                  </a:cubicBezTo>
                  <a:cubicBezTo>
                    <a:pt x="41624" y="140401"/>
                    <a:pt x="41342" y="138991"/>
                    <a:pt x="41214" y="137582"/>
                  </a:cubicBezTo>
                  <a:cubicBezTo>
                    <a:pt x="40983" y="135506"/>
                    <a:pt x="41034" y="133455"/>
                    <a:pt x="41009" y="131379"/>
                  </a:cubicBezTo>
                  <a:cubicBezTo>
                    <a:pt x="40983" y="129508"/>
                    <a:pt x="40932" y="127612"/>
                    <a:pt x="40829" y="125741"/>
                  </a:cubicBezTo>
                  <a:cubicBezTo>
                    <a:pt x="40676" y="122460"/>
                    <a:pt x="40470" y="119179"/>
                    <a:pt x="40317" y="115899"/>
                  </a:cubicBezTo>
                  <a:cubicBezTo>
                    <a:pt x="40137" y="112362"/>
                    <a:pt x="40009" y="108825"/>
                    <a:pt x="39778" y="105288"/>
                  </a:cubicBezTo>
                  <a:cubicBezTo>
                    <a:pt x="39573" y="102033"/>
                    <a:pt x="39266" y="98778"/>
                    <a:pt x="38984" y="95523"/>
                  </a:cubicBezTo>
                  <a:cubicBezTo>
                    <a:pt x="38651" y="91499"/>
                    <a:pt x="38241" y="87475"/>
                    <a:pt x="37600" y="83477"/>
                  </a:cubicBezTo>
                  <a:cubicBezTo>
                    <a:pt x="37087" y="80017"/>
                    <a:pt x="36062" y="76634"/>
                    <a:pt x="34499" y="73507"/>
                  </a:cubicBezTo>
                  <a:cubicBezTo>
                    <a:pt x="34063" y="72635"/>
                    <a:pt x="33678" y="71738"/>
                    <a:pt x="33320" y="70841"/>
                  </a:cubicBezTo>
                  <a:cubicBezTo>
                    <a:pt x="32628" y="69124"/>
                    <a:pt x="32448" y="67202"/>
                    <a:pt x="32833" y="65382"/>
                  </a:cubicBezTo>
                  <a:cubicBezTo>
                    <a:pt x="33063" y="64177"/>
                    <a:pt x="33473" y="63024"/>
                    <a:pt x="34037" y="61973"/>
                  </a:cubicBezTo>
                  <a:cubicBezTo>
                    <a:pt x="34781" y="60589"/>
                    <a:pt x="35575" y="59231"/>
                    <a:pt x="36370" y="57898"/>
                  </a:cubicBezTo>
                  <a:cubicBezTo>
                    <a:pt x="37010" y="56822"/>
                    <a:pt x="37677" y="55771"/>
                    <a:pt x="38292" y="54694"/>
                  </a:cubicBezTo>
                  <a:cubicBezTo>
                    <a:pt x="38830" y="53797"/>
                    <a:pt x="39240" y="52849"/>
                    <a:pt x="39497" y="51849"/>
                  </a:cubicBezTo>
                  <a:cubicBezTo>
                    <a:pt x="39702" y="51183"/>
                    <a:pt x="39753" y="50491"/>
                    <a:pt x="39676" y="49799"/>
                  </a:cubicBezTo>
                  <a:cubicBezTo>
                    <a:pt x="39497" y="48646"/>
                    <a:pt x="38753" y="47851"/>
                    <a:pt x="37446" y="47415"/>
                  </a:cubicBezTo>
                  <a:cubicBezTo>
                    <a:pt x="36652" y="47134"/>
                    <a:pt x="35831" y="47005"/>
                    <a:pt x="34986" y="46980"/>
                  </a:cubicBezTo>
                  <a:cubicBezTo>
                    <a:pt x="33909" y="46929"/>
                    <a:pt x="32807" y="46929"/>
                    <a:pt x="31705" y="46929"/>
                  </a:cubicBezTo>
                  <a:cubicBezTo>
                    <a:pt x="30193" y="46929"/>
                    <a:pt x="28655" y="46954"/>
                    <a:pt x="27143" y="46954"/>
                  </a:cubicBezTo>
                  <a:cubicBezTo>
                    <a:pt x="25092" y="46954"/>
                    <a:pt x="23068" y="46775"/>
                    <a:pt x="21068" y="46416"/>
                  </a:cubicBezTo>
                  <a:cubicBezTo>
                    <a:pt x="15763" y="45442"/>
                    <a:pt x="11457" y="43238"/>
                    <a:pt x="8202" y="39650"/>
                  </a:cubicBezTo>
                  <a:cubicBezTo>
                    <a:pt x="7151" y="38496"/>
                    <a:pt x="6229" y="37215"/>
                    <a:pt x="5460" y="35882"/>
                  </a:cubicBezTo>
                  <a:cubicBezTo>
                    <a:pt x="4178" y="33703"/>
                    <a:pt x="3179" y="31345"/>
                    <a:pt x="2512" y="28911"/>
                  </a:cubicBezTo>
                  <a:cubicBezTo>
                    <a:pt x="1410" y="24810"/>
                    <a:pt x="795" y="20581"/>
                    <a:pt x="693" y="16352"/>
                  </a:cubicBezTo>
                  <a:cubicBezTo>
                    <a:pt x="590" y="12507"/>
                    <a:pt x="539" y="8663"/>
                    <a:pt x="462" y="4793"/>
                  </a:cubicBezTo>
                  <a:cubicBezTo>
                    <a:pt x="462" y="3178"/>
                    <a:pt x="308" y="1589"/>
                    <a:pt x="1" y="0"/>
                  </a:cubicBezTo>
                  <a:lnTo>
                    <a:pt x="2743" y="0"/>
                  </a:lnTo>
                  <a:cubicBezTo>
                    <a:pt x="2794" y="1666"/>
                    <a:pt x="2897" y="3306"/>
                    <a:pt x="2871" y="4972"/>
                  </a:cubicBezTo>
                  <a:cubicBezTo>
                    <a:pt x="2871" y="7638"/>
                    <a:pt x="2769" y="10303"/>
                    <a:pt x="2743" y="12969"/>
                  </a:cubicBezTo>
                  <a:cubicBezTo>
                    <a:pt x="2692" y="16403"/>
                    <a:pt x="2897" y="19863"/>
                    <a:pt x="3384" y="23272"/>
                  </a:cubicBezTo>
                  <a:cubicBezTo>
                    <a:pt x="3768" y="25963"/>
                    <a:pt x="4460" y="28603"/>
                    <a:pt x="5460" y="31140"/>
                  </a:cubicBezTo>
                  <a:cubicBezTo>
                    <a:pt x="6511" y="33832"/>
                    <a:pt x="8048" y="36266"/>
                    <a:pt x="10022" y="38368"/>
                  </a:cubicBezTo>
                  <a:cubicBezTo>
                    <a:pt x="12380" y="40777"/>
                    <a:pt x="15353" y="42520"/>
                    <a:pt x="18634" y="43392"/>
                  </a:cubicBezTo>
                  <a:cubicBezTo>
                    <a:pt x="21632" y="44186"/>
                    <a:pt x="24759" y="44442"/>
                    <a:pt x="27835" y="44084"/>
                  </a:cubicBezTo>
                  <a:cubicBezTo>
                    <a:pt x="29834" y="43879"/>
                    <a:pt x="31807" y="43571"/>
                    <a:pt x="33755" y="43135"/>
                  </a:cubicBezTo>
                  <a:cubicBezTo>
                    <a:pt x="36113" y="42648"/>
                    <a:pt x="38446" y="42110"/>
                    <a:pt x="40804" y="41674"/>
                  </a:cubicBezTo>
                  <a:cubicBezTo>
                    <a:pt x="41880" y="41495"/>
                    <a:pt x="42982" y="41367"/>
                    <a:pt x="44059" y="41290"/>
                  </a:cubicBezTo>
                  <a:cubicBezTo>
                    <a:pt x="44853" y="41239"/>
                    <a:pt x="45648" y="41316"/>
                    <a:pt x="46442" y="41521"/>
                  </a:cubicBezTo>
                  <a:cubicBezTo>
                    <a:pt x="47647" y="41828"/>
                    <a:pt x="48416" y="42520"/>
                    <a:pt x="48723" y="43545"/>
                  </a:cubicBezTo>
                  <a:cubicBezTo>
                    <a:pt x="48877" y="44160"/>
                    <a:pt x="48928" y="44776"/>
                    <a:pt x="48826" y="45416"/>
                  </a:cubicBezTo>
                  <a:cubicBezTo>
                    <a:pt x="48672" y="46518"/>
                    <a:pt x="48365" y="47595"/>
                    <a:pt x="47903" y="48594"/>
                  </a:cubicBezTo>
                  <a:cubicBezTo>
                    <a:pt x="47314" y="49927"/>
                    <a:pt x="46622" y="51209"/>
                    <a:pt x="45827" y="52439"/>
                  </a:cubicBezTo>
                  <a:cubicBezTo>
                    <a:pt x="44725" y="54156"/>
                    <a:pt x="43572" y="55873"/>
                    <a:pt x="42521" y="57591"/>
                  </a:cubicBezTo>
                  <a:cubicBezTo>
                    <a:pt x="41854" y="58667"/>
                    <a:pt x="41239" y="59795"/>
                    <a:pt x="40701" y="60922"/>
                  </a:cubicBezTo>
                  <a:cubicBezTo>
                    <a:pt x="39753" y="62845"/>
                    <a:pt x="39368" y="64972"/>
                    <a:pt x="39548" y="67099"/>
                  </a:cubicBezTo>
                  <a:cubicBezTo>
                    <a:pt x="39650" y="68125"/>
                    <a:pt x="39753" y="69150"/>
                    <a:pt x="39932" y="70175"/>
                  </a:cubicBezTo>
                  <a:cubicBezTo>
                    <a:pt x="40394" y="72892"/>
                    <a:pt x="40727" y="75660"/>
                    <a:pt x="40906" y="78402"/>
                  </a:cubicBezTo>
                  <a:cubicBezTo>
                    <a:pt x="41188" y="82810"/>
                    <a:pt x="41419" y="87219"/>
                    <a:pt x="41675" y="91627"/>
                  </a:cubicBezTo>
                  <a:cubicBezTo>
                    <a:pt x="41829" y="94241"/>
                    <a:pt x="41983" y="96830"/>
                    <a:pt x="42188" y="99419"/>
                  </a:cubicBezTo>
                  <a:cubicBezTo>
                    <a:pt x="42393" y="102007"/>
                    <a:pt x="42598" y="104622"/>
                    <a:pt x="42777" y="107210"/>
                  </a:cubicBezTo>
                  <a:cubicBezTo>
                    <a:pt x="42957" y="110055"/>
                    <a:pt x="43110" y="112900"/>
                    <a:pt x="43315" y="115745"/>
                  </a:cubicBezTo>
                  <a:cubicBezTo>
                    <a:pt x="43392" y="116898"/>
                    <a:pt x="43495" y="118052"/>
                    <a:pt x="43623" y="119205"/>
                  </a:cubicBezTo>
                  <a:cubicBezTo>
                    <a:pt x="43854" y="121384"/>
                    <a:pt x="44110" y="123562"/>
                    <a:pt x="44366" y="125766"/>
                  </a:cubicBezTo>
                  <a:cubicBezTo>
                    <a:pt x="44699" y="128509"/>
                    <a:pt x="44981" y="131251"/>
                    <a:pt x="45340" y="133994"/>
                  </a:cubicBezTo>
                  <a:cubicBezTo>
                    <a:pt x="45545" y="135813"/>
                    <a:pt x="46007" y="137607"/>
                    <a:pt x="46699" y="139299"/>
                  </a:cubicBezTo>
                  <a:cubicBezTo>
                    <a:pt x="48185" y="142836"/>
                    <a:pt x="50953" y="145476"/>
                    <a:pt x="55028" y="147142"/>
                  </a:cubicBezTo>
                  <a:cubicBezTo>
                    <a:pt x="55772" y="147449"/>
                    <a:pt x="56566" y="147706"/>
                    <a:pt x="57335" y="147962"/>
                  </a:cubicBezTo>
                  <a:cubicBezTo>
                    <a:pt x="59129" y="148475"/>
                    <a:pt x="60949" y="148910"/>
                    <a:pt x="62794" y="149243"/>
                  </a:cubicBezTo>
                  <a:cubicBezTo>
                    <a:pt x="65998" y="149884"/>
                    <a:pt x="69202" y="150474"/>
                    <a:pt x="72406" y="151191"/>
                  </a:cubicBezTo>
                  <a:cubicBezTo>
                    <a:pt x="77173" y="152293"/>
                    <a:pt x="81735" y="153857"/>
                    <a:pt x="86246" y="155523"/>
                  </a:cubicBezTo>
                  <a:cubicBezTo>
                    <a:pt x="89655" y="156804"/>
                    <a:pt x="93063" y="158086"/>
                    <a:pt x="96524" y="159290"/>
                  </a:cubicBezTo>
                  <a:cubicBezTo>
                    <a:pt x="100471" y="160674"/>
                    <a:pt x="104546" y="161571"/>
                    <a:pt x="108698" y="161905"/>
                  </a:cubicBezTo>
                  <a:cubicBezTo>
                    <a:pt x="111517" y="162135"/>
                    <a:pt x="114311" y="162084"/>
                    <a:pt x="117104" y="161725"/>
                  </a:cubicBezTo>
                  <a:cubicBezTo>
                    <a:pt x="120026" y="161341"/>
                    <a:pt x="122923" y="160726"/>
                    <a:pt x="125767" y="159880"/>
                  </a:cubicBezTo>
                  <a:cubicBezTo>
                    <a:pt x="126126" y="159752"/>
                    <a:pt x="126485" y="159675"/>
                    <a:pt x="126844" y="159598"/>
                  </a:cubicBezTo>
                  <a:lnTo>
                    <a:pt x="126844" y="163160"/>
                  </a:lnTo>
                  <a:cubicBezTo>
                    <a:pt x="125972" y="163442"/>
                    <a:pt x="125075" y="163750"/>
                    <a:pt x="124178" y="163981"/>
                  </a:cubicBezTo>
                  <a:cubicBezTo>
                    <a:pt x="120872" y="164903"/>
                    <a:pt x="117489" y="165442"/>
                    <a:pt x="114055" y="16559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81" name="Google Shape;80;p4"/>
            <p:cNvSpPr/>
            <p:nvPr/>
          </p:nvSpPr>
          <p:spPr>
            <a:xfrm rot="10800000">
              <a:off x="7029000" y="4515840"/>
              <a:ext cx="2113920" cy="627480"/>
            </a:xfrm>
            <a:custGeom>
              <a:avLst/>
              <a:gdLst>
                <a:gd name="textAreaLeft" fmla="*/ 0 w 2113920"/>
                <a:gd name="textAreaRight" fmla="*/ 2114280 w 2113920"/>
                <a:gd name="textAreaTop" fmla="*/ 0 h 627480"/>
                <a:gd name="textAreaBottom" fmla="*/ 627840 h 627480"/>
              </a:gdLst>
              <a:ahLst/>
              <a:cxnLst/>
              <a:rect l="textAreaLeft" t="textAreaTop" r="textAreaRight" b="textAreaBottom"/>
              <a:pathLst>
                <a:path w="65819" h="21478">
                  <a:moveTo>
                    <a:pt x="65152" y="513"/>
                  </a:moveTo>
                  <a:cubicBezTo>
                    <a:pt x="62179" y="2230"/>
                    <a:pt x="59616" y="4537"/>
                    <a:pt x="57565" y="7305"/>
                  </a:cubicBezTo>
                  <a:cubicBezTo>
                    <a:pt x="56591" y="8637"/>
                    <a:pt x="55617" y="9970"/>
                    <a:pt x="54643" y="11328"/>
                  </a:cubicBezTo>
                  <a:cubicBezTo>
                    <a:pt x="53311" y="13148"/>
                    <a:pt x="51875" y="14865"/>
                    <a:pt x="50312" y="16506"/>
                  </a:cubicBezTo>
                  <a:cubicBezTo>
                    <a:pt x="49210" y="17659"/>
                    <a:pt x="47954" y="18684"/>
                    <a:pt x="46596" y="19530"/>
                  </a:cubicBezTo>
                  <a:cubicBezTo>
                    <a:pt x="45032" y="20504"/>
                    <a:pt x="43264" y="21119"/>
                    <a:pt x="41418" y="21350"/>
                  </a:cubicBezTo>
                  <a:cubicBezTo>
                    <a:pt x="39983" y="21478"/>
                    <a:pt x="38548" y="21401"/>
                    <a:pt x="37112" y="21145"/>
                  </a:cubicBezTo>
                  <a:cubicBezTo>
                    <a:pt x="35088" y="20786"/>
                    <a:pt x="33088" y="20299"/>
                    <a:pt x="31141" y="19658"/>
                  </a:cubicBezTo>
                  <a:cubicBezTo>
                    <a:pt x="27578" y="18556"/>
                    <a:pt x="24118" y="17275"/>
                    <a:pt x="20735" y="15891"/>
                  </a:cubicBezTo>
                  <a:cubicBezTo>
                    <a:pt x="14250" y="13251"/>
                    <a:pt x="7817" y="10585"/>
                    <a:pt x="1358" y="7945"/>
                  </a:cubicBezTo>
                  <a:cubicBezTo>
                    <a:pt x="923" y="7766"/>
                    <a:pt x="538" y="7510"/>
                    <a:pt x="0" y="7510"/>
                  </a:cubicBezTo>
                  <a:lnTo>
                    <a:pt x="0" y="0"/>
                  </a:lnTo>
                  <a:lnTo>
                    <a:pt x="14122" y="0"/>
                  </a:lnTo>
                  <a:cubicBezTo>
                    <a:pt x="14302" y="51"/>
                    <a:pt x="14481" y="103"/>
                    <a:pt x="14660" y="128"/>
                  </a:cubicBezTo>
                  <a:cubicBezTo>
                    <a:pt x="18761" y="487"/>
                    <a:pt x="22888" y="718"/>
                    <a:pt x="27040" y="359"/>
                  </a:cubicBezTo>
                  <a:cubicBezTo>
                    <a:pt x="28116" y="282"/>
                    <a:pt x="29218" y="282"/>
                    <a:pt x="30295" y="0"/>
                  </a:cubicBezTo>
                  <a:lnTo>
                    <a:pt x="65818" y="0"/>
                  </a:lnTo>
                  <a:cubicBezTo>
                    <a:pt x="65613" y="179"/>
                    <a:pt x="65382" y="359"/>
                    <a:pt x="65152" y="513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82" name="Google Shape;81;p4"/>
            <p:cNvSpPr/>
            <p:nvPr/>
          </p:nvSpPr>
          <p:spPr>
            <a:xfrm rot="10800000">
              <a:off x="6056280" y="3743280"/>
              <a:ext cx="3086640" cy="1400040"/>
            </a:xfrm>
            <a:custGeom>
              <a:avLst/>
              <a:gdLst>
                <a:gd name="textAreaLeft" fmla="*/ 0 w 3086640"/>
                <a:gd name="textAreaRight" fmla="*/ 3087000 w 3086640"/>
                <a:gd name="textAreaTop" fmla="*/ 0 h 1400040"/>
                <a:gd name="textAreaBottom" fmla="*/ 1400400 h 1400040"/>
              </a:gdLst>
              <a:ahLst/>
              <a:cxnLst/>
              <a:rect l="textAreaLeft" t="textAreaTop" r="textAreaRight" b="textAreaBottom"/>
              <a:pathLst>
                <a:path w="96113" h="47903">
                  <a:moveTo>
                    <a:pt x="90141" y="6894"/>
                  </a:moveTo>
                  <a:cubicBezTo>
                    <a:pt x="89141" y="8073"/>
                    <a:pt x="88168" y="9252"/>
                    <a:pt x="87194" y="10457"/>
                  </a:cubicBezTo>
                  <a:cubicBezTo>
                    <a:pt x="83862" y="14532"/>
                    <a:pt x="81376" y="19248"/>
                    <a:pt x="79915" y="24323"/>
                  </a:cubicBezTo>
                  <a:cubicBezTo>
                    <a:pt x="79018" y="27552"/>
                    <a:pt x="77967" y="30705"/>
                    <a:pt x="76762" y="33832"/>
                  </a:cubicBezTo>
                  <a:cubicBezTo>
                    <a:pt x="75839" y="36138"/>
                    <a:pt x="74712" y="38368"/>
                    <a:pt x="73379" y="40470"/>
                  </a:cubicBezTo>
                  <a:cubicBezTo>
                    <a:pt x="72482" y="41828"/>
                    <a:pt x="71457" y="43084"/>
                    <a:pt x="70303" y="44186"/>
                  </a:cubicBezTo>
                  <a:cubicBezTo>
                    <a:pt x="68484" y="45878"/>
                    <a:pt x="66228" y="47005"/>
                    <a:pt x="63819" y="47492"/>
                  </a:cubicBezTo>
                  <a:cubicBezTo>
                    <a:pt x="61871" y="47851"/>
                    <a:pt x="59872" y="47902"/>
                    <a:pt x="57924" y="47646"/>
                  </a:cubicBezTo>
                  <a:cubicBezTo>
                    <a:pt x="55182" y="47313"/>
                    <a:pt x="52490" y="46621"/>
                    <a:pt x="49953" y="45570"/>
                  </a:cubicBezTo>
                  <a:cubicBezTo>
                    <a:pt x="47441" y="44571"/>
                    <a:pt x="45032" y="43392"/>
                    <a:pt x="42674" y="42059"/>
                  </a:cubicBezTo>
                  <a:cubicBezTo>
                    <a:pt x="39342" y="40188"/>
                    <a:pt x="36164" y="38189"/>
                    <a:pt x="32986" y="36138"/>
                  </a:cubicBezTo>
                  <a:cubicBezTo>
                    <a:pt x="27117" y="32422"/>
                    <a:pt x="21222" y="28731"/>
                    <a:pt x="15096" y="25297"/>
                  </a:cubicBezTo>
                  <a:cubicBezTo>
                    <a:pt x="10534" y="22734"/>
                    <a:pt x="5869" y="20248"/>
                    <a:pt x="1128" y="17890"/>
                  </a:cubicBezTo>
                  <a:cubicBezTo>
                    <a:pt x="795" y="17659"/>
                    <a:pt x="410" y="17531"/>
                    <a:pt x="0" y="17480"/>
                  </a:cubicBezTo>
                  <a:lnTo>
                    <a:pt x="0" y="13533"/>
                  </a:lnTo>
                  <a:cubicBezTo>
                    <a:pt x="513" y="13738"/>
                    <a:pt x="1025" y="13943"/>
                    <a:pt x="1512" y="14173"/>
                  </a:cubicBezTo>
                  <a:cubicBezTo>
                    <a:pt x="11790" y="19043"/>
                    <a:pt x="21837" y="24195"/>
                    <a:pt x="31679" y="29628"/>
                  </a:cubicBezTo>
                  <a:cubicBezTo>
                    <a:pt x="34908" y="31422"/>
                    <a:pt x="38214" y="33165"/>
                    <a:pt x="41521" y="34857"/>
                  </a:cubicBezTo>
                  <a:cubicBezTo>
                    <a:pt x="43802" y="36061"/>
                    <a:pt x="46160" y="37061"/>
                    <a:pt x="48595" y="37881"/>
                  </a:cubicBezTo>
                  <a:cubicBezTo>
                    <a:pt x="50594" y="38599"/>
                    <a:pt x="52721" y="39034"/>
                    <a:pt x="54848" y="39188"/>
                  </a:cubicBezTo>
                  <a:cubicBezTo>
                    <a:pt x="58001" y="39342"/>
                    <a:pt x="60666" y="38547"/>
                    <a:pt x="62819" y="36574"/>
                  </a:cubicBezTo>
                  <a:cubicBezTo>
                    <a:pt x="63998" y="35498"/>
                    <a:pt x="64998" y="34242"/>
                    <a:pt x="65844" y="32858"/>
                  </a:cubicBezTo>
                  <a:cubicBezTo>
                    <a:pt x="67125" y="30756"/>
                    <a:pt x="68176" y="28526"/>
                    <a:pt x="68996" y="26219"/>
                  </a:cubicBezTo>
                  <a:cubicBezTo>
                    <a:pt x="69945" y="23451"/>
                    <a:pt x="70816" y="20658"/>
                    <a:pt x="71739" y="17890"/>
                  </a:cubicBezTo>
                  <a:cubicBezTo>
                    <a:pt x="72097" y="16788"/>
                    <a:pt x="72456" y="15711"/>
                    <a:pt x="72866" y="14635"/>
                  </a:cubicBezTo>
                  <a:cubicBezTo>
                    <a:pt x="73866" y="12097"/>
                    <a:pt x="75353" y="9765"/>
                    <a:pt x="77223" y="7766"/>
                  </a:cubicBezTo>
                  <a:cubicBezTo>
                    <a:pt x="78633" y="6254"/>
                    <a:pt x="80120" y="4844"/>
                    <a:pt x="81709" y="3511"/>
                  </a:cubicBezTo>
                  <a:cubicBezTo>
                    <a:pt x="82836" y="2537"/>
                    <a:pt x="83964" y="1589"/>
                    <a:pt x="85092" y="589"/>
                  </a:cubicBezTo>
                  <a:cubicBezTo>
                    <a:pt x="85271" y="410"/>
                    <a:pt x="85451" y="205"/>
                    <a:pt x="85630" y="0"/>
                  </a:cubicBezTo>
                  <a:lnTo>
                    <a:pt x="96113" y="0"/>
                  </a:lnTo>
                  <a:cubicBezTo>
                    <a:pt x="95857" y="333"/>
                    <a:pt x="95626" y="641"/>
                    <a:pt x="95370" y="948"/>
                  </a:cubicBezTo>
                  <a:cubicBezTo>
                    <a:pt x="93627" y="2922"/>
                    <a:pt x="91884" y="4895"/>
                    <a:pt x="90141" y="6894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83" name="Google Shape;82;p4"/>
            <p:cNvSpPr/>
            <p:nvPr/>
          </p:nvSpPr>
          <p:spPr>
            <a:xfrm rot="10800000">
              <a:off x="5669280" y="1080"/>
              <a:ext cx="3473640" cy="3142800"/>
            </a:xfrm>
            <a:custGeom>
              <a:avLst/>
              <a:gdLst>
                <a:gd name="textAreaLeft" fmla="*/ 0 w 3473640"/>
                <a:gd name="textAreaRight" fmla="*/ 3474000 w 3473640"/>
                <a:gd name="textAreaTop" fmla="*/ 0 h 3142800"/>
                <a:gd name="textAreaBottom" fmla="*/ 3143160 h 3142800"/>
              </a:gdLst>
              <a:ahLst/>
              <a:cxnLst/>
              <a:rect l="textAreaLeft" t="textAreaTop" r="textAreaRight" b="textAreaBottom"/>
              <a:pathLst>
                <a:path w="108160" h="107519">
                  <a:moveTo>
                    <a:pt x="897" y="6280"/>
                  </a:moveTo>
                  <a:cubicBezTo>
                    <a:pt x="1717" y="5331"/>
                    <a:pt x="2614" y="4486"/>
                    <a:pt x="3588" y="3717"/>
                  </a:cubicBezTo>
                  <a:cubicBezTo>
                    <a:pt x="5869" y="1923"/>
                    <a:pt x="8586" y="769"/>
                    <a:pt x="11457" y="359"/>
                  </a:cubicBezTo>
                  <a:cubicBezTo>
                    <a:pt x="12918" y="129"/>
                    <a:pt x="14378" y="0"/>
                    <a:pt x="15865" y="0"/>
                  </a:cubicBezTo>
                  <a:cubicBezTo>
                    <a:pt x="19197" y="26"/>
                    <a:pt x="22503" y="308"/>
                    <a:pt x="25784" y="846"/>
                  </a:cubicBezTo>
                  <a:cubicBezTo>
                    <a:pt x="30423" y="1513"/>
                    <a:pt x="35011" y="2410"/>
                    <a:pt x="39573" y="3281"/>
                  </a:cubicBezTo>
                  <a:cubicBezTo>
                    <a:pt x="46954" y="4716"/>
                    <a:pt x="54387" y="5998"/>
                    <a:pt x="61948" y="6664"/>
                  </a:cubicBezTo>
                  <a:cubicBezTo>
                    <a:pt x="65306" y="6997"/>
                    <a:pt x="68689" y="7151"/>
                    <a:pt x="72097" y="7100"/>
                  </a:cubicBezTo>
                  <a:cubicBezTo>
                    <a:pt x="75968" y="6997"/>
                    <a:pt x="79863" y="6587"/>
                    <a:pt x="83682" y="5921"/>
                  </a:cubicBezTo>
                  <a:cubicBezTo>
                    <a:pt x="85605" y="5613"/>
                    <a:pt x="87552" y="5280"/>
                    <a:pt x="89500" y="4998"/>
                  </a:cubicBezTo>
                  <a:cubicBezTo>
                    <a:pt x="90910" y="4793"/>
                    <a:pt x="92371" y="4742"/>
                    <a:pt x="93806" y="4896"/>
                  </a:cubicBezTo>
                  <a:cubicBezTo>
                    <a:pt x="95985" y="5101"/>
                    <a:pt x="97779" y="5895"/>
                    <a:pt x="99086" y="7382"/>
                  </a:cubicBezTo>
                  <a:cubicBezTo>
                    <a:pt x="99573" y="7946"/>
                    <a:pt x="100009" y="8561"/>
                    <a:pt x="100419" y="9227"/>
                  </a:cubicBezTo>
                  <a:cubicBezTo>
                    <a:pt x="101034" y="10304"/>
                    <a:pt x="101495" y="11483"/>
                    <a:pt x="101777" y="12687"/>
                  </a:cubicBezTo>
                  <a:cubicBezTo>
                    <a:pt x="102623" y="15942"/>
                    <a:pt x="102572" y="19223"/>
                    <a:pt x="102162" y="22504"/>
                  </a:cubicBezTo>
                  <a:cubicBezTo>
                    <a:pt x="101752" y="25246"/>
                    <a:pt x="101239" y="27988"/>
                    <a:pt x="100547" y="30680"/>
                  </a:cubicBezTo>
                  <a:cubicBezTo>
                    <a:pt x="99394" y="35549"/>
                    <a:pt x="98317" y="40445"/>
                    <a:pt x="97625" y="45417"/>
                  </a:cubicBezTo>
                  <a:cubicBezTo>
                    <a:pt x="97164" y="48518"/>
                    <a:pt x="96882" y="51619"/>
                    <a:pt x="96779" y="54772"/>
                  </a:cubicBezTo>
                  <a:cubicBezTo>
                    <a:pt x="96677" y="58052"/>
                    <a:pt x="96728" y="61333"/>
                    <a:pt x="96959" y="64639"/>
                  </a:cubicBezTo>
                  <a:cubicBezTo>
                    <a:pt x="97241" y="68484"/>
                    <a:pt x="97728" y="72303"/>
                    <a:pt x="98445" y="76121"/>
                  </a:cubicBezTo>
                  <a:cubicBezTo>
                    <a:pt x="99188" y="80222"/>
                    <a:pt x="100188" y="84297"/>
                    <a:pt x="101341" y="88373"/>
                  </a:cubicBezTo>
                  <a:cubicBezTo>
                    <a:pt x="103059" y="94524"/>
                    <a:pt x="105160" y="100572"/>
                    <a:pt x="107646" y="106493"/>
                  </a:cubicBezTo>
                  <a:cubicBezTo>
                    <a:pt x="107800" y="106826"/>
                    <a:pt x="108005" y="107185"/>
                    <a:pt x="108159" y="107518"/>
                  </a:cubicBezTo>
                  <a:lnTo>
                    <a:pt x="102238" y="107518"/>
                  </a:lnTo>
                  <a:cubicBezTo>
                    <a:pt x="102238" y="107364"/>
                    <a:pt x="102213" y="107211"/>
                    <a:pt x="102187" y="107057"/>
                  </a:cubicBezTo>
                  <a:cubicBezTo>
                    <a:pt x="101726" y="105340"/>
                    <a:pt x="101239" y="103648"/>
                    <a:pt x="100778" y="101931"/>
                  </a:cubicBezTo>
                  <a:cubicBezTo>
                    <a:pt x="98753" y="94370"/>
                    <a:pt x="96907" y="86809"/>
                    <a:pt x="95575" y="79146"/>
                  </a:cubicBezTo>
                  <a:cubicBezTo>
                    <a:pt x="94729" y="74353"/>
                    <a:pt x="94165" y="69509"/>
                    <a:pt x="93883" y="64665"/>
                  </a:cubicBezTo>
                  <a:cubicBezTo>
                    <a:pt x="93499" y="57770"/>
                    <a:pt x="93781" y="50850"/>
                    <a:pt x="94780" y="44033"/>
                  </a:cubicBezTo>
                  <a:cubicBezTo>
                    <a:pt x="95370" y="39753"/>
                    <a:pt x="96215" y="35524"/>
                    <a:pt x="97087" y="31295"/>
                  </a:cubicBezTo>
                  <a:cubicBezTo>
                    <a:pt x="97728" y="28475"/>
                    <a:pt x="98189" y="25630"/>
                    <a:pt x="98496" y="22734"/>
                  </a:cubicBezTo>
                  <a:cubicBezTo>
                    <a:pt x="98702" y="20556"/>
                    <a:pt x="98573" y="18351"/>
                    <a:pt x="98112" y="16199"/>
                  </a:cubicBezTo>
                  <a:cubicBezTo>
                    <a:pt x="97830" y="14840"/>
                    <a:pt x="97317" y="13533"/>
                    <a:pt x="96549" y="12380"/>
                  </a:cubicBezTo>
                  <a:cubicBezTo>
                    <a:pt x="95344" y="10586"/>
                    <a:pt x="93524" y="9458"/>
                    <a:pt x="91064" y="9022"/>
                  </a:cubicBezTo>
                  <a:cubicBezTo>
                    <a:pt x="89603" y="8766"/>
                    <a:pt x="88142" y="8689"/>
                    <a:pt x="86655" y="8766"/>
                  </a:cubicBezTo>
                  <a:cubicBezTo>
                    <a:pt x="83810" y="8945"/>
                    <a:pt x="80991" y="9125"/>
                    <a:pt x="78146" y="9304"/>
                  </a:cubicBezTo>
                  <a:cubicBezTo>
                    <a:pt x="75224" y="9484"/>
                    <a:pt x="72303" y="9560"/>
                    <a:pt x="69381" y="9509"/>
                  </a:cubicBezTo>
                  <a:cubicBezTo>
                    <a:pt x="64306" y="9407"/>
                    <a:pt x="59231" y="9073"/>
                    <a:pt x="54182" y="8510"/>
                  </a:cubicBezTo>
                  <a:cubicBezTo>
                    <a:pt x="49620" y="7971"/>
                    <a:pt x="45032" y="7459"/>
                    <a:pt x="40444" y="6895"/>
                  </a:cubicBezTo>
                  <a:cubicBezTo>
                    <a:pt x="35575" y="6305"/>
                    <a:pt x="30679" y="5767"/>
                    <a:pt x="25758" y="5562"/>
                  </a:cubicBezTo>
                  <a:cubicBezTo>
                    <a:pt x="22683" y="5408"/>
                    <a:pt x="19607" y="5588"/>
                    <a:pt x="16583" y="6049"/>
                  </a:cubicBezTo>
                  <a:cubicBezTo>
                    <a:pt x="12149" y="6741"/>
                    <a:pt x="8407" y="8484"/>
                    <a:pt x="5382" y="11252"/>
                  </a:cubicBezTo>
                  <a:cubicBezTo>
                    <a:pt x="3742" y="12790"/>
                    <a:pt x="2307" y="14558"/>
                    <a:pt x="1102" y="16455"/>
                  </a:cubicBezTo>
                  <a:cubicBezTo>
                    <a:pt x="923" y="16737"/>
                    <a:pt x="743" y="17019"/>
                    <a:pt x="589" y="17275"/>
                  </a:cubicBezTo>
                  <a:cubicBezTo>
                    <a:pt x="461" y="17480"/>
                    <a:pt x="231" y="17634"/>
                    <a:pt x="0" y="17685"/>
                  </a:cubicBezTo>
                  <a:lnTo>
                    <a:pt x="0" y="6972"/>
                  </a:lnTo>
                  <a:cubicBezTo>
                    <a:pt x="359" y="6844"/>
                    <a:pt x="692" y="6587"/>
                    <a:pt x="897" y="6280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84" name="Google Shape;83;p4"/>
            <p:cNvSpPr/>
            <p:nvPr/>
          </p:nvSpPr>
          <p:spPr>
            <a:xfrm rot="10800000">
              <a:off x="6543360" y="360"/>
              <a:ext cx="2599560" cy="2420280"/>
            </a:xfrm>
            <a:custGeom>
              <a:avLst/>
              <a:gdLst>
                <a:gd name="textAreaLeft" fmla="*/ 0 w 2599560"/>
                <a:gd name="textAreaRight" fmla="*/ 2599920 w 2599560"/>
                <a:gd name="textAreaTop" fmla="*/ 0 h 2420280"/>
                <a:gd name="textAreaBottom" fmla="*/ 2420640 h 2420280"/>
              </a:gdLst>
              <a:ahLst/>
              <a:cxnLst/>
              <a:rect l="textAreaLeft" t="textAreaTop" r="textAreaRight" b="textAreaBottom"/>
              <a:pathLst>
                <a:path w="80940" h="82811">
                  <a:moveTo>
                    <a:pt x="1333" y="34498"/>
                  </a:moveTo>
                  <a:cubicBezTo>
                    <a:pt x="3921" y="32294"/>
                    <a:pt x="6331" y="29962"/>
                    <a:pt x="8637" y="27553"/>
                  </a:cubicBezTo>
                  <a:cubicBezTo>
                    <a:pt x="12097" y="24016"/>
                    <a:pt x="15378" y="20376"/>
                    <a:pt x="18659" y="16737"/>
                  </a:cubicBezTo>
                  <a:cubicBezTo>
                    <a:pt x="20248" y="14943"/>
                    <a:pt x="21939" y="13251"/>
                    <a:pt x="23708" y="11662"/>
                  </a:cubicBezTo>
                  <a:cubicBezTo>
                    <a:pt x="27681" y="8125"/>
                    <a:pt x="32320" y="5408"/>
                    <a:pt x="37369" y="3717"/>
                  </a:cubicBezTo>
                  <a:cubicBezTo>
                    <a:pt x="39983" y="2820"/>
                    <a:pt x="42674" y="2102"/>
                    <a:pt x="45365" y="1589"/>
                  </a:cubicBezTo>
                  <a:cubicBezTo>
                    <a:pt x="49312" y="846"/>
                    <a:pt x="53311" y="385"/>
                    <a:pt x="57309" y="205"/>
                  </a:cubicBezTo>
                  <a:cubicBezTo>
                    <a:pt x="60513" y="0"/>
                    <a:pt x="63742" y="103"/>
                    <a:pt x="66946" y="462"/>
                  </a:cubicBezTo>
                  <a:cubicBezTo>
                    <a:pt x="68740" y="667"/>
                    <a:pt x="70508" y="1051"/>
                    <a:pt x="72226" y="1615"/>
                  </a:cubicBezTo>
                  <a:cubicBezTo>
                    <a:pt x="75481" y="2717"/>
                    <a:pt x="77787" y="4588"/>
                    <a:pt x="79018" y="7331"/>
                  </a:cubicBezTo>
                  <a:cubicBezTo>
                    <a:pt x="79274" y="7920"/>
                    <a:pt x="79505" y="8510"/>
                    <a:pt x="79710" y="9125"/>
                  </a:cubicBezTo>
                  <a:cubicBezTo>
                    <a:pt x="80197" y="10791"/>
                    <a:pt x="80504" y="12508"/>
                    <a:pt x="80607" y="14225"/>
                  </a:cubicBezTo>
                  <a:cubicBezTo>
                    <a:pt x="80940" y="17736"/>
                    <a:pt x="80837" y="21222"/>
                    <a:pt x="80760" y="24733"/>
                  </a:cubicBezTo>
                  <a:cubicBezTo>
                    <a:pt x="80581" y="31243"/>
                    <a:pt x="80376" y="37753"/>
                    <a:pt x="80222" y="44289"/>
                  </a:cubicBezTo>
                  <a:cubicBezTo>
                    <a:pt x="80094" y="49364"/>
                    <a:pt x="80043" y="54438"/>
                    <a:pt x="79966" y="59488"/>
                  </a:cubicBezTo>
                  <a:cubicBezTo>
                    <a:pt x="79889" y="63101"/>
                    <a:pt x="79658" y="66690"/>
                    <a:pt x="79274" y="70278"/>
                  </a:cubicBezTo>
                  <a:cubicBezTo>
                    <a:pt x="78889" y="74225"/>
                    <a:pt x="78172" y="78146"/>
                    <a:pt x="77121" y="81965"/>
                  </a:cubicBezTo>
                  <a:cubicBezTo>
                    <a:pt x="77044" y="82247"/>
                    <a:pt x="76993" y="82529"/>
                    <a:pt x="76967" y="82811"/>
                  </a:cubicBezTo>
                  <a:lnTo>
                    <a:pt x="70816" y="82811"/>
                  </a:lnTo>
                  <a:cubicBezTo>
                    <a:pt x="70918" y="82478"/>
                    <a:pt x="71021" y="82119"/>
                    <a:pt x="71149" y="81811"/>
                  </a:cubicBezTo>
                  <a:cubicBezTo>
                    <a:pt x="72379" y="78864"/>
                    <a:pt x="73328" y="75839"/>
                    <a:pt x="74020" y="72738"/>
                  </a:cubicBezTo>
                  <a:cubicBezTo>
                    <a:pt x="74994" y="68381"/>
                    <a:pt x="75660" y="63947"/>
                    <a:pt x="76019" y="59513"/>
                  </a:cubicBezTo>
                  <a:cubicBezTo>
                    <a:pt x="76403" y="55130"/>
                    <a:pt x="76634" y="50748"/>
                    <a:pt x="76762" y="46365"/>
                  </a:cubicBezTo>
                  <a:cubicBezTo>
                    <a:pt x="76865" y="43623"/>
                    <a:pt x="76993" y="40855"/>
                    <a:pt x="77095" y="38112"/>
                  </a:cubicBezTo>
                  <a:cubicBezTo>
                    <a:pt x="77275" y="32909"/>
                    <a:pt x="77403" y="27706"/>
                    <a:pt x="77198" y="22503"/>
                  </a:cubicBezTo>
                  <a:cubicBezTo>
                    <a:pt x="77121" y="20222"/>
                    <a:pt x="76813" y="17941"/>
                    <a:pt x="76301" y="15712"/>
                  </a:cubicBezTo>
                  <a:cubicBezTo>
                    <a:pt x="75942" y="14071"/>
                    <a:pt x="75301" y="12508"/>
                    <a:pt x="74455" y="11073"/>
                  </a:cubicBezTo>
                  <a:cubicBezTo>
                    <a:pt x="73123" y="8971"/>
                    <a:pt x="71149" y="7407"/>
                    <a:pt x="68535" y="6459"/>
                  </a:cubicBezTo>
                  <a:cubicBezTo>
                    <a:pt x="67715" y="6177"/>
                    <a:pt x="66895" y="5947"/>
                    <a:pt x="66074" y="5741"/>
                  </a:cubicBezTo>
                  <a:cubicBezTo>
                    <a:pt x="63511" y="5203"/>
                    <a:pt x="60897" y="4998"/>
                    <a:pt x="58283" y="5101"/>
                  </a:cubicBezTo>
                  <a:cubicBezTo>
                    <a:pt x="52619" y="5255"/>
                    <a:pt x="47031" y="6280"/>
                    <a:pt x="41675" y="8099"/>
                  </a:cubicBezTo>
                  <a:cubicBezTo>
                    <a:pt x="36856" y="9765"/>
                    <a:pt x="32345" y="12200"/>
                    <a:pt x="28296" y="15276"/>
                  </a:cubicBezTo>
                  <a:cubicBezTo>
                    <a:pt x="26040" y="16967"/>
                    <a:pt x="23939" y="18787"/>
                    <a:pt x="21888" y="20607"/>
                  </a:cubicBezTo>
                  <a:cubicBezTo>
                    <a:pt x="18172" y="23913"/>
                    <a:pt x="14455" y="27245"/>
                    <a:pt x="10739" y="30551"/>
                  </a:cubicBezTo>
                  <a:cubicBezTo>
                    <a:pt x="7715" y="33242"/>
                    <a:pt x="4537" y="35754"/>
                    <a:pt x="1230" y="38112"/>
                  </a:cubicBezTo>
                  <a:cubicBezTo>
                    <a:pt x="1000" y="38292"/>
                    <a:pt x="769" y="38445"/>
                    <a:pt x="538" y="38573"/>
                  </a:cubicBezTo>
                  <a:cubicBezTo>
                    <a:pt x="359" y="38625"/>
                    <a:pt x="179" y="38625"/>
                    <a:pt x="0" y="38625"/>
                  </a:cubicBezTo>
                  <a:lnTo>
                    <a:pt x="0" y="35242"/>
                  </a:lnTo>
                  <a:cubicBezTo>
                    <a:pt x="179" y="35242"/>
                    <a:pt x="359" y="35216"/>
                    <a:pt x="513" y="35165"/>
                  </a:cubicBezTo>
                  <a:cubicBezTo>
                    <a:pt x="820" y="34960"/>
                    <a:pt x="1076" y="34729"/>
                    <a:pt x="1333" y="3449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85" name="Google Shape;84;p4"/>
            <p:cNvSpPr/>
            <p:nvPr/>
          </p:nvSpPr>
          <p:spPr>
            <a:xfrm rot="10800000">
              <a:off x="360" y="522360"/>
              <a:ext cx="3917520" cy="4620960"/>
            </a:xfrm>
            <a:custGeom>
              <a:avLst/>
              <a:gdLst>
                <a:gd name="textAreaLeft" fmla="*/ 0 w 3917520"/>
                <a:gd name="textAreaRight" fmla="*/ 3917880 w 3917520"/>
                <a:gd name="textAreaTop" fmla="*/ 0 h 4620960"/>
                <a:gd name="textAreaBottom" fmla="*/ 4621320 h 4620960"/>
              </a:gdLst>
              <a:ahLst/>
              <a:cxnLst/>
              <a:rect l="textAreaLeft" t="textAreaTop" r="textAreaRight" b="textAreaBottom"/>
              <a:pathLst>
                <a:path w="121974" h="158086">
                  <a:moveTo>
                    <a:pt x="100009" y="157368"/>
                  </a:moveTo>
                  <a:cubicBezTo>
                    <a:pt x="96703" y="156856"/>
                    <a:pt x="93473" y="156061"/>
                    <a:pt x="90321" y="154959"/>
                  </a:cubicBezTo>
                  <a:cubicBezTo>
                    <a:pt x="88065" y="154190"/>
                    <a:pt x="85810" y="153370"/>
                    <a:pt x="83554" y="152498"/>
                  </a:cubicBezTo>
                  <a:cubicBezTo>
                    <a:pt x="78685" y="150679"/>
                    <a:pt x="73789" y="148885"/>
                    <a:pt x="68740" y="147424"/>
                  </a:cubicBezTo>
                  <a:cubicBezTo>
                    <a:pt x="65818" y="146578"/>
                    <a:pt x="62871" y="145758"/>
                    <a:pt x="59923" y="144938"/>
                  </a:cubicBezTo>
                  <a:cubicBezTo>
                    <a:pt x="58155" y="144425"/>
                    <a:pt x="56412" y="143810"/>
                    <a:pt x="54721" y="143041"/>
                  </a:cubicBezTo>
                  <a:cubicBezTo>
                    <a:pt x="50876" y="141298"/>
                    <a:pt x="48185" y="138709"/>
                    <a:pt x="46647" y="135326"/>
                  </a:cubicBezTo>
                  <a:cubicBezTo>
                    <a:pt x="46083" y="133994"/>
                    <a:pt x="45596" y="132635"/>
                    <a:pt x="45263" y="131251"/>
                  </a:cubicBezTo>
                  <a:cubicBezTo>
                    <a:pt x="44443" y="128124"/>
                    <a:pt x="43776" y="124997"/>
                    <a:pt x="43213" y="121819"/>
                  </a:cubicBezTo>
                  <a:cubicBezTo>
                    <a:pt x="42879" y="119871"/>
                    <a:pt x="42546" y="117924"/>
                    <a:pt x="42290" y="115950"/>
                  </a:cubicBezTo>
                  <a:cubicBezTo>
                    <a:pt x="41982" y="113515"/>
                    <a:pt x="41777" y="111080"/>
                    <a:pt x="41521" y="108646"/>
                  </a:cubicBezTo>
                  <a:cubicBezTo>
                    <a:pt x="41239" y="105698"/>
                    <a:pt x="40957" y="102725"/>
                    <a:pt x="40726" y="99752"/>
                  </a:cubicBezTo>
                  <a:cubicBezTo>
                    <a:pt x="40445" y="96010"/>
                    <a:pt x="40240" y="92242"/>
                    <a:pt x="40163" y="88500"/>
                  </a:cubicBezTo>
                  <a:cubicBezTo>
                    <a:pt x="39983" y="81247"/>
                    <a:pt x="40445" y="73994"/>
                    <a:pt x="41598" y="66843"/>
                  </a:cubicBezTo>
                  <a:cubicBezTo>
                    <a:pt x="41957" y="64357"/>
                    <a:pt x="42700" y="61922"/>
                    <a:pt x="43751" y="59641"/>
                  </a:cubicBezTo>
                  <a:cubicBezTo>
                    <a:pt x="44520" y="58052"/>
                    <a:pt x="45391" y="56488"/>
                    <a:pt x="46263" y="54925"/>
                  </a:cubicBezTo>
                  <a:cubicBezTo>
                    <a:pt x="47749" y="52362"/>
                    <a:pt x="49313" y="49799"/>
                    <a:pt x="50799" y="47236"/>
                  </a:cubicBezTo>
                  <a:cubicBezTo>
                    <a:pt x="52183" y="44852"/>
                    <a:pt x="53413" y="42392"/>
                    <a:pt x="54439" y="39855"/>
                  </a:cubicBezTo>
                  <a:cubicBezTo>
                    <a:pt x="55002" y="38573"/>
                    <a:pt x="55387" y="37215"/>
                    <a:pt x="55592" y="35831"/>
                  </a:cubicBezTo>
                  <a:cubicBezTo>
                    <a:pt x="55720" y="35113"/>
                    <a:pt x="55694" y="34395"/>
                    <a:pt x="55541" y="33678"/>
                  </a:cubicBezTo>
                  <a:cubicBezTo>
                    <a:pt x="55207" y="32473"/>
                    <a:pt x="54310" y="31756"/>
                    <a:pt x="52824" y="31627"/>
                  </a:cubicBezTo>
                  <a:cubicBezTo>
                    <a:pt x="52132" y="31551"/>
                    <a:pt x="51440" y="31576"/>
                    <a:pt x="50773" y="31679"/>
                  </a:cubicBezTo>
                  <a:cubicBezTo>
                    <a:pt x="49851" y="31807"/>
                    <a:pt x="48928" y="32012"/>
                    <a:pt x="48031" y="32268"/>
                  </a:cubicBezTo>
                  <a:cubicBezTo>
                    <a:pt x="46032" y="32832"/>
                    <a:pt x="44084" y="33524"/>
                    <a:pt x="42187" y="34344"/>
                  </a:cubicBezTo>
                  <a:cubicBezTo>
                    <a:pt x="39804" y="35318"/>
                    <a:pt x="37446" y="36343"/>
                    <a:pt x="35062" y="37317"/>
                  </a:cubicBezTo>
                  <a:cubicBezTo>
                    <a:pt x="32961" y="38163"/>
                    <a:pt x="30833" y="39009"/>
                    <a:pt x="28655" y="39752"/>
                  </a:cubicBezTo>
                  <a:cubicBezTo>
                    <a:pt x="26399" y="40572"/>
                    <a:pt x="24067" y="41136"/>
                    <a:pt x="21683" y="41418"/>
                  </a:cubicBezTo>
                  <a:cubicBezTo>
                    <a:pt x="16506" y="41956"/>
                    <a:pt x="12021" y="40752"/>
                    <a:pt x="8202" y="37804"/>
                  </a:cubicBezTo>
                  <a:cubicBezTo>
                    <a:pt x="6920" y="36779"/>
                    <a:pt x="5818" y="35574"/>
                    <a:pt x="4896" y="34242"/>
                  </a:cubicBezTo>
                  <a:cubicBezTo>
                    <a:pt x="3742" y="32576"/>
                    <a:pt x="2845" y="30782"/>
                    <a:pt x="2179" y="28885"/>
                  </a:cubicBezTo>
                  <a:cubicBezTo>
                    <a:pt x="846" y="25117"/>
                    <a:pt x="333" y="21273"/>
                    <a:pt x="154" y="17377"/>
                  </a:cubicBezTo>
                  <a:cubicBezTo>
                    <a:pt x="0" y="13148"/>
                    <a:pt x="257" y="8919"/>
                    <a:pt x="487" y="4690"/>
                  </a:cubicBezTo>
                  <a:cubicBezTo>
                    <a:pt x="564" y="3127"/>
                    <a:pt x="564" y="1563"/>
                    <a:pt x="590" y="0"/>
                  </a:cubicBezTo>
                  <a:lnTo>
                    <a:pt x="1717" y="0"/>
                  </a:lnTo>
                  <a:cubicBezTo>
                    <a:pt x="1692" y="1153"/>
                    <a:pt x="1717" y="2332"/>
                    <a:pt x="1641" y="3486"/>
                  </a:cubicBezTo>
                  <a:cubicBezTo>
                    <a:pt x="1512" y="6254"/>
                    <a:pt x="1333" y="9047"/>
                    <a:pt x="1179" y="11841"/>
                  </a:cubicBezTo>
                  <a:cubicBezTo>
                    <a:pt x="1000" y="14917"/>
                    <a:pt x="1102" y="18044"/>
                    <a:pt x="1461" y="21119"/>
                  </a:cubicBezTo>
                  <a:cubicBezTo>
                    <a:pt x="1717" y="23349"/>
                    <a:pt x="2179" y="25553"/>
                    <a:pt x="2871" y="27680"/>
                  </a:cubicBezTo>
                  <a:cubicBezTo>
                    <a:pt x="3640" y="30166"/>
                    <a:pt x="4870" y="32473"/>
                    <a:pt x="6510" y="34524"/>
                  </a:cubicBezTo>
                  <a:cubicBezTo>
                    <a:pt x="7792" y="36113"/>
                    <a:pt x="9407" y="37445"/>
                    <a:pt x="11252" y="38394"/>
                  </a:cubicBezTo>
                  <a:cubicBezTo>
                    <a:pt x="14148" y="39906"/>
                    <a:pt x="17429" y="40572"/>
                    <a:pt x="20684" y="40265"/>
                  </a:cubicBezTo>
                  <a:cubicBezTo>
                    <a:pt x="22709" y="40085"/>
                    <a:pt x="24682" y="39650"/>
                    <a:pt x="26604" y="39009"/>
                  </a:cubicBezTo>
                  <a:cubicBezTo>
                    <a:pt x="29014" y="38214"/>
                    <a:pt x="31372" y="37266"/>
                    <a:pt x="33627" y="36138"/>
                  </a:cubicBezTo>
                  <a:cubicBezTo>
                    <a:pt x="36626" y="34652"/>
                    <a:pt x="39599" y="33140"/>
                    <a:pt x="42597" y="31679"/>
                  </a:cubicBezTo>
                  <a:cubicBezTo>
                    <a:pt x="44955" y="30525"/>
                    <a:pt x="47313" y="29372"/>
                    <a:pt x="49723" y="28296"/>
                  </a:cubicBezTo>
                  <a:cubicBezTo>
                    <a:pt x="51184" y="27655"/>
                    <a:pt x="52721" y="27142"/>
                    <a:pt x="54259" y="26604"/>
                  </a:cubicBezTo>
                  <a:cubicBezTo>
                    <a:pt x="55361" y="26219"/>
                    <a:pt x="56515" y="25989"/>
                    <a:pt x="57668" y="25861"/>
                  </a:cubicBezTo>
                  <a:cubicBezTo>
                    <a:pt x="58386" y="25784"/>
                    <a:pt x="59103" y="25809"/>
                    <a:pt x="59821" y="25938"/>
                  </a:cubicBezTo>
                  <a:cubicBezTo>
                    <a:pt x="60923" y="26143"/>
                    <a:pt x="61641" y="26706"/>
                    <a:pt x="61923" y="27603"/>
                  </a:cubicBezTo>
                  <a:cubicBezTo>
                    <a:pt x="62076" y="28014"/>
                    <a:pt x="62153" y="28449"/>
                    <a:pt x="62153" y="28885"/>
                  </a:cubicBezTo>
                  <a:cubicBezTo>
                    <a:pt x="62128" y="29474"/>
                    <a:pt x="62076" y="30064"/>
                    <a:pt x="61948" y="30653"/>
                  </a:cubicBezTo>
                  <a:cubicBezTo>
                    <a:pt x="61564" y="32473"/>
                    <a:pt x="60795" y="34216"/>
                    <a:pt x="59949" y="35933"/>
                  </a:cubicBezTo>
                  <a:cubicBezTo>
                    <a:pt x="58437" y="39086"/>
                    <a:pt x="56694" y="42136"/>
                    <a:pt x="54951" y="45186"/>
                  </a:cubicBezTo>
                  <a:cubicBezTo>
                    <a:pt x="52824" y="48928"/>
                    <a:pt x="50671" y="52670"/>
                    <a:pt x="48595" y="56437"/>
                  </a:cubicBezTo>
                  <a:cubicBezTo>
                    <a:pt x="46852" y="59513"/>
                    <a:pt x="45494" y="62768"/>
                    <a:pt x="44520" y="66177"/>
                  </a:cubicBezTo>
                  <a:cubicBezTo>
                    <a:pt x="43161" y="71123"/>
                    <a:pt x="42316" y="76198"/>
                    <a:pt x="41982" y="81324"/>
                  </a:cubicBezTo>
                  <a:cubicBezTo>
                    <a:pt x="41700" y="86219"/>
                    <a:pt x="41752" y="91166"/>
                    <a:pt x="42111" y="96061"/>
                  </a:cubicBezTo>
                  <a:cubicBezTo>
                    <a:pt x="42316" y="99086"/>
                    <a:pt x="42597" y="102110"/>
                    <a:pt x="42931" y="105134"/>
                  </a:cubicBezTo>
                  <a:cubicBezTo>
                    <a:pt x="43238" y="108338"/>
                    <a:pt x="43623" y="111516"/>
                    <a:pt x="44084" y="114669"/>
                  </a:cubicBezTo>
                  <a:cubicBezTo>
                    <a:pt x="44699" y="119103"/>
                    <a:pt x="45647" y="123511"/>
                    <a:pt x="46878" y="127817"/>
                  </a:cubicBezTo>
                  <a:cubicBezTo>
                    <a:pt x="47390" y="129713"/>
                    <a:pt x="48057" y="131584"/>
                    <a:pt x="48877" y="133378"/>
                  </a:cubicBezTo>
                  <a:cubicBezTo>
                    <a:pt x="50492" y="136787"/>
                    <a:pt x="53157" y="139427"/>
                    <a:pt x="56976" y="141247"/>
                  </a:cubicBezTo>
                  <a:cubicBezTo>
                    <a:pt x="57950" y="141683"/>
                    <a:pt x="58898" y="142118"/>
                    <a:pt x="59923" y="142503"/>
                  </a:cubicBezTo>
                  <a:cubicBezTo>
                    <a:pt x="61333" y="143015"/>
                    <a:pt x="62768" y="143528"/>
                    <a:pt x="64204" y="143989"/>
                  </a:cubicBezTo>
                  <a:cubicBezTo>
                    <a:pt x="68817" y="145450"/>
                    <a:pt x="73431" y="146860"/>
                    <a:pt x="77941" y="148551"/>
                  </a:cubicBezTo>
                  <a:cubicBezTo>
                    <a:pt x="81171" y="149730"/>
                    <a:pt x="84451" y="150935"/>
                    <a:pt x="87706" y="152140"/>
                  </a:cubicBezTo>
                  <a:cubicBezTo>
                    <a:pt x="89859" y="152934"/>
                    <a:pt x="92038" y="153652"/>
                    <a:pt x="94268" y="154216"/>
                  </a:cubicBezTo>
                  <a:cubicBezTo>
                    <a:pt x="98727" y="155446"/>
                    <a:pt x="103341" y="155984"/>
                    <a:pt x="107954" y="155830"/>
                  </a:cubicBezTo>
                  <a:cubicBezTo>
                    <a:pt x="111261" y="155677"/>
                    <a:pt x="114567" y="155190"/>
                    <a:pt x="117796" y="154395"/>
                  </a:cubicBezTo>
                  <a:cubicBezTo>
                    <a:pt x="119206" y="154087"/>
                    <a:pt x="120616" y="153703"/>
                    <a:pt x="121974" y="153190"/>
                  </a:cubicBezTo>
                  <a:lnTo>
                    <a:pt x="121974" y="155266"/>
                  </a:lnTo>
                  <a:cubicBezTo>
                    <a:pt x="119308" y="156112"/>
                    <a:pt x="116566" y="156779"/>
                    <a:pt x="113824" y="157240"/>
                  </a:cubicBezTo>
                  <a:cubicBezTo>
                    <a:pt x="109236" y="158034"/>
                    <a:pt x="104571" y="158086"/>
                    <a:pt x="100009" y="15736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86" name="Google Shape;85;p4"/>
            <p:cNvSpPr/>
            <p:nvPr/>
          </p:nvSpPr>
          <p:spPr>
            <a:xfrm rot="10800000">
              <a:off x="4045680" y="360"/>
              <a:ext cx="5097240" cy="4172040"/>
            </a:xfrm>
            <a:custGeom>
              <a:avLst/>
              <a:gdLst>
                <a:gd name="textAreaLeft" fmla="*/ 0 w 5097240"/>
                <a:gd name="textAreaRight" fmla="*/ 5097600 w 5097240"/>
                <a:gd name="textAreaTop" fmla="*/ 0 h 4172040"/>
                <a:gd name="textAreaBottom" fmla="*/ 4172400 h 4172040"/>
              </a:gdLst>
              <a:ahLst/>
              <a:cxnLst/>
              <a:rect l="textAreaLeft" t="textAreaTop" r="textAreaRight" b="textAreaBottom"/>
              <a:pathLst>
                <a:path w="158702" h="142734">
                  <a:moveTo>
                    <a:pt x="1256" y="436"/>
                  </a:moveTo>
                  <a:cubicBezTo>
                    <a:pt x="5331" y="2358"/>
                    <a:pt x="9329" y="4460"/>
                    <a:pt x="13123" y="6741"/>
                  </a:cubicBezTo>
                  <a:cubicBezTo>
                    <a:pt x="17403" y="9304"/>
                    <a:pt x="21606" y="11893"/>
                    <a:pt x="25810" y="14533"/>
                  </a:cubicBezTo>
                  <a:cubicBezTo>
                    <a:pt x="29295" y="16686"/>
                    <a:pt x="32781" y="18864"/>
                    <a:pt x="36446" y="20838"/>
                  </a:cubicBezTo>
                  <a:cubicBezTo>
                    <a:pt x="41239" y="23426"/>
                    <a:pt x="46288" y="25579"/>
                    <a:pt x="51491" y="27220"/>
                  </a:cubicBezTo>
                  <a:cubicBezTo>
                    <a:pt x="56079" y="28680"/>
                    <a:pt x="60795" y="29783"/>
                    <a:pt x="65716" y="30013"/>
                  </a:cubicBezTo>
                  <a:cubicBezTo>
                    <a:pt x="68766" y="30193"/>
                    <a:pt x="71841" y="29859"/>
                    <a:pt x="74789" y="29065"/>
                  </a:cubicBezTo>
                  <a:cubicBezTo>
                    <a:pt x="77890" y="28168"/>
                    <a:pt x="80786" y="26656"/>
                    <a:pt x="83272" y="24605"/>
                  </a:cubicBezTo>
                  <a:cubicBezTo>
                    <a:pt x="84913" y="23272"/>
                    <a:pt x="86476" y="21786"/>
                    <a:pt x="87886" y="20197"/>
                  </a:cubicBezTo>
                  <a:cubicBezTo>
                    <a:pt x="89500" y="18352"/>
                    <a:pt x="91089" y="16455"/>
                    <a:pt x="92678" y="14610"/>
                  </a:cubicBezTo>
                  <a:cubicBezTo>
                    <a:pt x="93960" y="13123"/>
                    <a:pt x="95241" y="11636"/>
                    <a:pt x="96574" y="10201"/>
                  </a:cubicBezTo>
                  <a:cubicBezTo>
                    <a:pt x="97728" y="8971"/>
                    <a:pt x="99035" y="7920"/>
                    <a:pt x="100496" y="7074"/>
                  </a:cubicBezTo>
                  <a:cubicBezTo>
                    <a:pt x="101546" y="6434"/>
                    <a:pt x="102725" y="5947"/>
                    <a:pt x="103930" y="5639"/>
                  </a:cubicBezTo>
                  <a:cubicBezTo>
                    <a:pt x="106006" y="5075"/>
                    <a:pt x="108236" y="5357"/>
                    <a:pt x="110107" y="6408"/>
                  </a:cubicBezTo>
                  <a:cubicBezTo>
                    <a:pt x="110696" y="6741"/>
                    <a:pt x="111260" y="7126"/>
                    <a:pt x="111773" y="7561"/>
                  </a:cubicBezTo>
                  <a:cubicBezTo>
                    <a:pt x="112644" y="8253"/>
                    <a:pt x="113439" y="9073"/>
                    <a:pt x="114105" y="9971"/>
                  </a:cubicBezTo>
                  <a:cubicBezTo>
                    <a:pt x="115028" y="11175"/>
                    <a:pt x="115874" y="12431"/>
                    <a:pt x="116566" y="13764"/>
                  </a:cubicBezTo>
                  <a:cubicBezTo>
                    <a:pt x="118360" y="17147"/>
                    <a:pt x="119821" y="20684"/>
                    <a:pt x="120923" y="24349"/>
                  </a:cubicBezTo>
                  <a:cubicBezTo>
                    <a:pt x="122819" y="30295"/>
                    <a:pt x="124203" y="36421"/>
                    <a:pt x="125075" y="42597"/>
                  </a:cubicBezTo>
                  <a:cubicBezTo>
                    <a:pt x="125562" y="45929"/>
                    <a:pt x="125844" y="49287"/>
                    <a:pt x="125946" y="52619"/>
                  </a:cubicBezTo>
                  <a:cubicBezTo>
                    <a:pt x="126126" y="57617"/>
                    <a:pt x="125972" y="62589"/>
                    <a:pt x="125818" y="67561"/>
                  </a:cubicBezTo>
                  <a:cubicBezTo>
                    <a:pt x="125639" y="72533"/>
                    <a:pt x="125972" y="77480"/>
                    <a:pt x="126843" y="82375"/>
                  </a:cubicBezTo>
                  <a:cubicBezTo>
                    <a:pt x="127459" y="85835"/>
                    <a:pt x="128766" y="89116"/>
                    <a:pt x="130714" y="92063"/>
                  </a:cubicBezTo>
                  <a:cubicBezTo>
                    <a:pt x="131457" y="93140"/>
                    <a:pt x="132174" y="94242"/>
                    <a:pt x="132918" y="95344"/>
                  </a:cubicBezTo>
                  <a:cubicBezTo>
                    <a:pt x="134353" y="97420"/>
                    <a:pt x="135378" y="99727"/>
                    <a:pt x="135968" y="102187"/>
                  </a:cubicBezTo>
                  <a:cubicBezTo>
                    <a:pt x="136506" y="104494"/>
                    <a:pt x="137019" y="106801"/>
                    <a:pt x="137506" y="109107"/>
                  </a:cubicBezTo>
                  <a:cubicBezTo>
                    <a:pt x="139171" y="116745"/>
                    <a:pt x="142503" y="123870"/>
                    <a:pt x="147450" y="130457"/>
                  </a:cubicBezTo>
                  <a:cubicBezTo>
                    <a:pt x="150808" y="134891"/>
                    <a:pt x="154575" y="138992"/>
                    <a:pt x="158702" y="142734"/>
                  </a:cubicBezTo>
                  <a:lnTo>
                    <a:pt x="155318" y="142734"/>
                  </a:lnTo>
                  <a:lnTo>
                    <a:pt x="153114" y="140453"/>
                  </a:lnTo>
                  <a:cubicBezTo>
                    <a:pt x="145656" y="132789"/>
                    <a:pt x="139915" y="124332"/>
                    <a:pt x="136275" y="114951"/>
                  </a:cubicBezTo>
                  <a:cubicBezTo>
                    <a:pt x="135378" y="112619"/>
                    <a:pt x="134507" y="110286"/>
                    <a:pt x="133661" y="107954"/>
                  </a:cubicBezTo>
                  <a:cubicBezTo>
                    <a:pt x="132661" y="105212"/>
                    <a:pt x="131354" y="102597"/>
                    <a:pt x="129740" y="100162"/>
                  </a:cubicBezTo>
                  <a:cubicBezTo>
                    <a:pt x="128817" y="98804"/>
                    <a:pt x="127945" y="97394"/>
                    <a:pt x="127100" y="95985"/>
                  </a:cubicBezTo>
                  <a:cubicBezTo>
                    <a:pt x="125331" y="93114"/>
                    <a:pt x="124152" y="89936"/>
                    <a:pt x="123640" y="86604"/>
                  </a:cubicBezTo>
                  <a:cubicBezTo>
                    <a:pt x="123230" y="83913"/>
                    <a:pt x="123024" y="81171"/>
                    <a:pt x="122999" y="78454"/>
                  </a:cubicBezTo>
                  <a:cubicBezTo>
                    <a:pt x="122896" y="73789"/>
                    <a:pt x="123178" y="69125"/>
                    <a:pt x="123511" y="64460"/>
                  </a:cubicBezTo>
                  <a:cubicBezTo>
                    <a:pt x="123793" y="60205"/>
                    <a:pt x="123973" y="55951"/>
                    <a:pt x="123845" y="51696"/>
                  </a:cubicBezTo>
                  <a:cubicBezTo>
                    <a:pt x="123768" y="48723"/>
                    <a:pt x="123537" y="45750"/>
                    <a:pt x="123127" y="42777"/>
                  </a:cubicBezTo>
                  <a:cubicBezTo>
                    <a:pt x="122691" y="39650"/>
                    <a:pt x="122102" y="36523"/>
                    <a:pt x="121359" y="33422"/>
                  </a:cubicBezTo>
                  <a:cubicBezTo>
                    <a:pt x="120461" y="29449"/>
                    <a:pt x="119231" y="25579"/>
                    <a:pt x="117719" y="21786"/>
                  </a:cubicBezTo>
                  <a:cubicBezTo>
                    <a:pt x="116694" y="19249"/>
                    <a:pt x="115438" y="16839"/>
                    <a:pt x="113951" y="14558"/>
                  </a:cubicBezTo>
                  <a:cubicBezTo>
                    <a:pt x="113208" y="13431"/>
                    <a:pt x="112337" y="12405"/>
                    <a:pt x="111388" y="11457"/>
                  </a:cubicBezTo>
                  <a:cubicBezTo>
                    <a:pt x="110620" y="10714"/>
                    <a:pt x="109748" y="10099"/>
                    <a:pt x="108825" y="9612"/>
                  </a:cubicBezTo>
                  <a:cubicBezTo>
                    <a:pt x="107236" y="8792"/>
                    <a:pt x="105442" y="8535"/>
                    <a:pt x="103699" y="8868"/>
                  </a:cubicBezTo>
                  <a:cubicBezTo>
                    <a:pt x="102777" y="9048"/>
                    <a:pt x="101880" y="9330"/>
                    <a:pt x="101059" y="9714"/>
                  </a:cubicBezTo>
                  <a:cubicBezTo>
                    <a:pt x="99881" y="10252"/>
                    <a:pt x="98804" y="10944"/>
                    <a:pt x="97830" y="11790"/>
                  </a:cubicBezTo>
                  <a:cubicBezTo>
                    <a:pt x="96651" y="12841"/>
                    <a:pt x="95472" y="13918"/>
                    <a:pt x="94396" y="15045"/>
                  </a:cubicBezTo>
                  <a:cubicBezTo>
                    <a:pt x="92935" y="16532"/>
                    <a:pt x="91602" y="18095"/>
                    <a:pt x="90167" y="19582"/>
                  </a:cubicBezTo>
                  <a:cubicBezTo>
                    <a:pt x="88731" y="21094"/>
                    <a:pt x="87296" y="22504"/>
                    <a:pt x="85810" y="23939"/>
                  </a:cubicBezTo>
                  <a:cubicBezTo>
                    <a:pt x="84502" y="25143"/>
                    <a:pt x="83093" y="26246"/>
                    <a:pt x="81555" y="27194"/>
                  </a:cubicBezTo>
                  <a:cubicBezTo>
                    <a:pt x="77890" y="29501"/>
                    <a:pt x="73738" y="30705"/>
                    <a:pt x="69150" y="30910"/>
                  </a:cubicBezTo>
                  <a:cubicBezTo>
                    <a:pt x="65408" y="31038"/>
                    <a:pt x="61666" y="30680"/>
                    <a:pt x="58001" y="29834"/>
                  </a:cubicBezTo>
                  <a:cubicBezTo>
                    <a:pt x="51747" y="28450"/>
                    <a:pt x="45673" y="26374"/>
                    <a:pt x="39855" y="23657"/>
                  </a:cubicBezTo>
                  <a:cubicBezTo>
                    <a:pt x="35754" y="21709"/>
                    <a:pt x="31756" y="19531"/>
                    <a:pt x="27886" y="17147"/>
                  </a:cubicBezTo>
                  <a:cubicBezTo>
                    <a:pt x="23452" y="14507"/>
                    <a:pt x="19069" y="11842"/>
                    <a:pt x="14609" y="9227"/>
                  </a:cubicBezTo>
                  <a:cubicBezTo>
                    <a:pt x="10560" y="6844"/>
                    <a:pt x="6356" y="4665"/>
                    <a:pt x="2076" y="2768"/>
                  </a:cubicBezTo>
                  <a:cubicBezTo>
                    <a:pt x="1615" y="2538"/>
                    <a:pt x="1128" y="2358"/>
                    <a:pt x="641" y="2153"/>
                  </a:cubicBezTo>
                  <a:cubicBezTo>
                    <a:pt x="436" y="2128"/>
                    <a:pt x="205" y="2102"/>
                    <a:pt x="0" y="2128"/>
                  </a:cubicBezTo>
                  <a:lnTo>
                    <a:pt x="0" y="52"/>
                  </a:lnTo>
                  <a:cubicBezTo>
                    <a:pt x="513" y="0"/>
                    <a:pt x="871" y="257"/>
                    <a:pt x="1256" y="436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87" name="Google Shape;86;p4"/>
            <p:cNvSpPr/>
            <p:nvPr/>
          </p:nvSpPr>
          <p:spPr>
            <a:xfrm rot="10800000">
              <a:off x="7971120" y="1080"/>
              <a:ext cx="1171800" cy="764640"/>
            </a:xfrm>
            <a:custGeom>
              <a:avLst/>
              <a:gdLst>
                <a:gd name="textAreaLeft" fmla="*/ 0 w 1171800"/>
                <a:gd name="textAreaRight" fmla="*/ 1172160 w 1171800"/>
                <a:gd name="textAreaTop" fmla="*/ 0 h 764640"/>
                <a:gd name="textAreaBottom" fmla="*/ 765000 h 764640"/>
              </a:gdLst>
              <a:ahLst/>
              <a:cxnLst/>
              <a:rect l="textAreaLeft" t="textAreaTop" r="textAreaRight" b="textAreaBottom"/>
              <a:pathLst>
                <a:path w="36498" h="26169">
                  <a:moveTo>
                    <a:pt x="641" y="9355"/>
                  </a:moveTo>
                  <a:cubicBezTo>
                    <a:pt x="974" y="9150"/>
                    <a:pt x="1307" y="8945"/>
                    <a:pt x="1640" y="8740"/>
                  </a:cubicBezTo>
                  <a:cubicBezTo>
                    <a:pt x="4690" y="6766"/>
                    <a:pt x="7894" y="5023"/>
                    <a:pt x="11200" y="3511"/>
                  </a:cubicBezTo>
                  <a:cubicBezTo>
                    <a:pt x="13456" y="2435"/>
                    <a:pt x="15814" y="1563"/>
                    <a:pt x="18249" y="897"/>
                  </a:cubicBezTo>
                  <a:cubicBezTo>
                    <a:pt x="20478" y="282"/>
                    <a:pt x="22760" y="0"/>
                    <a:pt x="25066" y="51"/>
                  </a:cubicBezTo>
                  <a:cubicBezTo>
                    <a:pt x="26040" y="77"/>
                    <a:pt x="27014" y="179"/>
                    <a:pt x="27988" y="384"/>
                  </a:cubicBezTo>
                  <a:cubicBezTo>
                    <a:pt x="30577" y="948"/>
                    <a:pt x="32525" y="2179"/>
                    <a:pt x="33934" y="4050"/>
                  </a:cubicBezTo>
                  <a:cubicBezTo>
                    <a:pt x="34934" y="5485"/>
                    <a:pt x="35626" y="7100"/>
                    <a:pt x="35985" y="8817"/>
                  </a:cubicBezTo>
                  <a:cubicBezTo>
                    <a:pt x="36318" y="10406"/>
                    <a:pt x="36497" y="12020"/>
                    <a:pt x="36497" y="13661"/>
                  </a:cubicBezTo>
                  <a:cubicBezTo>
                    <a:pt x="36497" y="15967"/>
                    <a:pt x="36369" y="18300"/>
                    <a:pt x="36062" y="20581"/>
                  </a:cubicBezTo>
                  <a:cubicBezTo>
                    <a:pt x="35857" y="22247"/>
                    <a:pt x="35651" y="23887"/>
                    <a:pt x="35472" y="25527"/>
                  </a:cubicBezTo>
                  <a:cubicBezTo>
                    <a:pt x="35472" y="25758"/>
                    <a:pt x="35498" y="25963"/>
                    <a:pt x="35523" y="26168"/>
                  </a:cubicBezTo>
                  <a:lnTo>
                    <a:pt x="26425" y="26168"/>
                  </a:lnTo>
                  <a:cubicBezTo>
                    <a:pt x="26066" y="24400"/>
                    <a:pt x="25733" y="22606"/>
                    <a:pt x="25066" y="20863"/>
                  </a:cubicBezTo>
                  <a:cubicBezTo>
                    <a:pt x="24733" y="19991"/>
                    <a:pt x="24349" y="19146"/>
                    <a:pt x="23913" y="18325"/>
                  </a:cubicBezTo>
                  <a:cubicBezTo>
                    <a:pt x="23477" y="17582"/>
                    <a:pt x="22990" y="16916"/>
                    <a:pt x="22426" y="16301"/>
                  </a:cubicBezTo>
                  <a:cubicBezTo>
                    <a:pt x="20504" y="14250"/>
                    <a:pt x="17915" y="13456"/>
                    <a:pt x="14840" y="13661"/>
                  </a:cubicBezTo>
                  <a:cubicBezTo>
                    <a:pt x="12584" y="13840"/>
                    <a:pt x="10380" y="14353"/>
                    <a:pt x="8304" y="15199"/>
                  </a:cubicBezTo>
                  <a:cubicBezTo>
                    <a:pt x="6638" y="15839"/>
                    <a:pt x="4998" y="16583"/>
                    <a:pt x="3434" y="17403"/>
                  </a:cubicBezTo>
                  <a:cubicBezTo>
                    <a:pt x="2666" y="17813"/>
                    <a:pt x="1922" y="18223"/>
                    <a:pt x="1128" y="18607"/>
                  </a:cubicBezTo>
                  <a:cubicBezTo>
                    <a:pt x="769" y="18787"/>
                    <a:pt x="384" y="18889"/>
                    <a:pt x="0" y="19043"/>
                  </a:cubicBezTo>
                  <a:lnTo>
                    <a:pt x="0" y="9457"/>
                  </a:lnTo>
                  <a:cubicBezTo>
                    <a:pt x="205" y="9509"/>
                    <a:pt x="461" y="9483"/>
                    <a:pt x="641" y="935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88" name="Google Shape;87;p4"/>
            <p:cNvSpPr/>
            <p:nvPr/>
          </p:nvSpPr>
          <p:spPr>
            <a:xfrm rot="10800000">
              <a:off x="720" y="2671920"/>
              <a:ext cx="996480" cy="1850400"/>
            </a:xfrm>
            <a:custGeom>
              <a:avLst/>
              <a:gdLst>
                <a:gd name="textAreaLeft" fmla="*/ 0 w 996480"/>
                <a:gd name="textAreaRight" fmla="*/ 996840 w 996480"/>
                <a:gd name="textAreaTop" fmla="*/ 0 h 1850400"/>
                <a:gd name="textAreaBottom" fmla="*/ 1850760 h 1850400"/>
              </a:gdLst>
              <a:ahLst/>
              <a:cxnLst/>
              <a:rect l="textAreaLeft" t="textAreaTop" r="textAreaRight" b="textAreaBottom"/>
              <a:pathLst>
                <a:path w="31039" h="63307">
                  <a:moveTo>
                    <a:pt x="20172" y="62948"/>
                  </a:moveTo>
                  <a:cubicBezTo>
                    <a:pt x="16660" y="62537"/>
                    <a:pt x="13303" y="61615"/>
                    <a:pt x="10381" y="59872"/>
                  </a:cubicBezTo>
                  <a:cubicBezTo>
                    <a:pt x="6050" y="57283"/>
                    <a:pt x="3128" y="53874"/>
                    <a:pt x="1641" y="49620"/>
                  </a:cubicBezTo>
                  <a:cubicBezTo>
                    <a:pt x="513" y="46288"/>
                    <a:pt x="1" y="42802"/>
                    <a:pt x="129" y="39317"/>
                  </a:cubicBezTo>
                  <a:cubicBezTo>
                    <a:pt x="283" y="34985"/>
                    <a:pt x="1564" y="30884"/>
                    <a:pt x="3615" y="26937"/>
                  </a:cubicBezTo>
                  <a:cubicBezTo>
                    <a:pt x="5998" y="22350"/>
                    <a:pt x="9202" y="18198"/>
                    <a:pt x="12995" y="14327"/>
                  </a:cubicBezTo>
                  <a:cubicBezTo>
                    <a:pt x="17327" y="9970"/>
                    <a:pt x="22043" y="6023"/>
                    <a:pt x="27066" y="2486"/>
                  </a:cubicBezTo>
                  <a:cubicBezTo>
                    <a:pt x="28194" y="1692"/>
                    <a:pt x="29373" y="974"/>
                    <a:pt x="30552" y="205"/>
                  </a:cubicBezTo>
                  <a:cubicBezTo>
                    <a:pt x="30706" y="128"/>
                    <a:pt x="30860" y="52"/>
                    <a:pt x="31039" y="0"/>
                  </a:cubicBezTo>
                  <a:lnTo>
                    <a:pt x="31039" y="2640"/>
                  </a:lnTo>
                  <a:cubicBezTo>
                    <a:pt x="30936" y="2691"/>
                    <a:pt x="30834" y="2743"/>
                    <a:pt x="30757" y="2794"/>
                  </a:cubicBezTo>
                  <a:cubicBezTo>
                    <a:pt x="27425" y="5024"/>
                    <a:pt x="24221" y="7484"/>
                    <a:pt x="21171" y="10124"/>
                  </a:cubicBezTo>
                  <a:cubicBezTo>
                    <a:pt x="17660" y="13097"/>
                    <a:pt x="14508" y="16455"/>
                    <a:pt x="11765" y="20120"/>
                  </a:cubicBezTo>
                  <a:cubicBezTo>
                    <a:pt x="9407" y="23349"/>
                    <a:pt x="7485" y="26758"/>
                    <a:pt x="6357" y="30423"/>
                  </a:cubicBezTo>
                  <a:cubicBezTo>
                    <a:pt x="4461" y="36446"/>
                    <a:pt x="5332" y="42213"/>
                    <a:pt x="8818" y="47723"/>
                  </a:cubicBezTo>
                  <a:cubicBezTo>
                    <a:pt x="10022" y="49646"/>
                    <a:pt x="11586" y="51337"/>
                    <a:pt x="13405" y="52696"/>
                  </a:cubicBezTo>
                  <a:cubicBezTo>
                    <a:pt x="15917" y="54515"/>
                    <a:pt x="18813" y="55669"/>
                    <a:pt x="22043" y="56361"/>
                  </a:cubicBezTo>
                  <a:cubicBezTo>
                    <a:pt x="24298" y="56822"/>
                    <a:pt x="26579" y="57104"/>
                    <a:pt x="28886" y="57206"/>
                  </a:cubicBezTo>
                  <a:lnTo>
                    <a:pt x="31039" y="57335"/>
                  </a:lnTo>
                  <a:lnTo>
                    <a:pt x="31039" y="62768"/>
                  </a:lnTo>
                  <a:cubicBezTo>
                    <a:pt x="30860" y="62819"/>
                    <a:pt x="30680" y="62871"/>
                    <a:pt x="30501" y="62896"/>
                  </a:cubicBezTo>
                  <a:cubicBezTo>
                    <a:pt x="27066" y="63306"/>
                    <a:pt x="23606" y="63306"/>
                    <a:pt x="20172" y="6294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89" name="Google Shape;88;p4"/>
            <p:cNvSpPr/>
            <p:nvPr/>
          </p:nvSpPr>
          <p:spPr>
            <a:xfrm rot="10800000">
              <a:off x="6049440" y="0"/>
              <a:ext cx="3094200" cy="2824920"/>
            </a:xfrm>
            <a:custGeom>
              <a:avLst/>
              <a:gdLst>
                <a:gd name="textAreaLeft" fmla="*/ 0 w 3094200"/>
                <a:gd name="textAreaRight" fmla="*/ 3094560 w 3094200"/>
                <a:gd name="textAreaTop" fmla="*/ 0 h 2824920"/>
                <a:gd name="textAreaBottom" fmla="*/ 2825280 h 2824920"/>
              </a:gdLst>
              <a:ahLst/>
              <a:cxnLst/>
              <a:rect l="textAreaLeft" t="textAreaTop" r="textAreaRight" b="textAreaBottom"/>
              <a:pathLst>
                <a:path w="96344" h="96651">
                  <a:moveTo>
                    <a:pt x="436" y="22093"/>
                  </a:moveTo>
                  <a:cubicBezTo>
                    <a:pt x="564" y="21837"/>
                    <a:pt x="667" y="21581"/>
                    <a:pt x="769" y="21299"/>
                  </a:cubicBezTo>
                  <a:cubicBezTo>
                    <a:pt x="1692" y="18582"/>
                    <a:pt x="2897" y="15968"/>
                    <a:pt x="4357" y="13507"/>
                  </a:cubicBezTo>
                  <a:cubicBezTo>
                    <a:pt x="5767" y="11149"/>
                    <a:pt x="7459" y="9022"/>
                    <a:pt x="9432" y="7177"/>
                  </a:cubicBezTo>
                  <a:cubicBezTo>
                    <a:pt x="12277" y="4485"/>
                    <a:pt x="15763" y="2614"/>
                    <a:pt x="19889" y="1564"/>
                  </a:cubicBezTo>
                  <a:cubicBezTo>
                    <a:pt x="21555" y="1128"/>
                    <a:pt x="23273" y="795"/>
                    <a:pt x="24990" y="564"/>
                  </a:cubicBezTo>
                  <a:cubicBezTo>
                    <a:pt x="27886" y="205"/>
                    <a:pt x="30782" y="26"/>
                    <a:pt x="33704" y="26"/>
                  </a:cubicBezTo>
                  <a:cubicBezTo>
                    <a:pt x="39035" y="0"/>
                    <a:pt x="44315" y="359"/>
                    <a:pt x="49620" y="667"/>
                  </a:cubicBezTo>
                  <a:cubicBezTo>
                    <a:pt x="53337" y="897"/>
                    <a:pt x="57027" y="1128"/>
                    <a:pt x="60744" y="1307"/>
                  </a:cubicBezTo>
                  <a:cubicBezTo>
                    <a:pt x="65024" y="1512"/>
                    <a:pt x="69304" y="1589"/>
                    <a:pt x="73610" y="1615"/>
                  </a:cubicBezTo>
                  <a:cubicBezTo>
                    <a:pt x="76481" y="1615"/>
                    <a:pt x="79377" y="1666"/>
                    <a:pt x="82247" y="1743"/>
                  </a:cubicBezTo>
                  <a:cubicBezTo>
                    <a:pt x="83913" y="1769"/>
                    <a:pt x="85579" y="1948"/>
                    <a:pt x="87194" y="2307"/>
                  </a:cubicBezTo>
                  <a:cubicBezTo>
                    <a:pt x="89962" y="2948"/>
                    <a:pt x="91910" y="4357"/>
                    <a:pt x="93012" y="6587"/>
                  </a:cubicBezTo>
                  <a:cubicBezTo>
                    <a:pt x="93576" y="7792"/>
                    <a:pt x="93960" y="9073"/>
                    <a:pt x="94088" y="10406"/>
                  </a:cubicBezTo>
                  <a:cubicBezTo>
                    <a:pt x="94319" y="12482"/>
                    <a:pt x="94294" y="14609"/>
                    <a:pt x="93986" y="16685"/>
                  </a:cubicBezTo>
                  <a:cubicBezTo>
                    <a:pt x="93602" y="19761"/>
                    <a:pt x="93115" y="22836"/>
                    <a:pt x="92628" y="25912"/>
                  </a:cubicBezTo>
                  <a:cubicBezTo>
                    <a:pt x="92038" y="29577"/>
                    <a:pt x="91525" y="33242"/>
                    <a:pt x="91167" y="36933"/>
                  </a:cubicBezTo>
                  <a:cubicBezTo>
                    <a:pt x="90757" y="40983"/>
                    <a:pt x="90577" y="45058"/>
                    <a:pt x="90577" y="49133"/>
                  </a:cubicBezTo>
                  <a:cubicBezTo>
                    <a:pt x="90577" y="51465"/>
                    <a:pt x="90654" y="53823"/>
                    <a:pt x="90782" y="56181"/>
                  </a:cubicBezTo>
                  <a:cubicBezTo>
                    <a:pt x="90910" y="58513"/>
                    <a:pt x="91090" y="60923"/>
                    <a:pt x="91346" y="63306"/>
                  </a:cubicBezTo>
                  <a:cubicBezTo>
                    <a:pt x="91551" y="65510"/>
                    <a:pt x="91807" y="67715"/>
                    <a:pt x="92141" y="69919"/>
                  </a:cubicBezTo>
                  <a:cubicBezTo>
                    <a:pt x="92525" y="72661"/>
                    <a:pt x="92935" y="75404"/>
                    <a:pt x="93371" y="78120"/>
                  </a:cubicBezTo>
                  <a:cubicBezTo>
                    <a:pt x="93858" y="81170"/>
                    <a:pt x="94396" y="84220"/>
                    <a:pt x="94883" y="87245"/>
                  </a:cubicBezTo>
                  <a:cubicBezTo>
                    <a:pt x="95396" y="90372"/>
                    <a:pt x="95857" y="93524"/>
                    <a:pt x="96344" y="96651"/>
                  </a:cubicBezTo>
                  <a:lnTo>
                    <a:pt x="93627" y="96651"/>
                  </a:lnTo>
                  <a:cubicBezTo>
                    <a:pt x="93627" y="96446"/>
                    <a:pt x="93627" y="96215"/>
                    <a:pt x="93602" y="96010"/>
                  </a:cubicBezTo>
                  <a:cubicBezTo>
                    <a:pt x="93191" y="91269"/>
                    <a:pt x="92551" y="86527"/>
                    <a:pt x="91936" y="81811"/>
                  </a:cubicBezTo>
                  <a:cubicBezTo>
                    <a:pt x="91525" y="78659"/>
                    <a:pt x="91064" y="75532"/>
                    <a:pt x="90705" y="72379"/>
                  </a:cubicBezTo>
                  <a:cubicBezTo>
                    <a:pt x="90321" y="69124"/>
                    <a:pt x="90013" y="65895"/>
                    <a:pt x="89680" y="62640"/>
                  </a:cubicBezTo>
                  <a:cubicBezTo>
                    <a:pt x="89321" y="58924"/>
                    <a:pt x="89193" y="55207"/>
                    <a:pt x="89116" y="51465"/>
                  </a:cubicBezTo>
                  <a:cubicBezTo>
                    <a:pt x="89065" y="47749"/>
                    <a:pt x="89219" y="43956"/>
                    <a:pt x="89475" y="40214"/>
                  </a:cubicBezTo>
                  <a:cubicBezTo>
                    <a:pt x="89706" y="36805"/>
                    <a:pt x="90065" y="33396"/>
                    <a:pt x="90500" y="30013"/>
                  </a:cubicBezTo>
                  <a:cubicBezTo>
                    <a:pt x="90936" y="26399"/>
                    <a:pt x="91449" y="22785"/>
                    <a:pt x="91910" y="19171"/>
                  </a:cubicBezTo>
                  <a:cubicBezTo>
                    <a:pt x="92217" y="16890"/>
                    <a:pt x="92269" y="14558"/>
                    <a:pt x="92038" y="12226"/>
                  </a:cubicBezTo>
                  <a:cubicBezTo>
                    <a:pt x="91910" y="11047"/>
                    <a:pt x="91602" y="9868"/>
                    <a:pt x="91141" y="8766"/>
                  </a:cubicBezTo>
                  <a:cubicBezTo>
                    <a:pt x="90167" y="6613"/>
                    <a:pt x="88399" y="5101"/>
                    <a:pt x="85759" y="4357"/>
                  </a:cubicBezTo>
                  <a:cubicBezTo>
                    <a:pt x="84964" y="4101"/>
                    <a:pt x="84144" y="3922"/>
                    <a:pt x="83324" y="3768"/>
                  </a:cubicBezTo>
                  <a:cubicBezTo>
                    <a:pt x="80889" y="3435"/>
                    <a:pt x="78428" y="3230"/>
                    <a:pt x="75968" y="3204"/>
                  </a:cubicBezTo>
                  <a:cubicBezTo>
                    <a:pt x="71406" y="3101"/>
                    <a:pt x="66844" y="2999"/>
                    <a:pt x="62307" y="2871"/>
                  </a:cubicBezTo>
                  <a:cubicBezTo>
                    <a:pt x="57335" y="2717"/>
                    <a:pt x="52363" y="2538"/>
                    <a:pt x="47416" y="2358"/>
                  </a:cubicBezTo>
                  <a:cubicBezTo>
                    <a:pt x="42598" y="2204"/>
                    <a:pt x="37779" y="2153"/>
                    <a:pt x="32961" y="2486"/>
                  </a:cubicBezTo>
                  <a:cubicBezTo>
                    <a:pt x="29654" y="2666"/>
                    <a:pt x="26348" y="3153"/>
                    <a:pt x="23144" y="3973"/>
                  </a:cubicBezTo>
                  <a:cubicBezTo>
                    <a:pt x="18915" y="5049"/>
                    <a:pt x="15225" y="6843"/>
                    <a:pt x="12175" y="9483"/>
                  </a:cubicBezTo>
                  <a:cubicBezTo>
                    <a:pt x="10201" y="11226"/>
                    <a:pt x="8484" y="13225"/>
                    <a:pt x="7049" y="15455"/>
                  </a:cubicBezTo>
                  <a:cubicBezTo>
                    <a:pt x="5716" y="17531"/>
                    <a:pt x="4563" y="19761"/>
                    <a:pt x="3640" y="22093"/>
                  </a:cubicBezTo>
                  <a:cubicBezTo>
                    <a:pt x="2717" y="24451"/>
                    <a:pt x="1820" y="26809"/>
                    <a:pt x="897" y="29167"/>
                  </a:cubicBezTo>
                  <a:cubicBezTo>
                    <a:pt x="769" y="29526"/>
                    <a:pt x="615" y="29885"/>
                    <a:pt x="436" y="30218"/>
                  </a:cubicBezTo>
                  <a:cubicBezTo>
                    <a:pt x="359" y="30320"/>
                    <a:pt x="154" y="30397"/>
                    <a:pt x="0" y="30474"/>
                  </a:cubicBezTo>
                  <a:lnTo>
                    <a:pt x="0" y="22375"/>
                  </a:lnTo>
                  <a:cubicBezTo>
                    <a:pt x="180" y="22298"/>
                    <a:pt x="359" y="22221"/>
                    <a:pt x="436" y="22093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90" name="Google Shape;89;p4"/>
            <p:cNvSpPr/>
            <p:nvPr/>
          </p:nvSpPr>
          <p:spPr>
            <a:xfrm rot="10800000">
              <a:off x="6347520" y="720"/>
              <a:ext cx="2795400" cy="2610720"/>
            </a:xfrm>
            <a:custGeom>
              <a:avLst/>
              <a:gdLst>
                <a:gd name="textAreaLeft" fmla="*/ 0 w 2795400"/>
                <a:gd name="textAreaRight" fmla="*/ 2795760 w 2795400"/>
                <a:gd name="textAreaTop" fmla="*/ 0 h 2610720"/>
                <a:gd name="textAreaBottom" fmla="*/ 2611080 h 2610720"/>
              </a:gdLst>
              <a:ahLst/>
              <a:cxnLst/>
              <a:rect l="textAreaLeft" t="textAreaTop" r="textAreaRight" b="textAreaBottom"/>
              <a:pathLst>
                <a:path w="87040" h="89322">
                  <a:moveTo>
                    <a:pt x="948" y="33499"/>
                  </a:moveTo>
                  <a:cubicBezTo>
                    <a:pt x="3511" y="30244"/>
                    <a:pt x="5869" y="26784"/>
                    <a:pt x="7997" y="23196"/>
                  </a:cubicBezTo>
                  <a:cubicBezTo>
                    <a:pt x="9047" y="21351"/>
                    <a:pt x="10098" y="19531"/>
                    <a:pt x="11200" y="17711"/>
                  </a:cubicBezTo>
                  <a:cubicBezTo>
                    <a:pt x="12456" y="15558"/>
                    <a:pt x="13943" y="13533"/>
                    <a:pt x="15583" y="11662"/>
                  </a:cubicBezTo>
                  <a:cubicBezTo>
                    <a:pt x="19069" y="7818"/>
                    <a:pt x="23528" y="4999"/>
                    <a:pt x="28962" y="3204"/>
                  </a:cubicBezTo>
                  <a:cubicBezTo>
                    <a:pt x="31858" y="2282"/>
                    <a:pt x="34806" y="1615"/>
                    <a:pt x="37830" y="1180"/>
                  </a:cubicBezTo>
                  <a:cubicBezTo>
                    <a:pt x="42520" y="513"/>
                    <a:pt x="47236" y="154"/>
                    <a:pt x="51978" y="103"/>
                  </a:cubicBezTo>
                  <a:cubicBezTo>
                    <a:pt x="56335" y="1"/>
                    <a:pt x="60692" y="26"/>
                    <a:pt x="65075" y="52"/>
                  </a:cubicBezTo>
                  <a:cubicBezTo>
                    <a:pt x="68125" y="78"/>
                    <a:pt x="71200" y="257"/>
                    <a:pt x="74250" y="616"/>
                  </a:cubicBezTo>
                  <a:cubicBezTo>
                    <a:pt x="76173" y="795"/>
                    <a:pt x="78044" y="1180"/>
                    <a:pt x="79863" y="1769"/>
                  </a:cubicBezTo>
                  <a:cubicBezTo>
                    <a:pt x="82862" y="2769"/>
                    <a:pt x="84887" y="4537"/>
                    <a:pt x="85861" y="7075"/>
                  </a:cubicBezTo>
                  <a:cubicBezTo>
                    <a:pt x="86373" y="8407"/>
                    <a:pt x="86681" y="9817"/>
                    <a:pt x="86758" y="11252"/>
                  </a:cubicBezTo>
                  <a:cubicBezTo>
                    <a:pt x="87040" y="14943"/>
                    <a:pt x="86707" y="18634"/>
                    <a:pt x="86450" y="22324"/>
                  </a:cubicBezTo>
                  <a:cubicBezTo>
                    <a:pt x="86194" y="25656"/>
                    <a:pt x="85886" y="29014"/>
                    <a:pt x="85681" y="32346"/>
                  </a:cubicBezTo>
                  <a:cubicBezTo>
                    <a:pt x="85323" y="37882"/>
                    <a:pt x="85169" y="43444"/>
                    <a:pt x="85297" y="48980"/>
                  </a:cubicBezTo>
                  <a:cubicBezTo>
                    <a:pt x="85374" y="53875"/>
                    <a:pt x="85630" y="58745"/>
                    <a:pt x="85886" y="63640"/>
                  </a:cubicBezTo>
                  <a:cubicBezTo>
                    <a:pt x="86092" y="67484"/>
                    <a:pt x="86348" y="71329"/>
                    <a:pt x="86527" y="75173"/>
                  </a:cubicBezTo>
                  <a:cubicBezTo>
                    <a:pt x="86784" y="79710"/>
                    <a:pt x="86732" y="84246"/>
                    <a:pt x="86425" y="88783"/>
                  </a:cubicBezTo>
                  <a:cubicBezTo>
                    <a:pt x="86450" y="88962"/>
                    <a:pt x="86476" y="89142"/>
                    <a:pt x="86527" y="89321"/>
                  </a:cubicBezTo>
                  <a:lnTo>
                    <a:pt x="83580" y="89321"/>
                  </a:lnTo>
                  <a:cubicBezTo>
                    <a:pt x="83605" y="88886"/>
                    <a:pt x="83605" y="88450"/>
                    <a:pt x="83657" y="88014"/>
                  </a:cubicBezTo>
                  <a:cubicBezTo>
                    <a:pt x="83836" y="85810"/>
                    <a:pt x="84118" y="83580"/>
                    <a:pt x="84221" y="81376"/>
                  </a:cubicBezTo>
                  <a:cubicBezTo>
                    <a:pt x="84502" y="75814"/>
                    <a:pt x="84323" y="70278"/>
                    <a:pt x="84144" y="64742"/>
                  </a:cubicBezTo>
                  <a:cubicBezTo>
                    <a:pt x="84041" y="61385"/>
                    <a:pt x="83913" y="58053"/>
                    <a:pt x="83836" y="54695"/>
                  </a:cubicBezTo>
                  <a:cubicBezTo>
                    <a:pt x="83657" y="47083"/>
                    <a:pt x="83708" y="39471"/>
                    <a:pt x="84195" y="31859"/>
                  </a:cubicBezTo>
                  <a:cubicBezTo>
                    <a:pt x="84451" y="28296"/>
                    <a:pt x="84605" y="24734"/>
                    <a:pt x="84810" y="21171"/>
                  </a:cubicBezTo>
                  <a:cubicBezTo>
                    <a:pt x="84989" y="18557"/>
                    <a:pt x="84938" y="15968"/>
                    <a:pt x="84707" y="13380"/>
                  </a:cubicBezTo>
                  <a:cubicBezTo>
                    <a:pt x="84554" y="11842"/>
                    <a:pt x="84195" y="10355"/>
                    <a:pt x="83631" y="8946"/>
                  </a:cubicBezTo>
                  <a:cubicBezTo>
                    <a:pt x="82580" y="6562"/>
                    <a:pt x="80658" y="4845"/>
                    <a:pt x="77839" y="3820"/>
                  </a:cubicBezTo>
                  <a:cubicBezTo>
                    <a:pt x="76660" y="3410"/>
                    <a:pt x="75481" y="3076"/>
                    <a:pt x="74276" y="2846"/>
                  </a:cubicBezTo>
                  <a:cubicBezTo>
                    <a:pt x="71124" y="2282"/>
                    <a:pt x="67971" y="2000"/>
                    <a:pt x="64793" y="1974"/>
                  </a:cubicBezTo>
                  <a:cubicBezTo>
                    <a:pt x="57770" y="1769"/>
                    <a:pt x="50748" y="2051"/>
                    <a:pt x="43776" y="2871"/>
                  </a:cubicBezTo>
                  <a:cubicBezTo>
                    <a:pt x="40444" y="3230"/>
                    <a:pt x="37164" y="3871"/>
                    <a:pt x="33934" y="4768"/>
                  </a:cubicBezTo>
                  <a:cubicBezTo>
                    <a:pt x="28731" y="6229"/>
                    <a:pt x="24144" y="8484"/>
                    <a:pt x="20350" y="11765"/>
                  </a:cubicBezTo>
                  <a:cubicBezTo>
                    <a:pt x="18223" y="13636"/>
                    <a:pt x="16301" y="15763"/>
                    <a:pt x="14660" y="18095"/>
                  </a:cubicBezTo>
                  <a:cubicBezTo>
                    <a:pt x="13379" y="19864"/>
                    <a:pt x="12174" y="21684"/>
                    <a:pt x="10944" y="23478"/>
                  </a:cubicBezTo>
                  <a:cubicBezTo>
                    <a:pt x="7971" y="27912"/>
                    <a:pt x="4716" y="32141"/>
                    <a:pt x="1205" y="36165"/>
                  </a:cubicBezTo>
                  <a:cubicBezTo>
                    <a:pt x="974" y="36421"/>
                    <a:pt x="743" y="36677"/>
                    <a:pt x="513" y="36908"/>
                  </a:cubicBezTo>
                  <a:cubicBezTo>
                    <a:pt x="333" y="36985"/>
                    <a:pt x="179" y="37036"/>
                    <a:pt x="0" y="37062"/>
                  </a:cubicBezTo>
                  <a:lnTo>
                    <a:pt x="0" y="34242"/>
                  </a:lnTo>
                  <a:cubicBezTo>
                    <a:pt x="564" y="34217"/>
                    <a:pt x="692" y="33807"/>
                    <a:pt x="948" y="3349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91" name="Google Shape;90;p4"/>
            <p:cNvSpPr/>
            <p:nvPr/>
          </p:nvSpPr>
          <p:spPr>
            <a:xfrm rot="10800000">
              <a:off x="7662960" y="720"/>
              <a:ext cx="1479960" cy="1058400"/>
            </a:xfrm>
            <a:custGeom>
              <a:avLst/>
              <a:gdLst>
                <a:gd name="textAreaLeft" fmla="*/ 0 w 1479960"/>
                <a:gd name="textAreaRight" fmla="*/ 1480320 w 1479960"/>
                <a:gd name="textAreaTop" fmla="*/ 0 h 1058400"/>
                <a:gd name="textAreaBottom" fmla="*/ 1058760 h 1058400"/>
              </a:gdLst>
              <a:ahLst/>
              <a:cxnLst/>
              <a:rect l="textAreaLeft" t="textAreaTop" r="textAreaRight" b="textAreaBottom"/>
              <a:pathLst>
                <a:path w="46083" h="36216">
                  <a:moveTo>
                    <a:pt x="11149" y="6818"/>
                  </a:moveTo>
                  <a:cubicBezTo>
                    <a:pt x="13994" y="5357"/>
                    <a:pt x="16916" y="4101"/>
                    <a:pt x="19940" y="3050"/>
                  </a:cubicBezTo>
                  <a:cubicBezTo>
                    <a:pt x="23785" y="1717"/>
                    <a:pt x="27757" y="641"/>
                    <a:pt x="31935" y="231"/>
                  </a:cubicBezTo>
                  <a:cubicBezTo>
                    <a:pt x="33806" y="0"/>
                    <a:pt x="35703" y="26"/>
                    <a:pt x="37599" y="308"/>
                  </a:cubicBezTo>
                  <a:cubicBezTo>
                    <a:pt x="40265" y="769"/>
                    <a:pt x="42315" y="1948"/>
                    <a:pt x="43725" y="3896"/>
                  </a:cubicBezTo>
                  <a:cubicBezTo>
                    <a:pt x="44314" y="4742"/>
                    <a:pt x="44776" y="5664"/>
                    <a:pt x="45109" y="6664"/>
                  </a:cubicBezTo>
                  <a:cubicBezTo>
                    <a:pt x="45622" y="8330"/>
                    <a:pt x="45929" y="10098"/>
                    <a:pt x="45980" y="11867"/>
                  </a:cubicBezTo>
                  <a:cubicBezTo>
                    <a:pt x="46083" y="14635"/>
                    <a:pt x="45929" y="17454"/>
                    <a:pt x="45468" y="20196"/>
                  </a:cubicBezTo>
                  <a:cubicBezTo>
                    <a:pt x="44904" y="23887"/>
                    <a:pt x="44109" y="27501"/>
                    <a:pt x="43110" y="31089"/>
                  </a:cubicBezTo>
                  <a:cubicBezTo>
                    <a:pt x="42725" y="32473"/>
                    <a:pt x="42341" y="33832"/>
                    <a:pt x="41982" y="35216"/>
                  </a:cubicBezTo>
                  <a:cubicBezTo>
                    <a:pt x="41905" y="35523"/>
                    <a:pt x="41649" y="35856"/>
                    <a:pt x="41905" y="36215"/>
                  </a:cubicBezTo>
                  <a:lnTo>
                    <a:pt x="38701" y="36215"/>
                  </a:lnTo>
                  <a:cubicBezTo>
                    <a:pt x="38804" y="35600"/>
                    <a:pt x="38881" y="34959"/>
                    <a:pt x="39009" y="34370"/>
                  </a:cubicBezTo>
                  <a:cubicBezTo>
                    <a:pt x="39752" y="31140"/>
                    <a:pt x="40444" y="27885"/>
                    <a:pt x="40880" y="24630"/>
                  </a:cubicBezTo>
                  <a:cubicBezTo>
                    <a:pt x="41264" y="21683"/>
                    <a:pt x="41495" y="18710"/>
                    <a:pt x="41188" y="15737"/>
                  </a:cubicBezTo>
                  <a:cubicBezTo>
                    <a:pt x="41085" y="14276"/>
                    <a:pt x="40777" y="12866"/>
                    <a:pt x="40291" y="11508"/>
                  </a:cubicBezTo>
                  <a:cubicBezTo>
                    <a:pt x="40009" y="10790"/>
                    <a:pt x="39650" y="10098"/>
                    <a:pt x="39240" y="9432"/>
                  </a:cubicBezTo>
                  <a:cubicBezTo>
                    <a:pt x="37779" y="7074"/>
                    <a:pt x="35395" y="5690"/>
                    <a:pt x="32268" y="5203"/>
                  </a:cubicBezTo>
                  <a:cubicBezTo>
                    <a:pt x="30423" y="4947"/>
                    <a:pt x="28552" y="4921"/>
                    <a:pt x="26707" y="5126"/>
                  </a:cubicBezTo>
                  <a:cubicBezTo>
                    <a:pt x="22554" y="5562"/>
                    <a:pt x="18505" y="6664"/>
                    <a:pt x="14660" y="8330"/>
                  </a:cubicBezTo>
                  <a:cubicBezTo>
                    <a:pt x="10944" y="9919"/>
                    <a:pt x="7356" y="11790"/>
                    <a:pt x="3896" y="13917"/>
                  </a:cubicBezTo>
                  <a:cubicBezTo>
                    <a:pt x="2896" y="14532"/>
                    <a:pt x="1922" y="15173"/>
                    <a:pt x="923" y="15788"/>
                  </a:cubicBezTo>
                  <a:cubicBezTo>
                    <a:pt x="666" y="16019"/>
                    <a:pt x="333" y="16121"/>
                    <a:pt x="0" y="16121"/>
                  </a:cubicBezTo>
                  <a:lnTo>
                    <a:pt x="0" y="13123"/>
                  </a:lnTo>
                  <a:cubicBezTo>
                    <a:pt x="513" y="13123"/>
                    <a:pt x="820" y="12815"/>
                    <a:pt x="1179" y="12584"/>
                  </a:cubicBezTo>
                  <a:cubicBezTo>
                    <a:pt x="4383" y="10508"/>
                    <a:pt x="7689" y="8586"/>
                    <a:pt x="11149" y="681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92" name="Google Shape;91;p4"/>
            <p:cNvSpPr/>
            <p:nvPr/>
          </p:nvSpPr>
          <p:spPr>
            <a:xfrm rot="10800000">
              <a:off x="6503040" y="4092480"/>
              <a:ext cx="2639880" cy="1050840"/>
            </a:xfrm>
            <a:custGeom>
              <a:avLst/>
              <a:gdLst>
                <a:gd name="textAreaLeft" fmla="*/ 0 w 2639880"/>
                <a:gd name="textAreaRight" fmla="*/ 2640240 w 2639880"/>
                <a:gd name="textAreaTop" fmla="*/ 0 h 1050840"/>
                <a:gd name="textAreaBottom" fmla="*/ 1051200 h 1050840"/>
              </a:gdLst>
              <a:ahLst/>
              <a:cxnLst/>
              <a:rect l="textAreaLeft" t="textAreaTop" r="textAreaRight" b="textAreaBottom"/>
              <a:pathLst>
                <a:path w="82196" h="35959">
                  <a:moveTo>
                    <a:pt x="74737" y="6049"/>
                  </a:moveTo>
                  <a:cubicBezTo>
                    <a:pt x="72918" y="7766"/>
                    <a:pt x="71431" y="9791"/>
                    <a:pt x="70355" y="12046"/>
                  </a:cubicBezTo>
                  <a:cubicBezTo>
                    <a:pt x="69663" y="13558"/>
                    <a:pt x="69047" y="15096"/>
                    <a:pt x="68535" y="16685"/>
                  </a:cubicBezTo>
                  <a:cubicBezTo>
                    <a:pt x="67612" y="19402"/>
                    <a:pt x="66715" y="22144"/>
                    <a:pt x="65587" y="24784"/>
                  </a:cubicBezTo>
                  <a:cubicBezTo>
                    <a:pt x="64742" y="26809"/>
                    <a:pt x="63716" y="28782"/>
                    <a:pt x="62486" y="30628"/>
                  </a:cubicBezTo>
                  <a:cubicBezTo>
                    <a:pt x="61692" y="31832"/>
                    <a:pt x="60718" y="32935"/>
                    <a:pt x="59616" y="33857"/>
                  </a:cubicBezTo>
                  <a:cubicBezTo>
                    <a:pt x="57924" y="35216"/>
                    <a:pt x="55848" y="35959"/>
                    <a:pt x="53695" y="35933"/>
                  </a:cubicBezTo>
                  <a:cubicBezTo>
                    <a:pt x="51773" y="35933"/>
                    <a:pt x="49851" y="35626"/>
                    <a:pt x="48005" y="35087"/>
                  </a:cubicBezTo>
                  <a:cubicBezTo>
                    <a:pt x="45750" y="34395"/>
                    <a:pt x="43546" y="33575"/>
                    <a:pt x="41393" y="32576"/>
                  </a:cubicBezTo>
                  <a:cubicBezTo>
                    <a:pt x="37933" y="31012"/>
                    <a:pt x="34575" y="29295"/>
                    <a:pt x="31243" y="27552"/>
                  </a:cubicBezTo>
                  <a:cubicBezTo>
                    <a:pt x="24682" y="24169"/>
                    <a:pt x="18095" y="20786"/>
                    <a:pt x="11405" y="17582"/>
                  </a:cubicBezTo>
                  <a:cubicBezTo>
                    <a:pt x="8022" y="15993"/>
                    <a:pt x="4639" y="14378"/>
                    <a:pt x="1256" y="12789"/>
                  </a:cubicBezTo>
                  <a:cubicBezTo>
                    <a:pt x="871" y="12610"/>
                    <a:pt x="513" y="12354"/>
                    <a:pt x="0" y="12405"/>
                  </a:cubicBezTo>
                  <a:lnTo>
                    <a:pt x="0" y="11277"/>
                  </a:lnTo>
                  <a:cubicBezTo>
                    <a:pt x="179" y="11252"/>
                    <a:pt x="359" y="11252"/>
                    <a:pt x="538" y="11277"/>
                  </a:cubicBezTo>
                  <a:cubicBezTo>
                    <a:pt x="897" y="11405"/>
                    <a:pt x="1205" y="11559"/>
                    <a:pt x="1538" y="11713"/>
                  </a:cubicBezTo>
                  <a:cubicBezTo>
                    <a:pt x="11072" y="16044"/>
                    <a:pt x="20504" y="20504"/>
                    <a:pt x="29885" y="25092"/>
                  </a:cubicBezTo>
                  <a:cubicBezTo>
                    <a:pt x="33370" y="26809"/>
                    <a:pt x="36882" y="28475"/>
                    <a:pt x="40521" y="29961"/>
                  </a:cubicBezTo>
                  <a:cubicBezTo>
                    <a:pt x="42315" y="30705"/>
                    <a:pt x="44186" y="31345"/>
                    <a:pt x="46083" y="31884"/>
                  </a:cubicBezTo>
                  <a:cubicBezTo>
                    <a:pt x="47749" y="32345"/>
                    <a:pt x="49466" y="32576"/>
                    <a:pt x="51209" y="32550"/>
                  </a:cubicBezTo>
                  <a:cubicBezTo>
                    <a:pt x="53131" y="32550"/>
                    <a:pt x="55002" y="31909"/>
                    <a:pt x="56514" y="30730"/>
                  </a:cubicBezTo>
                  <a:cubicBezTo>
                    <a:pt x="57437" y="29987"/>
                    <a:pt x="58232" y="29167"/>
                    <a:pt x="58949" y="28244"/>
                  </a:cubicBezTo>
                  <a:cubicBezTo>
                    <a:pt x="59821" y="27117"/>
                    <a:pt x="60590" y="25938"/>
                    <a:pt x="61256" y="24682"/>
                  </a:cubicBezTo>
                  <a:cubicBezTo>
                    <a:pt x="62384" y="22580"/>
                    <a:pt x="63358" y="20401"/>
                    <a:pt x="64229" y="18197"/>
                  </a:cubicBezTo>
                  <a:cubicBezTo>
                    <a:pt x="65049" y="16147"/>
                    <a:pt x="65844" y="14096"/>
                    <a:pt x="66715" y="12046"/>
                  </a:cubicBezTo>
                  <a:cubicBezTo>
                    <a:pt x="67792" y="9560"/>
                    <a:pt x="69355" y="7279"/>
                    <a:pt x="71329" y="5408"/>
                  </a:cubicBezTo>
                  <a:cubicBezTo>
                    <a:pt x="72764" y="4075"/>
                    <a:pt x="74302" y="2871"/>
                    <a:pt x="75942" y="1794"/>
                  </a:cubicBezTo>
                  <a:cubicBezTo>
                    <a:pt x="76813" y="1205"/>
                    <a:pt x="77685" y="589"/>
                    <a:pt x="78556" y="0"/>
                  </a:cubicBezTo>
                  <a:lnTo>
                    <a:pt x="82196" y="0"/>
                  </a:lnTo>
                  <a:cubicBezTo>
                    <a:pt x="81273" y="692"/>
                    <a:pt x="80376" y="1410"/>
                    <a:pt x="79453" y="2102"/>
                  </a:cubicBezTo>
                  <a:cubicBezTo>
                    <a:pt x="77813" y="3332"/>
                    <a:pt x="76224" y="4639"/>
                    <a:pt x="74737" y="604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93" name="Google Shape;92;p4"/>
            <p:cNvSpPr/>
            <p:nvPr/>
          </p:nvSpPr>
          <p:spPr>
            <a:xfrm rot="10800000">
              <a:off x="2026440" y="4494240"/>
              <a:ext cx="1460880" cy="649080"/>
            </a:xfrm>
            <a:custGeom>
              <a:avLst/>
              <a:gdLst>
                <a:gd name="textAreaLeft" fmla="*/ 0 w 1460880"/>
                <a:gd name="textAreaRight" fmla="*/ 1461240 w 1460880"/>
                <a:gd name="textAreaTop" fmla="*/ 0 h 649080"/>
                <a:gd name="textAreaBottom" fmla="*/ 649440 h 649080"/>
              </a:gdLst>
              <a:ahLst/>
              <a:cxnLst/>
              <a:rect l="textAreaLeft" t="textAreaTop" r="textAreaRight" b="textAreaBottom"/>
              <a:pathLst>
                <a:path w="45495" h="22222">
                  <a:moveTo>
                    <a:pt x="39240" y="3024"/>
                  </a:moveTo>
                  <a:cubicBezTo>
                    <a:pt x="32192" y="6356"/>
                    <a:pt x="25528" y="10406"/>
                    <a:pt x="19377" y="15173"/>
                  </a:cubicBezTo>
                  <a:cubicBezTo>
                    <a:pt x="18173" y="16096"/>
                    <a:pt x="16968" y="17018"/>
                    <a:pt x="15738" y="17890"/>
                  </a:cubicBezTo>
                  <a:cubicBezTo>
                    <a:pt x="14482" y="18761"/>
                    <a:pt x="13277" y="19556"/>
                    <a:pt x="11996" y="20325"/>
                  </a:cubicBezTo>
                  <a:cubicBezTo>
                    <a:pt x="11150" y="20837"/>
                    <a:pt x="10253" y="21247"/>
                    <a:pt x="9305" y="21555"/>
                  </a:cubicBezTo>
                  <a:cubicBezTo>
                    <a:pt x="7228" y="22221"/>
                    <a:pt x="5357" y="21914"/>
                    <a:pt x="3743" y="20658"/>
                  </a:cubicBezTo>
                  <a:cubicBezTo>
                    <a:pt x="2923" y="19991"/>
                    <a:pt x="2231" y="19197"/>
                    <a:pt x="1744" y="18274"/>
                  </a:cubicBezTo>
                  <a:cubicBezTo>
                    <a:pt x="1077" y="16993"/>
                    <a:pt x="616" y="15634"/>
                    <a:pt x="411" y="14199"/>
                  </a:cubicBezTo>
                  <a:cubicBezTo>
                    <a:pt x="26" y="11508"/>
                    <a:pt x="1" y="8765"/>
                    <a:pt x="334" y="6049"/>
                  </a:cubicBezTo>
                  <a:cubicBezTo>
                    <a:pt x="539" y="4050"/>
                    <a:pt x="821" y="2025"/>
                    <a:pt x="1103" y="0"/>
                  </a:cubicBezTo>
                  <a:lnTo>
                    <a:pt x="3589" y="0"/>
                  </a:lnTo>
                  <a:cubicBezTo>
                    <a:pt x="3486" y="897"/>
                    <a:pt x="3384" y="1820"/>
                    <a:pt x="3307" y="2717"/>
                  </a:cubicBezTo>
                  <a:cubicBezTo>
                    <a:pt x="3025" y="5075"/>
                    <a:pt x="2846" y="7458"/>
                    <a:pt x="3128" y="9842"/>
                  </a:cubicBezTo>
                  <a:cubicBezTo>
                    <a:pt x="3256" y="11021"/>
                    <a:pt x="3563" y="12200"/>
                    <a:pt x="4025" y="13302"/>
                  </a:cubicBezTo>
                  <a:cubicBezTo>
                    <a:pt x="4332" y="14045"/>
                    <a:pt x="4742" y="14712"/>
                    <a:pt x="5281" y="15301"/>
                  </a:cubicBezTo>
                  <a:cubicBezTo>
                    <a:pt x="5768" y="15839"/>
                    <a:pt x="6383" y="16275"/>
                    <a:pt x="7075" y="16557"/>
                  </a:cubicBezTo>
                  <a:cubicBezTo>
                    <a:pt x="8074" y="16941"/>
                    <a:pt x="9176" y="16967"/>
                    <a:pt x="10176" y="16634"/>
                  </a:cubicBezTo>
                  <a:cubicBezTo>
                    <a:pt x="10996" y="16378"/>
                    <a:pt x="11765" y="16070"/>
                    <a:pt x="12508" y="15686"/>
                  </a:cubicBezTo>
                  <a:cubicBezTo>
                    <a:pt x="13636" y="15070"/>
                    <a:pt x="14764" y="14404"/>
                    <a:pt x="15815" y="13686"/>
                  </a:cubicBezTo>
                  <a:cubicBezTo>
                    <a:pt x="17737" y="12405"/>
                    <a:pt x="19582" y="11072"/>
                    <a:pt x="21453" y="9739"/>
                  </a:cubicBezTo>
                  <a:cubicBezTo>
                    <a:pt x="26630" y="6049"/>
                    <a:pt x="32167" y="2896"/>
                    <a:pt x="37985" y="359"/>
                  </a:cubicBezTo>
                  <a:cubicBezTo>
                    <a:pt x="38241" y="256"/>
                    <a:pt x="38446" y="128"/>
                    <a:pt x="38651" y="0"/>
                  </a:cubicBezTo>
                  <a:lnTo>
                    <a:pt x="45494" y="0"/>
                  </a:lnTo>
                  <a:cubicBezTo>
                    <a:pt x="45264" y="154"/>
                    <a:pt x="45007" y="308"/>
                    <a:pt x="44777" y="436"/>
                  </a:cubicBezTo>
                  <a:cubicBezTo>
                    <a:pt x="42931" y="1307"/>
                    <a:pt x="41060" y="2153"/>
                    <a:pt x="39240" y="3024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94" name="Google Shape;93;p4"/>
            <p:cNvSpPr/>
            <p:nvPr/>
          </p:nvSpPr>
          <p:spPr>
            <a:xfrm rot="10800000">
              <a:off x="7418520" y="720"/>
              <a:ext cx="1724400" cy="1312200"/>
            </a:xfrm>
            <a:custGeom>
              <a:avLst/>
              <a:gdLst>
                <a:gd name="textAreaLeft" fmla="*/ 0 w 1724400"/>
                <a:gd name="textAreaRight" fmla="*/ 1724760 w 1724400"/>
                <a:gd name="textAreaTop" fmla="*/ 0 h 1312200"/>
                <a:gd name="textAreaBottom" fmla="*/ 1312560 h 1312200"/>
              </a:gdLst>
              <a:ahLst/>
              <a:cxnLst/>
              <a:rect l="textAreaLeft" t="textAreaTop" r="textAreaRight" b="textAreaBottom"/>
              <a:pathLst>
                <a:path w="53696" h="44905">
                  <a:moveTo>
                    <a:pt x="5024" y="14199"/>
                  </a:moveTo>
                  <a:cubicBezTo>
                    <a:pt x="12456" y="9766"/>
                    <a:pt x="20350" y="6100"/>
                    <a:pt x="28552" y="3281"/>
                  </a:cubicBezTo>
                  <a:cubicBezTo>
                    <a:pt x="31602" y="2179"/>
                    <a:pt x="34729" y="1308"/>
                    <a:pt x="37907" y="667"/>
                  </a:cubicBezTo>
                  <a:cubicBezTo>
                    <a:pt x="40085" y="180"/>
                    <a:pt x="42315" y="0"/>
                    <a:pt x="44545" y="129"/>
                  </a:cubicBezTo>
                  <a:cubicBezTo>
                    <a:pt x="47621" y="359"/>
                    <a:pt x="49902" y="1590"/>
                    <a:pt x="51363" y="3845"/>
                  </a:cubicBezTo>
                  <a:cubicBezTo>
                    <a:pt x="52003" y="4819"/>
                    <a:pt x="52516" y="5921"/>
                    <a:pt x="52824" y="7074"/>
                  </a:cubicBezTo>
                  <a:cubicBezTo>
                    <a:pt x="53413" y="9150"/>
                    <a:pt x="53695" y="11329"/>
                    <a:pt x="53669" y="13482"/>
                  </a:cubicBezTo>
                  <a:cubicBezTo>
                    <a:pt x="53695" y="16250"/>
                    <a:pt x="53464" y="18992"/>
                    <a:pt x="53003" y="21735"/>
                  </a:cubicBezTo>
                  <a:cubicBezTo>
                    <a:pt x="52414" y="25297"/>
                    <a:pt x="51619" y="28834"/>
                    <a:pt x="50645" y="32346"/>
                  </a:cubicBezTo>
                  <a:cubicBezTo>
                    <a:pt x="49620" y="36216"/>
                    <a:pt x="48390" y="40060"/>
                    <a:pt x="47134" y="43879"/>
                  </a:cubicBezTo>
                  <a:cubicBezTo>
                    <a:pt x="47031" y="44212"/>
                    <a:pt x="46980" y="44545"/>
                    <a:pt x="46929" y="44904"/>
                  </a:cubicBezTo>
                  <a:lnTo>
                    <a:pt x="45314" y="44904"/>
                  </a:lnTo>
                  <a:cubicBezTo>
                    <a:pt x="45314" y="44648"/>
                    <a:pt x="45340" y="44392"/>
                    <a:pt x="45391" y="44161"/>
                  </a:cubicBezTo>
                  <a:cubicBezTo>
                    <a:pt x="45545" y="43648"/>
                    <a:pt x="45724" y="43136"/>
                    <a:pt x="45904" y="42623"/>
                  </a:cubicBezTo>
                  <a:cubicBezTo>
                    <a:pt x="48082" y="35780"/>
                    <a:pt x="50004" y="28885"/>
                    <a:pt x="50901" y="21837"/>
                  </a:cubicBezTo>
                  <a:cubicBezTo>
                    <a:pt x="51260" y="19223"/>
                    <a:pt x="51337" y="16583"/>
                    <a:pt x="51183" y="13969"/>
                  </a:cubicBezTo>
                  <a:cubicBezTo>
                    <a:pt x="51106" y="12636"/>
                    <a:pt x="50876" y="11329"/>
                    <a:pt x="50543" y="10047"/>
                  </a:cubicBezTo>
                  <a:cubicBezTo>
                    <a:pt x="50184" y="8715"/>
                    <a:pt x="49594" y="7433"/>
                    <a:pt x="48774" y="6305"/>
                  </a:cubicBezTo>
                  <a:cubicBezTo>
                    <a:pt x="47493" y="4588"/>
                    <a:pt x="45673" y="3512"/>
                    <a:pt x="43264" y="3102"/>
                  </a:cubicBezTo>
                  <a:cubicBezTo>
                    <a:pt x="41470" y="2845"/>
                    <a:pt x="39624" y="2820"/>
                    <a:pt x="37830" y="3076"/>
                  </a:cubicBezTo>
                  <a:cubicBezTo>
                    <a:pt x="35805" y="3307"/>
                    <a:pt x="33806" y="3691"/>
                    <a:pt x="31858" y="4204"/>
                  </a:cubicBezTo>
                  <a:cubicBezTo>
                    <a:pt x="25989" y="5742"/>
                    <a:pt x="20299" y="7818"/>
                    <a:pt x="14814" y="10406"/>
                  </a:cubicBezTo>
                  <a:cubicBezTo>
                    <a:pt x="10175" y="12636"/>
                    <a:pt x="5664" y="15122"/>
                    <a:pt x="1333" y="17890"/>
                  </a:cubicBezTo>
                  <a:cubicBezTo>
                    <a:pt x="923" y="18147"/>
                    <a:pt x="436" y="18352"/>
                    <a:pt x="0" y="18608"/>
                  </a:cubicBezTo>
                  <a:lnTo>
                    <a:pt x="0" y="17096"/>
                  </a:lnTo>
                  <a:cubicBezTo>
                    <a:pt x="384" y="17019"/>
                    <a:pt x="769" y="16839"/>
                    <a:pt x="1076" y="16609"/>
                  </a:cubicBezTo>
                  <a:cubicBezTo>
                    <a:pt x="2384" y="15814"/>
                    <a:pt x="3691" y="14994"/>
                    <a:pt x="5024" y="1419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95" name="Google Shape;94;p4"/>
            <p:cNvSpPr/>
            <p:nvPr/>
          </p:nvSpPr>
          <p:spPr>
            <a:xfrm rot="10800000">
              <a:off x="720" y="3336120"/>
              <a:ext cx="301680" cy="823680"/>
            </a:xfrm>
            <a:custGeom>
              <a:avLst/>
              <a:gdLst>
                <a:gd name="textAreaLeft" fmla="*/ 0 w 301680"/>
                <a:gd name="textAreaRight" fmla="*/ 302040 w 301680"/>
                <a:gd name="textAreaTop" fmla="*/ 0 h 823680"/>
                <a:gd name="textAreaBottom" fmla="*/ 824040 h 823680"/>
              </a:gdLst>
              <a:ahLst/>
              <a:cxnLst/>
              <a:rect l="textAreaLeft" t="textAreaTop" r="textAreaRight" b="textAreaBottom"/>
              <a:pathLst>
                <a:path w="9407" h="28194">
                  <a:moveTo>
                    <a:pt x="4050" y="24579"/>
                  </a:moveTo>
                  <a:cubicBezTo>
                    <a:pt x="1462" y="22273"/>
                    <a:pt x="129" y="19556"/>
                    <a:pt x="26" y="16429"/>
                  </a:cubicBezTo>
                  <a:cubicBezTo>
                    <a:pt x="1" y="14481"/>
                    <a:pt x="359" y="12533"/>
                    <a:pt x="1103" y="10714"/>
                  </a:cubicBezTo>
                  <a:cubicBezTo>
                    <a:pt x="2743" y="6536"/>
                    <a:pt x="5639" y="3025"/>
                    <a:pt x="9407" y="0"/>
                  </a:cubicBezTo>
                  <a:lnTo>
                    <a:pt x="9407" y="7125"/>
                  </a:lnTo>
                  <a:cubicBezTo>
                    <a:pt x="9356" y="7177"/>
                    <a:pt x="9279" y="7202"/>
                    <a:pt x="9228" y="7253"/>
                  </a:cubicBezTo>
                  <a:cubicBezTo>
                    <a:pt x="7741" y="9842"/>
                    <a:pt x="7126" y="12559"/>
                    <a:pt x="7792" y="15429"/>
                  </a:cubicBezTo>
                  <a:cubicBezTo>
                    <a:pt x="8074" y="16660"/>
                    <a:pt x="8612" y="17813"/>
                    <a:pt x="9407" y="18787"/>
                  </a:cubicBezTo>
                  <a:lnTo>
                    <a:pt x="9407" y="28193"/>
                  </a:lnTo>
                  <a:lnTo>
                    <a:pt x="8100" y="27424"/>
                  </a:lnTo>
                  <a:cubicBezTo>
                    <a:pt x="6639" y="26630"/>
                    <a:pt x="5280" y="25681"/>
                    <a:pt x="4050" y="2457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96" name="Google Shape;95;p4"/>
            <p:cNvSpPr/>
            <p:nvPr/>
          </p:nvSpPr>
          <p:spPr>
            <a:xfrm rot="10800000">
              <a:off x="6773040" y="4313520"/>
              <a:ext cx="2369880" cy="829800"/>
            </a:xfrm>
            <a:custGeom>
              <a:avLst/>
              <a:gdLst>
                <a:gd name="textAreaLeft" fmla="*/ 0 w 2369880"/>
                <a:gd name="textAreaRight" fmla="*/ 2370240 w 2369880"/>
                <a:gd name="textAreaTop" fmla="*/ 0 h 829800"/>
                <a:gd name="textAreaBottom" fmla="*/ 830160 h 829800"/>
              </a:gdLst>
              <a:ahLst/>
              <a:cxnLst/>
              <a:rect l="textAreaLeft" t="textAreaTop" r="textAreaRight" b="textAreaBottom"/>
              <a:pathLst>
                <a:path w="73790" h="28399">
                  <a:moveTo>
                    <a:pt x="63076" y="10355"/>
                  </a:moveTo>
                  <a:cubicBezTo>
                    <a:pt x="62537" y="11405"/>
                    <a:pt x="61999" y="12482"/>
                    <a:pt x="61461" y="13558"/>
                  </a:cubicBezTo>
                  <a:cubicBezTo>
                    <a:pt x="60308" y="16044"/>
                    <a:pt x="59000" y="18479"/>
                    <a:pt x="57591" y="20863"/>
                  </a:cubicBezTo>
                  <a:cubicBezTo>
                    <a:pt x="56745" y="22247"/>
                    <a:pt x="55771" y="23554"/>
                    <a:pt x="54669" y="24784"/>
                  </a:cubicBezTo>
                  <a:cubicBezTo>
                    <a:pt x="53900" y="25630"/>
                    <a:pt x="53029" y="26373"/>
                    <a:pt x="52080" y="26988"/>
                  </a:cubicBezTo>
                  <a:cubicBezTo>
                    <a:pt x="51004" y="27680"/>
                    <a:pt x="49799" y="28090"/>
                    <a:pt x="48543" y="28244"/>
                  </a:cubicBezTo>
                  <a:cubicBezTo>
                    <a:pt x="47211" y="28398"/>
                    <a:pt x="45878" y="28347"/>
                    <a:pt x="44596" y="28090"/>
                  </a:cubicBezTo>
                  <a:cubicBezTo>
                    <a:pt x="42674" y="27757"/>
                    <a:pt x="40803" y="27245"/>
                    <a:pt x="38983" y="26604"/>
                  </a:cubicBezTo>
                  <a:cubicBezTo>
                    <a:pt x="35780" y="25502"/>
                    <a:pt x="32730" y="24195"/>
                    <a:pt x="29705" y="22836"/>
                  </a:cubicBezTo>
                  <a:cubicBezTo>
                    <a:pt x="24169" y="20401"/>
                    <a:pt x="18684" y="17941"/>
                    <a:pt x="13174" y="15481"/>
                  </a:cubicBezTo>
                  <a:cubicBezTo>
                    <a:pt x="9201" y="13686"/>
                    <a:pt x="5229" y="11944"/>
                    <a:pt x="1256" y="10175"/>
                  </a:cubicBezTo>
                  <a:cubicBezTo>
                    <a:pt x="871" y="9996"/>
                    <a:pt x="487" y="9739"/>
                    <a:pt x="0" y="9765"/>
                  </a:cubicBezTo>
                  <a:lnTo>
                    <a:pt x="0" y="9022"/>
                  </a:lnTo>
                  <a:cubicBezTo>
                    <a:pt x="461" y="9176"/>
                    <a:pt x="923" y="9329"/>
                    <a:pt x="1358" y="9509"/>
                  </a:cubicBezTo>
                  <a:cubicBezTo>
                    <a:pt x="9252" y="12943"/>
                    <a:pt x="17172" y="16378"/>
                    <a:pt x="25066" y="19838"/>
                  </a:cubicBezTo>
                  <a:cubicBezTo>
                    <a:pt x="28475" y="21299"/>
                    <a:pt x="31884" y="22708"/>
                    <a:pt x="35395" y="23990"/>
                  </a:cubicBezTo>
                  <a:cubicBezTo>
                    <a:pt x="37215" y="24656"/>
                    <a:pt x="39060" y="25194"/>
                    <a:pt x="40931" y="25656"/>
                  </a:cubicBezTo>
                  <a:cubicBezTo>
                    <a:pt x="42443" y="26014"/>
                    <a:pt x="43981" y="26194"/>
                    <a:pt x="45545" y="26168"/>
                  </a:cubicBezTo>
                  <a:cubicBezTo>
                    <a:pt x="47082" y="26168"/>
                    <a:pt x="48569" y="25758"/>
                    <a:pt x="49902" y="24989"/>
                  </a:cubicBezTo>
                  <a:cubicBezTo>
                    <a:pt x="50927" y="24374"/>
                    <a:pt x="51850" y="23656"/>
                    <a:pt x="52695" y="22811"/>
                  </a:cubicBezTo>
                  <a:cubicBezTo>
                    <a:pt x="53746" y="21734"/>
                    <a:pt x="54695" y="20555"/>
                    <a:pt x="55540" y="19299"/>
                  </a:cubicBezTo>
                  <a:cubicBezTo>
                    <a:pt x="56950" y="17198"/>
                    <a:pt x="58257" y="15045"/>
                    <a:pt x="59436" y="12815"/>
                  </a:cubicBezTo>
                  <a:cubicBezTo>
                    <a:pt x="60103" y="11585"/>
                    <a:pt x="60769" y="10355"/>
                    <a:pt x="61461" y="9150"/>
                  </a:cubicBezTo>
                  <a:cubicBezTo>
                    <a:pt x="62409" y="7510"/>
                    <a:pt x="63588" y="5997"/>
                    <a:pt x="64947" y="4665"/>
                  </a:cubicBezTo>
                  <a:cubicBezTo>
                    <a:pt x="66587" y="3076"/>
                    <a:pt x="68432" y="1717"/>
                    <a:pt x="70432" y="589"/>
                  </a:cubicBezTo>
                  <a:cubicBezTo>
                    <a:pt x="70739" y="410"/>
                    <a:pt x="70995" y="205"/>
                    <a:pt x="71277" y="0"/>
                  </a:cubicBezTo>
                  <a:lnTo>
                    <a:pt x="73789" y="0"/>
                  </a:lnTo>
                  <a:cubicBezTo>
                    <a:pt x="73123" y="410"/>
                    <a:pt x="72482" y="846"/>
                    <a:pt x="71790" y="1256"/>
                  </a:cubicBezTo>
                  <a:cubicBezTo>
                    <a:pt x="67869" y="3614"/>
                    <a:pt x="64947" y="6638"/>
                    <a:pt x="63076" y="1035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97" name="Google Shape;96;p4"/>
            <p:cNvSpPr/>
            <p:nvPr/>
          </p:nvSpPr>
          <p:spPr>
            <a:xfrm rot="10800000">
              <a:off x="2508840" y="4835880"/>
              <a:ext cx="762840" cy="307440"/>
            </a:xfrm>
            <a:custGeom>
              <a:avLst/>
              <a:gdLst>
                <a:gd name="textAreaLeft" fmla="*/ 0 w 762840"/>
                <a:gd name="textAreaRight" fmla="*/ 763200 w 762840"/>
                <a:gd name="textAreaTop" fmla="*/ 0 h 307440"/>
                <a:gd name="textAreaBottom" fmla="*/ 307800 h 307440"/>
              </a:gdLst>
              <a:ahLst/>
              <a:cxnLst/>
              <a:rect l="textAreaLeft" t="textAreaTop" r="textAreaRight" b="textAreaBottom"/>
              <a:pathLst>
                <a:path w="23760" h="10534">
                  <a:moveTo>
                    <a:pt x="13944" y="5895"/>
                  </a:moveTo>
                  <a:cubicBezTo>
                    <a:pt x="12534" y="6792"/>
                    <a:pt x="11099" y="7663"/>
                    <a:pt x="9663" y="8509"/>
                  </a:cubicBezTo>
                  <a:cubicBezTo>
                    <a:pt x="8895" y="8945"/>
                    <a:pt x="8126" y="9329"/>
                    <a:pt x="7331" y="9688"/>
                  </a:cubicBezTo>
                  <a:cubicBezTo>
                    <a:pt x="6742" y="9919"/>
                    <a:pt x="6152" y="10124"/>
                    <a:pt x="5537" y="10252"/>
                  </a:cubicBezTo>
                  <a:cubicBezTo>
                    <a:pt x="4153" y="10534"/>
                    <a:pt x="2974" y="10226"/>
                    <a:pt x="2077" y="9329"/>
                  </a:cubicBezTo>
                  <a:cubicBezTo>
                    <a:pt x="1692" y="8919"/>
                    <a:pt x="1359" y="8458"/>
                    <a:pt x="1077" y="7971"/>
                  </a:cubicBezTo>
                  <a:cubicBezTo>
                    <a:pt x="667" y="7176"/>
                    <a:pt x="411" y="6305"/>
                    <a:pt x="283" y="5434"/>
                  </a:cubicBezTo>
                  <a:cubicBezTo>
                    <a:pt x="78" y="3947"/>
                    <a:pt x="1" y="2435"/>
                    <a:pt x="129" y="948"/>
                  </a:cubicBezTo>
                  <a:cubicBezTo>
                    <a:pt x="129" y="615"/>
                    <a:pt x="78" y="333"/>
                    <a:pt x="78" y="26"/>
                  </a:cubicBezTo>
                  <a:lnTo>
                    <a:pt x="2128" y="26"/>
                  </a:lnTo>
                  <a:cubicBezTo>
                    <a:pt x="2077" y="1025"/>
                    <a:pt x="2179" y="1999"/>
                    <a:pt x="2384" y="2973"/>
                  </a:cubicBezTo>
                  <a:cubicBezTo>
                    <a:pt x="2538" y="3870"/>
                    <a:pt x="2871" y="4716"/>
                    <a:pt x="3384" y="5459"/>
                  </a:cubicBezTo>
                  <a:cubicBezTo>
                    <a:pt x="4358" y="6792"/>
                    <a:pt x="5742" y="7279"/>
                    <a:pt x="7536" y="6818"/>
                  </a:cubicBezTo>
                  <a:cubicBezTo>
                    <a:pt x="8356" y="6613"/>
                    <a:pt x="9151" y="6305"/>
                    <a:pt x="9894" y="5946"/>
                  </a:cubicBezTo>
                  <a:cubicBezTo>
                    <a:pt x="11047" y="5408"/>
                    <a:pt x="12150" y="4793"/>
                    <a:pt x="13252" y="4178"/>
                  </a:cubicBezTo>
                  <a:cubicBezTo>
                    <a:pt x="15533" y="2896"/>
                    <a:pt x="17763" y="1563"/>
                    <a:pt x="20018" y="256"/>
                  </a:cubicBezTo>
                  <a:cubicBezTo>
                    <a:pt x="20146" y="179"/>
                    <a:pt x="20249" y="103"/>
                    <a:pt x="20351" y="0"/>
                  </a:cubicBezTo>
                  <a:lnTo>
                    <a:pt x="23760" y="0"/>
                  </a:lnTo>
                  <a:cubicBezTo>
                    <a:pt x="23581" y="154"/>
                    <a:pt x="23376" y="308"/>
                    <a:pt x="23171" y="436"/>
                  </a:cubicBezTo>
                  <a:cubicBezTo>
                    <a:pt x="19967" y="2127"/>
                    <a:pt x="16968" y="3998"/>
                    <a:pt x="13944" y="589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498" name="Google Shape;97;p4"/>
          <p:cNvSpPr/>
          <p:nvPr/>
        </p:nvSpPr>
        <p:spPr>
          <a:xfrm>
            <a:off x="222480" y="245880"/>
            <a:ext cx="8698320" cy="4651560"/>
          </a:xfrm>
          <a:prstGeom prst="roundRect">
            <a:avLst>
              <a:gd name="adj" fmla="val 10431"/>
            </a:avLst>
          </a:prstGeom>
          <a:solidFill>
            <a:schemeClr val="accent6"/>
          </a:solidFill>
          <a:ln w="0">
            <a:noFill/>
          </a:ln>
          <a:effectLst>
            <a:outerShdw blurRad="585720" algn="bl" rotWithShape="0">
              <a:schemeClr val="dk2">
                <a:alpha val="81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499" name="PlaceHolder 1"/>
          <p:cNvSpPr>
            <a:spLocks noGrp="1"/>
          </p:cNvSpPr>
          <p:nvPr>
            <p:ph type="body"/>
          </p:nvPr>
        </p:nvSpPr>
        <p:spPr>
          <a:xfrm>
            <a:off x="720000" y="115236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00" name="PlaceHolder 2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  <a:endParaRPr lang="fr-FR" sz="35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/>
    <p:bodyStyle/>
    <p:otherStyle/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7477FB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3" name="Google Shape;101;p5"/>
          <p:cNvGrpSpPr/>
          <p:nvPr/>
        </p:nvGrpSpPr>
        <p:grpSpPr>
          <a:xfrm>
            <a:off x="-360" y="0"/>
            <a:ext cx="9143640" cy="5143320"/>
            <a:chOff x="-360" y="0"/>
            <a:chExt cx="9143640" cy="5143320"/>
          </a:xfrm>
        </p:grpSpPr>
        <p:sp>
          <p:nvSpPr>
            <p:cNvPr id="504" name="Google Shape;102;p5"/>
            <p:cNvSpPr/>
            <p:nvPr/>
          </p:nvSpPr>
          <p:spPr>
            <a:xfrm flipH="1">
              <a:off x="0" y="0"/>
              <a:ext cx="3819600" cy="4427640"/>
            </a:xfrm>
            <a:custGeom>
              <a:avLst/>
              <a:gdLst>
                <a:gd name="textAreaLeft" fmla="*/ 360 w 3819600"/>
                <a:gd name="textAreaRight" fmla="*/ 3820320 w 3819600"/>
                <a:gd name="textAreaTop" fmla="*/ 0 h 4427640"/>
                <a:gd name="textAreaBottom" fmla="*/ 4428000 h 4427640"/>
              </a:gdLst>
              <a:ahLst/>
              <a:cxnLst/>
              <a:rect l="textAreaLeft" t="textAreaTop" r="textAreaRight" b="textAreaBottom"/>
              <a:pathLst>
                <a:path w="118924" h="151474">
                  <a:moveTo>
                    <a:pt x="103008" y="151473"/>
                  </a:moveTo>
                  <a:cubicBezTo>
                    <a:pt x="98522" y="151448"/>
                    <a:pt x="94063" y="150781"/>
                    <a:pt x="89731" y="149525"/>
                  </a:cubicBezTo>
                  <a:cubicBezTo>
                    <a:pt x="87425" y="148833"/>
                    <a:pt x="85118" y="148090"/>
                    <a:pt x="82862" y="147270"/>
                  </a:cubicBezTo>
                  <a:cubicBezTo>
                    <a:pt x="77531" y="145348"/>
                    <a:pt x="72200" y="143374"/>
                    <a:pt x="66869" y="141375"/>
                  </a:cubicBezTo>
                  <a:cubicBezTo>
                    <a:pt x="65024" y="140657"/>
                    <a:pt x="63178" y="139888"/>
                    <a:pt x="61384" y="139094"/>
                  </a:cubicBezTo>
                  <a:cubicBezTo>
                    <a:pt x="56130" y="136787"/>
                    <a:pt x="52414" y="133302"/>
                    <a:pt x="50158" y="128739"/>
                  </a:cubicBezTo>
                  <a:cubicBezTo>
                    <a:pt x="48979" y="126407"/>
                    <a:pt x="48031" y="123947"/>
                    <a:pt x="47288" y="121435"/>
                  </a:cubicBezTo>
                  <a:cubicBezTo>
                    <a:pt x="46493" y="118616"/>
                    <a:pt x="45724" y="115822"/>
                    <a:pt x="45084" y="112977"/>
                  </a:cubicBezTo>
                  <a:cubicBezTo>
                    <a:pt x="44545" y="110465"/>
                    <a:pt x="44161" y="107902"/>
                    <a:pt x="43776" y="105365"/>
                  </a:cubicBezTo>
                  <a:cubicBezTo>
                    <a:pt x="43469" y="103084"/>
                    <a:pt x="43187" y="100803"/>
                    <a:pt x="42982" y="98522"/>
                  </a:cubicBezTo>
                  <a:cubicBezTo>
                    <a:pt x="42444" y="93114"/>
                    <a:pt x="42187" y="87706"/>
                    <a:pt x="42674" y="82298"/>
                  </a:cubicBezTo>
                  <a:cubicBezTo>
                    <a:pt x="43161" y="77351"/>
                    <a:pt x="44340" y="72507"/>
                    <a:pt x="46160" y="67868"/>
                  </a:cubicBezTo>
                  <a:cubicBezTo>
                    <a:pt x="47518" y="64357"/>
                    <a:pt x="49236" y="60948"/>
                    <a:pt x="50902" y="57514"/>
                  </a:cubicBezTo>
                  <a:cubicBezTo>
                    <a:pt x="55028" y="49081"/>
                    <a:pt x="59975" y="40982"/>
                    <a:pt x="65460" y="33088"/>
                  </a:cubicBezTo>
                  <a:cubicBezTo>
                    <a:pt x="67664" y="29961"/>
                    <a:pt x="69765" y="26758"/>
                    <a:pt x="71867" y="23554"/>
                  </a:cubicBezTo>
                  <a:cubicBezTo>
                    <a:pt x="72585" y="22503"/>
                    <a:pt x="73200" y="21375"/>
                    <a:pt x="73789" y="20273"/>
                  </a:cubicBezTo>
                  <a:cubicBezTo>
                    <a:pt x="74456" y="19094"/>
                    <a:pt x="74917" y="17813"/>
                    <a:pt x="75148" y="16480"/>
                  </a:cubicBezTo>
                  <a:cubicBezTo>
                    <a:pt x="75225" y="15967"/>
                    <a:pt x="75225" y="15429"/>
                    <a:pt x="75148" y="14891"/>
                  </a:cubicBezTo>
                  <a:cubicBezTo>
                    <a:pt x="75020" y="13866"/>
                    <a:pt x="74251" y="13276"/>
                    <a:pt x="73097" y="12994"/>
                  </a:cubicBezTo>
                  <a:cubicBezTo>
                    <a:pt x="72303" y="12815"/>
                    <a:pt x="71508" y="12764"/>
                    <a:pt x="70714" y="12841"/>
                  </a:cubicBezTo>
                  <a:cubicBezTo>
                    <a:pt x="69560" y="12943"/>
                    <a:pt x="68407" y="13123"/>
                    <a:pt x="67254" y="13404"/>
                  </a:cubicBezTo>
                  <a:cubicBezTo>
                    <a:pt x="65460" y="13866"/>
                    <a:pt x="63691" y="14430"/>
                    <a:pt x="61974" y="15122"/>
                  </a:cubicBezTo>
                  <a:cubicBezTo>
                    <a:pt x="58693" y="16378"/>
                    <a:pt x="55489" y="17838"/>
                    <a:pt x="52414" y="19479"/>
                  </a:cubicBezTo>
                  <a:cubicBezTo>
                    <a:pt x="48339" y="21606"/>
                    <a:pt x="44468" y="23964"/>
                    <a:pt x="40624" y="26373"/>
                  </a:cubicBezTo>
                  <a:cubicBezTo>
                    <a:pt x="37830" y="28142"/>
                    <a:pt x="35011" y="29910"/>
                    <a:pt x="32192" y="31653"/>
                  </a:cubicBezTo>
                  <a:cubicBezTo>
                    <a:pt x="30193" y="32883"/>
                    <a:pt x="28142" y="34037"/>
                    <a:pt x="26040" y="35062"/>
                  </a:cubicBezTo>
                  <a:cubicBezTo>
                    <a:pt x="24169" y="36010"/>
                    <a:pt x="22196" y="36753"/>
                    <a:pt x="20171" y="37292"/>
                  </a:cubicBezTo>
                  <a:cubicBezTo>
                    <a:pt x="14686" y="38650"/>
                    <a:pt x="10073" y="37445"/>
                    <a:pt x="6228" y="34037"/>
                  </a:cubicBezTo>
                  <a:cubicBezTo>
                    <a:pt x="5229" y="33114"/>
                    <a:pt x="4383" y="32089"/>
                    <a:pt x="3717" y="30935"/>
                  </a:cubicBezTo>
                  <a:cubicBezTo>
                    <a:pt x="2563" y="29039"/>
                    <a:pt x="1717" y="27014"/>
                    <a:pt x="1205" y="24912"/>
                  </a:cubicBezTo>
                  <a:cubicBezTo>
                    <a:pt x="564" y="22452"/>
                    <a:pt x="205" y="19966"/>
                    <a:pt x="103" y="17454"/>
                  </a:cubicBezTo>
                  <a:cubicBezTo>
                    <a:pt x="0" y="15173"/>
                    <a:pt x="26" y="12866"/>
                    <a:pt x="205" y="10585"/>
                  </a:cubicBezTo>
                  <a:cubicBezTo>
                    <a:pt x="436" y="7612"/>
                    <a:pt x="667" y="4665"/>
                    <a:pt x="897" y="1692"/>
                  </a:cubicBezTo>
                  <a:cubicBezTo>
                    <a:pt x="949" y="1128"/>
                    <a:pt x="949" y="564"/>
                    <a:pt x="949" y="0"/>
                  </a:cubicBezTo>
                  <a:lnTo>
                    <a:pt x="8689" y="0"/>
                  </a:lnTo>
                  <a:cubicBezTo>
                    <a:pt x="8766" y="179"/>
                    <a:pt x="8791" y="359"/>
                    <a:pt x="8791" y="538"/>
                  </a:cubicBezTo>
                  <a:cubicBezTo>
                    <a:pt x="8586" y="2153"/>
                    <a:pt x="8356" y="3768"/>
                    <a:pt x="8151" y="5382"/>
                  </a:cubicBezTo>
                  <a:cubicBezTo>
                    <a:pt x="7715" y="8637"/>
                    <a:pt x="7587" y="11944"/>
                    <a:pt x="7817" y="15224"/>
                  </a:cubicBezTo>
                  <a:cubicBezTo>
                    <a:pt x="7946" y="16993"/>
                    <a:pt x="8330" y="18736"/>
                    <a:pt x="8945" y="20401"/>
                  </a:cubicBezTo>
                  <a:cubicBezTo>
                    <a:pt x="9355" y="21606"/>
                    <a:pt x="9996" y="22708"/>
                    <a:pt x="10816" y="23682"/>
                  </a:cubicBezTo>
                  <a:cubicBezTo>
                    <a:pt x="11559" y="24579"/>
                    <a:pt x="12482" y="25297"/>
                    <a:pt x="13507" y="25809"/>
                  </a:cubicBezTo>
                  <a:cubicBezTo>
                    <a:pt x="15071" y="26604"/>
                    <a:pt x="16865" y="26809"/>
                    <a:pt x="18531" y="26348"/>
                  </a:cubicBezTo>
                  <a:cubicBezTo>
                    <a:pt x="19530" y="26091"/>
                    <a:pt x="20504" y="25707"/>
                    <a:pt x="21427" y="25220"/>
                  </a:cubicBezTo>
                  <a:cubicBezTo>
                    <a:pt x="22785" y="24528"/>
                    <a:pt x="24093" y="23733"/>
                    <a:pt x="25323" y="22811"/>
                  </a:cubicBezTo>
                  <a:cubicBezTo>
                    <a:pt x="26630" y="21862"/>
                    <a:pt x="27963" y="20914"/>
                    <a:pt x="29193" y="19914"/>
                  </a:cubicBezTo>
                  <a:cubicBezTo>
                    <a:pt x="36190" y="14302"/>
                    <a:pt x="43930" y="9483"/>
                    <a:pt x="52183" y="5229"/>
                  </a:cubicBezTo>
                  <a:cubicBezTo>
                    <a:pt x="55464" y="3537"/>
                    <a:pt x="58796" y="1820"/>
                    <a:pt x="62204" y="256"/>
                  </a:cubicBezTo>
                  <a:cubicBezTo>
                    <a:pt x="62384" y="179"/>
                    <a:pt x="62538" y="77"/>
                    <a:pt x="62691" y="0"/>
                  </a:cubicBezTo>
                  <a:lnTo>
                    <a:pt x="118924" y="0"/>
                  </a:lnTo>
                  <a:lnTo>
                    <a:pt x="118924" y="8278"/>
                  </a:lnTo>
                  <a:cubicBezTo>
                    <a:pt x="118616" y="8407"/>
                    <a:pt x="118334" y="8535"/>
                    <a:pt x="118027" y="8663"/>
                  </a:cubicBezTo>
                  <a:cubicBezTo>
                    <a:pt x="112029" y="10995"/>
                    <a:pt x="106416" y="14225"/>
                    <a:pt x="101393" y="18274"/>
                  </a:cubicBezTo>
                  <a:cubicBezTo>
                    <a:pt x="94729" y="23554"/>
                    <a:pt x="88527" y="29372"/>
                    <a:pt x="82811" y="35651"/>
                  </a:cubicBezTo>
                  <a:cubicBezTo>
                    <a:pt x="76532" y="42571"/>
                    <a:pt x="71893" y="50158"/>
                    <a:pt x="68843" y="58411"/>
                  </a:cubicBezTo>
                  <a:cubicBezTo>
                    <a:pt x="67510" y="62025"/>
                    <a:pt x="66126" y="65587"/>
                    <a:pt x="65101" y="69252"/>
                  </a:cubicBezTo>
                  <a:cubicBezTo>
                    <a:pt x="63691" y="74096"/>
                    <a:pt x="62897" y="78992"/>
                    <a:pt x="63102" y="83964"/>
                  </a:cubicBezTo>
                  <a:cubicBezTo>
                    <a:pt x="63281" y="88654"/>
                    <a:pt x="64383" y="93216"/>
                    <a:pt x="66075" y="97702"/>
                  </a:cubicBezTo>
                  <a:cubicBezTo>
                    <a:pt x="68202" y="103238"/>
                    <a:pt x="71278" y="108389"/>
                    <a:pt x="75199" y="112849"/>
                  </a:cubicBezTo>
                  <a:cubicBezTo>
                    <a:pt x="78505" y="116668"/>
                    <a:pt x="82427" y="119923"/>
                    <a:pt x="86758" y="122486"/>
                  </a:cubicBezTo>
                  <a:cubicBezTo>
                    <a:pt x="94447" y="127073"/>
                    <a:pt x="103059" y="129201"/>
                    <a:pt x="112568" y="128739"/>
                  </a:cubicBezTo>
                  <a:cubicBezTo>
                    <a:pt x="114362" y="128663"/>
                    <a:pt x="116182" y="128432"/>
                    <a:pt x="117950" y="128073"/>
                  </a:cubicBezTo>
                  <a:cubicBezTo>
                    <a:pt x="118283" y="128022"/>
                    <a:pt x="118591" y="127894"/>
                    <a:pt x="118924" y="127817"/>
                  </a:cubicBezTo>
                  <a:lnTo>
                    <a:pt x="118924" y="149064"/>
                  </a:lnTo>
                  <a:cubicBezTo>
                    <a:pt x="118514" y="149141"/>
                    <a:pt x="118129" y="149218"/>
                    <a:pt x="117719" y="149346"/>
                  </a:cubicBezTo>
                  <a:cubicBezTo>
                    <a:pt x="112952" y="150730"/>
                    <a:pt x="108005" y="151448"/>
                    <a:pt x="103008" y="151473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05" name="Google Shape;103;p5"/>
            <p:cNvSpPr/>
            <p:nvPr/>
          </p:nvSpPr>
          <p:spPr>
            <a:xfrm flipH="1">
              <a:off x="2516040" y="0"/>
              <a:ext cx="6626880" cy="5142240"/>
            </a:xfrm>
            <a:custGeom>
              <a:avLst/>
              <a:gdLst>
                <a:gd name="textAreaLeft" fmla="*/ 360 w 6626880"/>
                <a:gd name="textAreaRight" fmla="*/ 6627600 w 6626880"/>
                <a:gd name="textAreaTop" fmla="*/ 0 h 5142240"/>
                <a:gd name="textAreaBottom" fmla="*/ 5142600 h 5142240"/>
              </a:gdLst>
              <a:ahLst/>
              <a:cxnLst/>
              <a:rect l="textAreaLeft" t="textAreaTop" r="textAreaRight" b="textAreaBottom"/>
              <a:pathLst>
                <a:path w="206323" h="175925">
                  <a:moveTo>
                    <a:pt x="141196" y="19504"/>
                  </a:moveTo>
                  <a:cubicBezTo>
                    <a:pt x="142093" y="23041"/>
                    <a:pt x="142965" y="26604"/>
                    <a:pt x="143836" y="30166"/>
                  </a:cubicBezTo>
                  <a:cubicBezTo>
                    <a:pt x="145400" y="36318"/>
                    <a:pt x="147424" y="42315"/>
                    <a:pt x="149936" y="48133"/>
                  </a:cubicBezTo>
                  <a:cubicBezTo>
                    <a:pt x="151089" y="50824"/>
                    <a:pt x="152217" y="53515"/>
                    <a:pt x="153089" y="56283"/>
                  </a:cubicBezTo>
                  <a:cubicBezTo>
                    <a:pt x="153858" y="58770"/>
                    <a:pt x="154447" y="61333"/>
                    <a:pt x="154831" y="63921"/>
                  </a:cubicBezTo>
                  <a:cubicBezTo>
                    <a:pt x="155421" y="67612"/>
                    <a:pt x="155703" y="71277"/>
                    <a:pt x="156036" y="74968"/>
                  </a:cubicBezTo>
                  <a:cubicBezTo>
                    <a:pt x="156241" y="77813"/>
                    <a:pt x="156600" y="80658"/>
                    <a:pt x="157138" y="83477"/>
                  </a:cubicBezTo>
                  <a:cubicBezTo>
                    <a:pt x="157574" y="85912"/>
                    <a:pt x="158343" y="88270"/>
                    <a:pt x="159394" y="90525"/>
                  </a:cubicBezTo>
                  <a:cubicBezTo>
                    <a:pt x="160675" y="93191"/>
                    <a:pt x="162520" y="95549"/>
                    <a:pt x="164802" y="97420"/>
                  </a:cubicBezTo>
                  <a:cubicBezTo>
                    <a:pt x="165776" y="98214"/>
                    <a:pt x="166724" y="99034"/>
                    <a:pt x="167723" y="99803"/>
                  </a:cubicBezTo>
                  <a:cubicBezTo>
                    <a:pt x="171645" y="102751"/>
                    <a:pt x="174618" y="106826"/>
                    <a:pt x="176207" y="111490"/>
                  </a:cubicBezTo>
                  <a:cubicBezTo>
                    <a:pt x="177027" y="113797"/>
                    <a:pt x="177565" y="116155"/>
                    <a:pt x="177873" y="118590"/>
                  </a:cubicBezTo>
                  <a:cubicBezTo>
                    <a:pt x="178155" y="120820"/>
                    <a:pt x="178257" y="123075"/>
                    <a:pt x="178129" y="125331"/>
                  </a:cubicBezTo>
                  <a:cubicBezTo>
                    <a:pt x="178027" y="127330"/>
                    <a:pt x="177565" y="129278"/>
                    <a:pt x="176796" y="131123"/>
                  </a:cubicBezTo>
                  <a:cubicBezTo>
                    <a:pt x="175694" y="133686"/>
                    <a:pt x="174567" y="136249"/>
                    <a:pt x="173439" y="138812"/>
                  </a:cubicBezTo>
                  <a:cubicBezTo>
                    <a:pt x="172824" y="140222"/>
                    <a:pt x="172209" y="141631"/>
                    <a:pt x="171645" y="143067"/>
                  </a:cubicBezTo>
                  <a:cubicBezTo>
                    <a:pt x="170491" y="146040"/>
                    <a:pt x="170696" y="148987"/>
                    <a:pt x="172055" y="151909"/>
                  </a:cubicBezTo>
                  <a:cubicBezTo>
                    <a:pt x="172798" y="153447"/>
                    <a:pt x="173721" y="154882"/>
                    <a:pt x="174797" y="156215"/>
                  </a:cubicBezTo>
                  <a:cubicBezTo>
                    <a:pt x="176925" y="158829"/>
                    <a:pt x="179488" y="161136"/>
                    <a:pt x="182281" y="163263"/>
                  </a:cubicBezTo>
                  <a:cubicBezTo>
                    <a:pt x="188971" y="168415"/>
                    <a:pt x="196609" y="172387"/>
                    <a:pt x="205015" y="175386"/>
                  </a:cubicBezTo>
                  <a:cubicBezTo>
                    <a:pt x="205451" y="175540"/>
                    <a:pt x="205887" y="175745"/>
                    <a:pt x="206322" y="175924"/>
                  </a:cubicBezTo>
                  <a:lnTo>
                    <a:pt x="178539" y="175924"/>
                  </a:lnTo>
                  <a:cubicBezTo>
                    <a:pt x="178257" y="175668"/>
                    <a:pt x="178001" y="175412"/>
                    <a:pt x="177694" y="175181"/>
                  </a:cubicBezTo>
                  <a:cubicBezTo>
                    <a:pt x="174054" y="172439"/>
                    <a:pt x="170594" y="169491"/>
                    <a:pt x="167313" y="166364"/>
                  </a:cubicBezTo>
                  <a:cubicBezTo>
                    <a:pt x="164597" y="163801"/>
                    <a:pt x="162136" y="161008"/>
                    <a:pt x="159932" y="158009"/>
                  </a:cubicBezTo>
                  <a:cubicBezTo>
                    <a:pt x="157753" y="154985"/>
                    <a:pt x="156010" y="151806"/>
                    <a:pt x="154960" y="148372"/>
                  </a:cubicBezTo>
                  <a:cubicBezTo>
                    <a:pt x="154550" y="146988"/>
                    <a:pt x="154268" y="145553"/>
                    <a:pt x="154139" y="144117"/>
                  </a:cubicBezTo>
                  <a:cubicBezTo>
                    <a:pt x="153909" y="141401"/>
                    <a:pt x="154344" y="138658"/>
                    <a:pt x="155421" y="136146"/>
                  </a:cubicBezTo>
                  <a:cubicBezTo>
                    <a:pt x="156036" y="134686"/>
                    <a:pt x="156754" y="133225"/>
                    <a:pt x="157394" y="131764"/>
                  </a:cubicBezTo>
                  <a:cubicBezTo>
                    <a:pt x="157856" y="130739"/>
                    <a:pt x="158266" y="129688"/>
                    <a:pt x="158625" y="128637"/>
                  </a:cubicBezTo>
                  <a:cubicBezTo>
                    <a:pt x="159650" y="125356"/>
                    <a:pt x="159163" y="122178"/>
                    <a:pt x="157471" y="119103"/>
                  </a:cubicBezTo>
                  <a:cubicBezTo>
                    <a:pt x="156779" y="117898"/>
                    <a:pt x="155959" y="116745"/>
                    <a:pt x="154985" y="115745"/>
                  </a:cubicBezTo>
                  <a:cubicBezTo>
                    <a:pt x="154344" y="115079"/>
                    <a:pt x="153678" y="114438"/>
                    <a:pt x="152986" y="113823"/>
                  </a:cubicBezTo>
                  <a:cubicBezTo>
                    <a:pt x="152422" y="113285"/>
                    <a:pt x="151833" y="112746"/>
                    <a:pt x="151218" y="112234"/>
                  </a:cubicBezTo>
                  <a:cubicBezTo>
                    <a:pt x="147040" y="108748"/>
                    <a:pt x="144016" y="104083"/>
                    <a:pt x="142580" y="98829"/>
                  </a:cubicBezTo>
                  <a:cubicBezTo>
                    <a:pt x="141837" y="96164"/>
                    <a:pt x="141299" y="93473"/>
                    <a:pt x="140966" y="90756"/>
                  </a:cubicBezTo>
                  <a:cubicBezTo>
                    <a:pt x="140402" y="86476"/>
                    <a:pt x="139915" y="82170"/>
                    <a:pt x="139325" y="77864"/>
                  </a:cubicBezTo>
                  <a:cubicBezTo>
                    <a:pt x="138813" y="74173"/>
                    <a:pt x="138172" y="70482"/>
                    <a:pt x="137403" y="66817"/>
                  </a:cubicBezTo>
                  <a:cubicBezTo>
                    <a:pt x="136685" y="63409"/>
                    <a:pt x="136045" y="60025"/>
                    <a:pt x="135250" y="56642"/>
                  </a:cubicBezTo>
                  <a:cubicBezTo>
                    <a:pt x="133533" y="49107"/>
                    <a:pt x="131636" y="41572"/>
                    <a:pt x="129124" y="34216"/>
                  </a:cubicBezTo>
                  <a:cubicBezTo>
                    <a:pt x="128279" y="31576"/>
                    <a:pt x="127202" y="29039"/>
                    <a:pt x="125946" y="26578"/>
                  </a:cubicBezTo>
                  <a:cubicBezTo>
                    <a:pt x="125152" y="25015"/>
                    <a:pt x="124203" y="23554"/>
                    <a:pt x="123127" y="22170"/>
                  </a:cubicBezTo>
                  <a:cubicBezTo>
                    <a:pt x="122025" y="20786"/>
                    <a:pt x="120718" y="19530"/>
                    <a:pt x="119231" y="18530"/>
                  </a:cubicBezTo>
                  <a:cubicBezTo>
                    <a:pt x="118360" y="17941"/>
                    <a:pt x="117437" y="17454"/>
                    <a:pt x="116463" y="17070"/>
                  </a:cubicBezTo>
                  <a:cubicBezTo>
                    <a:pt x="113951" y="16096"/>
                    <a:pt x="111183" y="15942"/>
                    <a:pt x="108595" y="16659"/>
                  </a:cubicBezTo>
                  <a:cubicBezTo>
                    <a:pt x="107031" y="17095"/>
                    <a:pt x="105519" y="17710"/>
                    <a:pt x="104135" y="18530"/>
                  </a:cubicBezTo>
                  <a:cubicBezTo>
                    <a:pt x="101880" y="19838"/>
                    <a:pt x="99829" y="21478"/>
                    <a:pt x="98035" y="23400"/>
                  </a:cubicBezTo>
                  <a:cubicBezTo>
                    <a:pt x="95370" y="26194"/>
                    <a:pt x="93114" y="29321"/>
                    <a:pt x="91320" y="32729"/>
                  </a:cubicBezTo>
                  <a:cubicBezTo>
                    <a:pt x="90218" y="34806"/>
                    <a:pt x="89167" y="36907"/>
                    <a:pt x="88116" y="38958"/>
                  </a:cubicBezTo>
                  <a:cubicBezTo>
                    <a:pt x="86758" y="41674"/>
                    <a:pt x="85246" y="44314"/>
                    <a:pt x="83580" y="46852"/>
                  </a:cubicBezTo>
                  <a:cubicBezTo>
                    <a:pt x="82298" y="48748"/>
                    <a:pt x="80837" y="50491"/>
                    <a:pt x="79197" y="52080"/>
                  </a:cubicBezTo>
                  <a:cubicBezTo>
                    <a:pt x="78300" y="52926"/>
                    <a:pt x="77352" y="53695"/>
                    <a:pt x="76326" y="54387"/>
                  </a:cubicBezTo>
                  <a:cubicBezTo>
                    <a:pt x="73302" y="56335"/>
                    <a:pt x="69791" y="57437"/>
                    <a:pt x="66177" y="57539"/>
                  </a:cubicBezTo>
                  <a:cubicBezTo>
                    <a:pt x="62332" y="57693"/>
                    <a:pt x="58616" y="57104"/>
                    <a:pt x="55002" y="56104"/>
                  </a:cubicBezTo>
                  <a:cubicBezTo>
                    <a:pt x="50414" y="54797"/>
                    <a:pt x="45980" y="52952"/>
                    <a:pt x="41828" y="50619"/>
                  </a:cubicBezTo>
                  <a:cubicBezTo>
                    <a:pt x="37830" y="48441"/>
                    <a:pt x="34139" y="45955"/>
                    <a:pt x="30423" y="43443"/>
                  </a:cubicBezTo>
                  <a:cubicBezTo>
                    <a:pt x="26194" y="40572"/>
                    <a:pt x="21991" y="37625"/>
                    <a:pt x="17710" y="34806"/>
                  </a:cubicBezTo>
                  <a:cubicBezTo>
                    <a:pt x="12405" y="31269"/>
                    <a:pt x="6843" y="28065"/>
                    <a:pt x="1128" y="25040"/>
                  </a:cubicBezTo>
                  <a:cubicBezTo>
                    <a:pt x="769" y="24861"/>
                    <a:pt x="461" y="24605"/>
                    <a:pt x="0" y="24630"/>
                  </a:cubicBezTo>
                  <a:lnTo>
                    <a:pt x="0" y="19351"/>
                  </a:lnTo>
                  <a:cubicBezTo>
                    <a:pt x="179" y="19351"/>
                    <a:pt x="359" y="19376"/>
                    <a:pt x="538" y="19428"/>
                  </a:cubicBezTo>
                  <a:cubicBezTo>
                    <a:pt x="846" y="19556"/>
                    <a:pt x="1128" y="19709"/>
                    <a:pt x="1435" y="19863"/>
                  </a:cubicBezTo>
                  <a:cubicBezTo>
                    <a:pt x="11354" y="24964"/>
                    <a:pt x="20991" y="30653"/>
                    <a:pt x="30269" y="36907"/>
                  </a:cubicBezTo>
                  <a:cubicBezTo>
                    <a:pt x="33447" y="39060"/>
                    <a:pt x="36677" y="41136"/>
                    <a:pt x="39906" y="43187"/>
                  </a:cubicBezTo>
                  <a:cubicBezTo>
                    <a:pt x="42315" y="44724"/>
                    <a:pt x="44827" y="46083"/>
                    <a:pt x="47416" y="47287"/>
                  </a:cubicBezTo>
                  <a:cubicBezTo>
                    <a:pt x="50389" y="48723"/>
                    <a:pt x="53516" y="49773"/>
                    <a:pt x="56745" y="50440"/>
                  </a:cubicBezTo>
                  <a:cubicBezTo>
                    <a:pt x="58795" y="50876"/>
                    <a:pt x="60871" y="51029"/>
                    <a:pt x="62948" y="50952"/>
                  </a:cubicBezTo>
                  <a:cubicBezTo>
                    <a:pt x="66510" y="50799"/>
                    <a:pt x="69586" y="49748"/>
                    <a:pt x="72149" y="47697"/>
                  </a:cubicBezTo>
                  <a:cubicBezTo>
                    <a:pt x="73353" y="46723"/>
                    <a:pt x="74455" y="45570"/>
                    <a:pt x="75404" y="44314"/>
                  </a:cubicBezTo>
                  <a:cubicBezTo>
                    <a:pt x="76813" y="42443"/>
                    <a:pt x="78018" y="40418"/>
                    <a:pt x="79018" y="38266"/>
                  </a:cubicBezTo>
                  <a:cubicBezTo>
                    <a:pt x="80427" y="35190"/>
                    <a:pt x="81658" y="32037"/>
                    <a:pt x="82657" y="28808"/>
                  </a:cubicBezTo>
                  <a:cubicBezTo>
                    <a:pt x="83477" y="26091"/>
                    <a:pt x="84502" y="23477"/>
                    <a:pt x="85733" y="20940"/>
                  </a:cubicBezTo>
                  <a:cubicBezTo>
                    <a:pt x="87527" y="17454"/>
                    <a:pt x="89680" y="14148"/>
                    <a:pt x="92166" y="11123"/>
                  </a:cubicBezTo>
                  <a:cubicBezTo>
                    <a:pt x="94883" y="7817"/>
                    <a:pt x="97753" y="4562"/>
                    <a:pt x="100778" y="1435"/>
                  </a:cubicBezTo>
                  <a:cubicBezTo>
                    <a:pt x="101239" y="948"/>
                    <a:pt x="101752" y="461"/>
                    <a:pt x="102238" y="0"/>
                  </a:cubicBezTo>
                  <a:lnTo>
                    <a:pt x="125921" y="0"/>
                  </a:lnTo>
                  <a:cubicBezTo>
                    <a:pt x="126100" y="308"/>
                    <a:pt x="126485" y="384"/>
                    <a:pt x="126792" y="564"/>
                  </a:cubicBezTo>
                  <a:cubicBezTo>
                    <a:pt x="128663" y="1512"/>
                    <a:pt x="130457" y="2640"/>
                    <a:pt x="132123" y="3921"/>
                  </a:cubicBezTo>
                  <a:cubicBezTo>
                    <a:pt x="134968" y="6126"/>
                    <a:pt x="137224" y="8996"/>
                    <a:pt x="138684" y="12277"/>
                  </a:cubicBezTo>
                  <a:cubicBezTo>
                    <a:pt x="139735" y="14609"/>
                    <a:pt x="140555" y="17018"/>
                    <a:pt x="141196" y="19504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06" name="Google Shape;104;p5"/>
            <p:cNvSpPr/>
            <p:nvPr/>
          </p:nvSpPr>
          <p:spPr>
            <a:xfrm flipH="1">
              <a:off x="4358520" y="1168200"/>
              <a:ext cx="4783320" cy="3974400"/>
            </a:xfrm>
            <a:custGeom>
              <a:avLst/>
              <a:gdLst>
                <a:gd name="textAreaLeft" fmla="*/ -360 w 4783320"/>
                <a:gd name="textAreaRight" fmla="*/ 4783320 w 4783320"/>
                <a:gd name="textAreaTop" fmla="*/ 0 h 3974400"/>
                <a:gd name="textAreaBottom" fmla="*/ 3974760 h 3974400"/>
              </a:gdLst>
              <a:ahLst/>
              <a:cxnLst/>
              <a:rect l="textAreaLeft" t="textAreaTop" r="textAreaRight" b="textAreaBottom"/>
              <a:pathLst>
                <a:path w="148937" h="135968">
                  <a:moveTo>
                    <a:pt x="1307" y="308"/>
                  </a:moveTo>
                  <a:cubicBezTo>
                    <a:pt x="3306" y="897"/>
                    <a:pt x="5229" y="1615"/>
                    <a:pt x="7125" y="2435"/>
                  </a:cubicBezTo>
                  <a:cubicBezTo>
                    <a:pt x="10329" y="3819"/>
                    <a:pt x="13430" y="5331"/>
                    <a:pt x="16429" y="6972"/>
                  </a:cubicBezTo>
                  <a:cubicBezTo>
                    <a:pt x="21068" y="9483"/>
                    <a:pt x="25656" y="12021"/>
                    <a:pt x="30295" y="14507"/>
                  </a:cubicBezTo>
                  <a:cubicBezTo>
                    <a:pt x="35805" y="17505"/>
                    <a:pt x="41546" y="19992"/>
                    <a:pt x="47493" y="21991"/>
                  </a:cubicBezTo>
                  <a:cubicBezTo>
                    <a:pt x="51414" y="23323"/>
                    <a:pt x="55412" y="24374"/>
                    <a:pt x="59487" y="25169"/>
                  </a:cubicBezTo>
                  <a:cubicBezTo>
                    <a:pt x="62512" y="25758"/>
                    <a:pt x="65562" y="26040"/>
                    <a:pt x="68637" y="26040"/>
                  </a:cubicBezTo>
                  <a:cubicBezTo>
                    <a:pt x="74174" y="25989"/>
                    <a:pt x="79146" y="24631"/>
                    <a:pt x="83554" y="21863"/>
                  </a:cubicBezTo>
                  <a:cubicBezTo>
                    <a:pt x="85476" y="20632"/>
                    <a:pt x="87296" y="19248"/>
                    <a:pt x="88988" y="17736"/>
                  </a:cubicBezTo>
                  <a:cubicBezTo>
                    <a:pt x="90269" y="16608"/>
                    <a:pt x="91499" y="15455"/>
                    <a:pt x="92781" y="14353"/>
                  </a:cubicBezTo>
                  <a:cubicBezTo>
                    <a:pt x="94062" y="13225"/>
                    <a:pt x="95395" y="12149"/>
                    <a:pt x="96754" y="11124"/>
                  </a:cubicBezTo>
                  <a:cubicBezTo>
                    <a:pt x="97574" y="10534"/>
                    <a:pt x="98420" y="10021"/>
                    <a:pt x="99317" y="9535"/>
                  </a:cubicBezTo>
                  <a:cubicBezTo>
                    <a:pt x="100086" y="9124"/>
                    <a:pt x="100931" y="8817"/>
                    <a:pt x="101803" y="8637"/>
                  </a:cubicBezTo>
                  <a:cubicBezTo>
                    <a:pt x="103571" y="8202"/>
                    <a:pt x="105417" y="8432"/>
                    <a:pt x="107031" y="9278"/>
                  </a:cubicBezTo>
                  <a:cubicBezTo>
                    <a:pt x="107928" y="9765"/>
                    <a:pt x="108749" y="10380"/>
                    <a:pt x="109492" y="11098"/>
                  </a:cubicBezTo>
                  <a:cubicBezTo>
                    <a:pt x="110466" y="12072"/>
                    <a:pt x="111337" y="13123"/>
                    <a:pt x="112080" y="14302"/>
                  </a:cubicBezTo>
                  <a:cubicBezTo>
                    <a:pt x="113413" y="16326"/>
                    <a:pt x="114515" y="18505"/>
                    <a:pt x="115387" y="20786"/>
                  </a:cubicBezTo>
                  <a:cubicBezTo>
                    <a:pt x="116848" y="24528"/>
                    <a:pt x="117950" y="28424"/>
                    <a:pt x="118667" y="32371"/>
                  </a:cubicBezTo>
                  <a:cubicBezTo>
                    <a:pt x="119667" y="37471"/>
                    <a:pt x="120026" y="42648"/>
                    <a:pt x="119769" y="47826"/>
                  </a:cubicBezTo>
                  <a:cubicBezTo>
                    <a:pt x="119641" y="50056"/>
                    <a:pt x="119436" y="52311"/>
                    <a:pt x="119180" y="54566"/>
                  </a:cubicBezTo>
                  <a:cubicBezTo>
                    <a:pt x="118693" y="58795"/>
                    <a:pt x="118078" y="63024"/>
                    <a:pt x="117591" y="67253"/>
                  </a:cubicBezTo>
                  <a:cubicBezTo>
                    <a:pt x="117027" y="71610"/>
                    <a:pt x="116719" y="75993"/>
                    <a:pt x="116617" y="80401"/>
                  </a:cubicBezTo>
                  <a:cubicBezTo>
                    <a:pt x="116566" y="83374"/>
                    <a:pt x="116771" y="86348"/>
                    <a:pt x="117258" y="89295"/>
                  </a:cubicBezTo>
                  <a:cubicBezTo>
                    <a:pt x="118129" y="94498"/>
                    <a:pt x="120000" y="99444"/>
                    <a:pt x="123358" y="103930"/>
                  </a:cubicBezTo>
                  <a:cubicBezTo>
                    <a:pt x="125049" y="106262"/>
                    <a:pt x="126818" y="108543"/>
                    <a:pt x="128663" y="110824"/>
                  </a:cubicBezTo>
                  <a:cubicBezTo>
                    <a:pt x="131559" y="114412"/>
                    <a:pt x="134276" y="118129"/>
                    <a:pt x="137019" y="121794"/>
                  </a:cubicBezTo>
                  <a:cubicBezTo>
                    <a:pt x="140581" y="126561"/>
                    <a:pt x="144426" y="131123"/>
                    <a:pt x="148526" y="135429"/>
                  </a:cubicBezTo>
                  <a:cubicBezTo>
                    <a:pt x="148680" y="135583"/>
                    <a:pt x="148808" y="135788"/>
                    <a:pt x="148937" y="135967"/>
                  </a:cubicBezTo>
                  <a:lnTo>
                    <a:pt x="115028" y="135967"/>
                  </a:lnTo>
                  <a:cubicBezTo>
                    <a:pt x="114772" y="135608"/>
                    <a:pt x="114515" y="135275"/>
                    <a:pt x="114310" y="134916"/>
                  </a:cubicBezTo>
                  <a:cubicBezTo>
                    <a:pt x="111055" y="129227"/>
                    <a:pt x="108313" y="123255"/>
                    <a:pt x="106134" y="117104"/>
                  </a:cubicBezTo>
                  <a:cubicBezTo>
                    <a:pt x="104340" y="112157"/>
                    <a:pt x="102905" y="107082"/>
                    <a:pt x="101880" y="101931"/>
                  </a:cubicBezTo>
                  <a:cubicBezTo>
                    <a:pt x="101136" y="98086"/>
                    <a:pt x="100624" y="94242"/>
                    <a:pt x="100393" y="90346"/>
                  </a:cubicBezTo>
                  <a:cubicBezTo>
                    <a:pt x="100162" y="86860"/>
                    <a:pt x="100214" y="83374"/>
                    <a:pt x="100470" y="79914"/>
                  </a:cubicBezTo>
                  <a:cubicBezTo>
                    <a:pt x="100726" y="76813"/>
                    <a:pt x="101111" y="73738"/>
                    <a:pt x="101675" y="70688"/>
                  </a:cubicBezTo>
                  <a:cubicBezTo>
                    <a:pt x="102520" y="65997"/>
                    <a:pt x="103751" y="61384"/>
                    <a:pt x="104853" y="56745"/>
                  </a:cubicBezTo>
                  <a:cubicBezTo>
                    <a:pt x="105673" y="53541"/>
                    <a:pt x="106211" y="50286"/>
                    <a:pt x="106467" y="46980"/>
                  </a:cubicBezTo>
                  <a:cubicBezTo>
                    <a:pt x="106724" y="43135"/>
                    <a:pt x="106339" y="39342"/>
                    <a:pt x="105007" y="35651"/>
                  </a:cubicBezTo>
                  <a:cubicBezTo>
                    <a:pt x="104596" y="34524"/>
                    <a:pt x="104058" y="33447"/>
                    <a:pt x="103366" y="32448"/>
                  </a:cubicBezTo>
                  <a:cubicBezTo>
                    <a:pt x="102854" y="31653"/>
                    <a:pt x="102238" y="30936"/>
                    <a:pt x="101521" y="30320"/>
                  </a:cubicBezTo>
                  <a:cubicBezTo>
                    <a:pt x="99957" y="28962"/>
                    <a:pt x="98061" y="28321"/>
                    <a:pt x="95805" y="28398"/>
                  </a:cubicBezTo>
                  <a:cubicBezTo>
                    <a:pt x="94780" y="28398"/>
                    <a:pt x="93781" y="28526"/>
                    <a:pt x="92781" y="28783"/>
                  </a:cubicBezTo>
                  <a:cubicBezTo>
                    <a:pt x="91397" y="29141"/>
                    <a:pt x="90039" y="29500"/>
                    <a:pt x="88680" y="29885"/>
                  </a:cubicBezTo>
                  <a:cubicBezTo>
                    <a:pt x="86271" y="30577"/>
                    <a:pt x="83913" y="31346"/>
                    <a:pt x="81452" y="31884"/>
                  </a:cubicBezTo>
                  <a:cubicBezTo>
                    <a:pt x="76788" y="32909"/>
                    <a:pt x="72021" y="33319"/>
                    <a:pt x="67253" y="33063"/>
                  </a:cubicBezTo>
                  <a:cubicBezTo>
                    <a:pt x="61282" y="32730"/>
                    <a:pt x="55464" y="31807"/>
                    <a:pt x="49671" y="30654"/>
                  </a:cubicBezTo>
                  <a:cubicBezTo>
                    <a:pt x="43956" y="29500"/>
                    <a:pt x="38343" y="28014"/>
                    <a:pt x="32755" y="26502"/>
                  </a:cubicBezTo>
                  <a:cubicBezTo>
                    <a:pt x="28578" y="25399"/>
                    <a:pt x="24400" y="24246"/>
                    <a:pt x="20145" y="23298"/>
                  </a:cubicBezTo>
                  <a:cubicBezTo>
                    <a:pt x="17864" y="22785"/>
                    <a:pt x="15557" y="22401"/>
                    <a:pt x="13225" y="22170"/>
                  </a:cubicBezTo>
                  <a:cubicBezTo>
                    <a:pt x="11226" y="21965"/>
                    <a:pt x="9227" y="21965"/>
                    <a:pt x="7228" y="22196"/>
                  </a:cubicBezTo>
                  <a:cubicBezTo>
                    <a:pt x="4972" y="22426"/>
                    <a:pt x="2845" y="23272"/>
                    <a:pt x="1051" y="24605"/>
                  </a:cubicBezTo>
                  <a:cubicBezTo>
                    <a:pt x="846" y="24759"/>
                    <a:pt x="641" y="24912"/>
                    <a:pt x="436" y="25041"/>
                  </a:cubicBezTo>
                  <a:cubicBezTo>
                    <a:pt x="282" y="25066"/>
                    <a:pt x="154" y="25092"/>
                    <a:pt x="0" y="25092"/>
                  </a:cubicBezTo>
                  <a:lnTo>
                    <a:pt x="0" y="103"/>
                  </a:lnTo>
                  <a:cubicBezTo>
                    <a:pt x="487" y="0"/>
                    <a:pt x="897" y="180"/>
                    <a:pt x="1307" y="30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07" name="Google Shape;105;p5"/>
            <p:cNvSpPr/>
            <p:nvPr/>
          </p:nvSpPr>
          <p:spPr>
            <a:xfrm flipH="1">
              <a:off x="-720" y="0"/>
              <a:ext cx="4717800" cy="5142960"/>
            </a:xfrm>
            <a:custGeom>
              <a:avLst/>
              <a:gdLst>
                <a:gd name="textAreaLeft" fmla="*/ -360 w 4717800"/>
                <a:gd name="textAreaRight" fmla="*/ 4717800 w 4717800"/>
                <a:gd name="textAreaTop" fmla="*/ 0 h 5142960"/>
                <a:gd name="textAreaBottom" fmla="*/ 5143320 h 5142960"/>
              </a:gdLst>
              <a:ahLst/>
              <a:cxnLst/>
              <a:rect l="textAreaLeft" t="textAreaTop" r="textAreaRight" b="textAreaBottom"/>
              <a:pathLst>
                <a:path w="146887" h="175950">
                  <a:moveTo>
                    <a:pt x="114772" y="175924"/>
                  </a:moveTo>
                  <a:cubicBezTo>
                    <a:pt x="114644" y="175822"/>
                    <a:pt x="114516" y="175719"/>
                    <a:pt x="114362" y="175642"/>
                  </a:cubicBezTo>
                  <a:cubicBezTo>
                    <a:pt x="110364" y="174310"/>
                    <a:pt x="106289" y="173079"/>
                    <a:pt x="102060" y="172310"/>
                  </a:cubicBezTo>
                  <a:cubicBezTo>
                    <a:pt x="98472" y="171695"/>
                    <a:pt x="94832" y="171439"/>
                    <a:pt x="91193" y="171516"/>
                  </a:cubicBezTo>
                  <a:cubicBezTo>
                    <a:pt x="88989" y="171567"/>
                    <a:pt x="86810" y="171593"/>
                    <a:pt x="84606" y="171644"/>
                  </a:cubicBezTo>
                  <a:cubicBezTo>
                    <a:pt x="78531" y="171772"/>
                    <a:pt x="72457" y="170849"/>
                    <a:pt x="66690" y="168978"/>
                  </a:cubicBezTo>
                  <a:cubicBezTo>
                    <a:pt x="59591" y="166697"/>
                    <a:pt x="53311" y="163391"/>
                    <a:pt x="47929" y="158932"/>
                  </a:cubicBezTo>
                  <a:cubicBezTo>
                    <a:pt x="46263" y="157573"/>
                    <a:pt x="44751" y="156035"/>
                    <a:pt x="43444" y="154318"/>
                  </a:cubicBezTo>
                  <a:cubicBezTo>
                    <a:pt x="42290" y="152883"/>
                    <a:pt x="41419" y="151217"/>
                    <a:pt x="40932" y="149423"/>
                  </a:cubicBezTo>
                  <a:cubicBezTo>
                    <a:pt x="40573" y="148039"/>
                    <a:pt x="40471" y="146629"/>
                    <a:pt x="40650" y="145219"/>
                  </a:cubicBezTo>
                  <a:cubicBezTo>
                    <a:pt x="40958" y="143041"/>
                    <a:pt x="41496" y="140914"/>
                    <a:pt x="42265" y="138889"/>
                  </a:cubicBezTo>
                  <a:cubicBezTo>
                    <a:pt x="43136" y="136454"/>
                    <a:pt x="44033" y="134019"/>
                    <a:pt x="44956" y="131610"/>
                  </a:cubicBezTo>
                  <a:cubicBezTo>
                    <a:pt x="45853" y="129201"/>
                    <a:pt x="46340" y="126689"/>
                    <a:pt x="46417" y="124126"/>
                  </a:cubicBezTo>
                  <a:cubicBezTo>
                    <a:pt x="46494" y="122024"/>
                    <a:pt x="46545" y="119923"/>
                    <a:pt x="46417" y="117821"/>
                  </a:cubicBezTo>
                  <a:cubicBezTo>
                    <a:pt x="46109" y="112772"/>
                    <a:pt x="45212" y="107800"/>
                    <a:pt x="43264" y="102981"/>
                  </a:cubicBezTo>
                  <a:cubicBezTo>
                    <a:pt x="42752" y="101725"/>
                    <a:pt x="42162" y="100495"/>
                    <a:pt x="41522" y="99316"/>
                  </a:cubicBezTo>
                  <a:cubicBezTo>
                    <a:pt x="40138" y="96804"/>
                    <a:pt x="38241" y="94600"/>
                    <a:pt x="36011" y="92806"/>
                  </a:cubicBezTo>
                  <a:cubicBezTo>
                    <a:pt x="35242" y="92191"/>
                    <a:pt x="34499" y="91576"/>
                    <a:pt x="33730" y="90961"/>
                  </a:cubicBezTo>
                  <a:cubicBezTo>
                    <a:pt x="30731" y="88757"/>
                    <a:pt x="28527" y="85655"/>
                    <a:pt x="27374" y="82118"/>
                  </a:cubicBezTo>
                  <a:cubicBezTo>
                    <a:pt x="26759" y="80196"/>
                    <a:pt x="26374" y="78197"/>
                    <a:pt x="26195" y="76198"/>
                  </a:cubicBezTo>
                  <a:cubicBezTo>
                    <a:pt x="25964" y="73686"/>
                    <a:pt x="25887" y="71174"/>
                    <a:pt x="25938" y="68688"/>
                  </a:cubicBezTo>
                  <a:cubicBezTo>
                    <a:pt x="25938" y="67048"/>
                    <a:pt x="25990" y="65433"/>
                    <a:pt x="25938" y="63793"/>
                  </a:cubicBezTo>
                  <a:cubicBezTo>
                    <a:pt x="25938" y="62383"/>
                    <a:pt x="25759" y="60974"/>
                    <a:pt x="25426" y="59590"/>
                  </a:cubicBezTo>
                  <a:cubicBezTo>
                    <a:pt x="24990" y="57873"/>
                    <a:pt x="24298" y="56232"/>
                    <a:pt x="23350" y="54746"/>
                  </a:cubicBezTo>
                  <a:cubicBezTo>
                    <a:pt x="22453" y="53310"/>
                    <a:pt x="21530" y="51901"/>
                    <a:pt x="20607" y="50517"/>
                  </a:cubicBezTo>
                  <a:cubicBezTo>
                    <a:pt x="18506" y="47492"/>
                    <a:pt x="16635" y="44289"/>
                    <a:pt x="15071" y="40957"/>
                  </a:cubicBezTo>
                  <a:cubicBezTo>
                    <a:pt x="13405" y="37317"/>
                    <a:pt x="12124" y="33550"/>
                    <a:pt x="11201" y="29680"/>
                  </a:cubicBezTo>
                  <a:cubicBezTo>
                    <a:pt x="10278" y="25938"/>
                    <a:pt x="9586" y="22144"/>
                    <a:pt x="8894" y="18377"/>
                  </a:cubicBezTo>
                  <a:cubicBezTo>
                    <a:pt x="8305" y="15327"/>
                    <a:pt x="7690" y="12251"/>
                    <a:pt x="6613" y="9278"/>
                  </a:cubicBezTo>
                  <a:cubicBezTo>
                    <a:pt x="6152" y="7945"/>
                    <a:pt x="5537" y="6664"/>
                    <a:pt x="4845" y="5434"/>
                  </a:cubicBezTo>
                  <a:cubicBezTo>
                    <a:pt x="3820" y="3639"/>
                    <a:pt x="2461" y="2050"/>
                    <a:pt x="872" y="743"/>
                  </a:cubicBezTo>
                  <a:cubicBezTo>
                    <a:pt x="565" y="513"/>
                    <a:pt x="283" y="256"/>
                    <a:pt x="1" y="0"/>
                  </a:cubicBezTo>
                  <a:lnTo>
                    <a:pt x="16635" y="0"/>
                  </a:lnTo>
                  <a:cubicBezTo>
                    <a:pt x="16865" y="1128"/>
                    <a:pt x="17173" y="2281"/>
                    <a:pt x="17378" y="3409"/>
                  </a:cubicBezTo>
                  <a:cubicBezTo>
                    <a:pt x="17532" y="4306"/>
                    <a:pt x="17660" y="5203"/>
                    <a:pt x="17711" y="6126"/>
                  </a:cubicBezTo>
                  <a:cubicBezTo>
                    <a:pt x="17839" y="7817"/>
                    <a:pt x="17916" y="9509"/>
                    <a:pt x="18019" y="11175"/>
                  </a:cubicBezTo>
                  <a:cubicBezTo>
                    <a:pt x="18198" y="14532"/>
                    <a:pt x="18326" y="17890"/>
                    <a:pt x="18711" y="21222"/>
                  </a:cubicBezTo>
                  <a:cubicBezTo>
                    <a:pt x="19198" y="25374"/>
                    <a:pt x="20018" y="29474"/>
                    <a:pt x="21633" y="33447"/>
                  </a:cubicBezTo>
                  <a:cubicBezTo>
                    <a:pt x="22555" y="35754"/>
                    <a:pt x="23760" y="37932"/>
                    <a:pt x="25246" y="39906"/>
                  </a:cubicBezTo>
                  <a:cubicBezTo>
                    <a:pt x="28220" y="43853"/>
                    <a:pt x="32295" y="46749"/>
                    <a:pt x="37498" y="48569"/>
                  </a:cubicBezTo>
                  <a:cubicBezTo>
                    <a:pt x="39394" y="49210"/>
                    <a:pt x="41342" y="49697"/>
                    <a:pt x="43316" y="50184"/>
                  </a:cubicBezTo>
                  <a:cubicBezTo>
                    <a:pt x="44469" y="50491"/>
                    <a:pt x="45648" y="50773"/>
                    <a:pt x="46776" y="51106"/>
                  </a:cubicBezTo>
                  <a:cubicBezTo>
                    <a:pt x="47468" y="51337"/>
                    <a:pt x="48160" y="51619"/>
                    <a:pt x="48801" y="51952"/>
                  </a:cubicBezTo>
                  <a:cubicBezTo>
                    <a:pt x="50005" y="52593"/>
                    <a:pt x="50595" y="53541"/>
                    <a:pt x="50595" y="54720"/>
                  </a:cubicBezTo>
                  <a:cubicBezTo>
                    <a:pt x="50620" y="55489"/>
                    <a:pt x="50466" y="56232"/>
                    <a:pt x="50159" y="56950"/>
                  </a:cubicBezTo>
                  <a:cubicBezTo>
                    <a:pt x="49749" y="57898"/>
                    <a:pt x="49287" y="58872"/>
                    <a:pt x="48826" y="59820"/>
                  </a:cubicBezTo>
                  <a:cubicBezTo>
                    <a:pt x="48237" y="61051"/>
                    <a:pt x="47596" y="62255"/>
                    <a:pt x="47032" y="63485"/>
                  </a:cubicBezTo>
                  <a:cubicBezTo>
                    <a:pt x="46366" y="64895"/>
                    <a:pt x="45930" y="66382"/>
                    <a:pt x="45699" y="67919"/>
                  </a:cubicBezTo>
                  <a:cubicBezTo>
                    <a:pt x="45417" y="70098"/>
                    <a:pt x="45853" y="72328"/>
                    <a:pt x="46981" y="74224"/>
                  </a:cubicBezTo>
                  <a:cubicBezTo>
                    <a:pt x="47237" y="74660"/>
                    <a:pt x="47519" y="75070"/>
                    <a:pt x="47801" y="75455"/>
                  </a:cubicBezTo>
                  <a:cubicBezTo>
                    <a:pt x="48160" y="75993"/>
                    <a:pt x="48519" y="76506"/>
                    <a:pt x="48929" y="76992"/>
                  </a:cubicBezTo>
                  <a:cubicBezTo>
                    <a:pt x="51825" y="80478"/>
                    <a:pt x="53491" y="84400"/>
                    <a:pt x="54439" y="88526"/>
                  </a:cubicBezTo>
                  <a:cubicBezTo>
                    <a:pt x="55157" y="91781"/>
                    <a:pt x="55695" y="95087"/>
                    <a:pt x="56079" y="98394"/>
                  </a:cubicBezTo>
                  <a:cubicBezTo>
                    <a:pt x="56438" y="101546"/>
                    <a:pt x="56720" y="104698"/>
                    <a:pt x="56925" y="107851"/>
                  </a:cubicBezTo>
                  <a:cubicBezTo>
                    <a:pt x="57182" y="111465"/>
                    <a:pt x="57182" y="115053"/>
                    <a:pt x="57207" y="118667"/>
                  </a:cubicBezTo>
                  <a:cubicBezTo>
                    <a:pt x="57207" y="120384"/>
                    <a:pt x="57258" y="122101"/>
                    <a:pt x="57335" y="123818"/>
                  </a:cubicBezTo>
                  <a:cubicBezTo>
                    <a:pt x="57438" y="127330"/>
                    <a:pt x="57258" y="130841"/>
                    <a:pt x="56797" y="134327"/>
                  </a:cubicBezTo>
                  <a:cubicBezTo>
                    <a:pt x="56541" y="136249"/>
                    <a:pt x="56438" y="138197"/>
                    <a:pt x="56490" y="140145"/>
                  </a:cubicBezTo>
                  <a:cubicBezTo>
                    <a:pt x="56541" y="141657"/>
                    <a:pt x="56771" y="143169"/>
                    <a:pt x="57233" y="144604"/>
                  </a:cubicBezTo>
                  <a:cubicBezTo>
                    <a:pt x="58130" y="147398"/>
                    <a:pt x="59898" y="149782"/>
                    <a:pt x="62487" y="151730"/>
                  </a:cubicBezTo>
                  <a:cubicBezTo>
                    <a:pt x="65563" y="154062"/>
                    <a:pt x="69202" y="155574"/>
                    <a:pt x="73252" y="156369"/>
                  </a:cubicBezTo>
                  <a:cubicBezTo>
                    <a:pt x="75892" y="156856"/>
                    <a:pt x="78557" y="157189"/>
                    <a:pt x="81248" y="157342"/>
                  </a:cubicBezTo>
                  <a:cubicBezTo>
                    <a:pt x="84426" y="157573"/>
                    <a:pt x="87604" y="157778"/>
                    <a:pt x="90757" y="158214"/>
                  </a:cubicBezTo>
                  <a:cubicBezTo>
                    <a:pt x="95088" y="158803"/>
                    <a:pt x="99369" y="159829"/>
                    <a:pt x="103521" y="161238"/>
                  </a:cubicBezTo>
                  <a:cubicBezTo>
                    <a:pt x="106494" y="162238"/>
                    <a:pt x="109441" y="163340"/>
                    <a:pt x="112389" y="164416"/>
                  </a:cubicBezTo>
                  <a:cubicBezTo>
                    <a:pt x="115669" y="165621"/>
                    <a:pt x="118976" y="166800"/>
                    <a:pt x="122410" y="167748"/>
                  </a:cubicBezTo>
                  <a:cubicBezTo>
                    <a:pt x="125460" y="168594"/>
                    <a:pt x="128587" y="169107"/>
                    <a:pt x="131740" y="169286"/>
                  </a:cubicBezTo>
                  <a:cubicBezTo>
                    <a:pt x="134918" y="169414"/>
                    <a:pt x="138121" y="169158"/>
                    <a:pt x="141223" y="168492"/>
                  </a:cubicBezTo>
                  <a:cubicBezTo>
                    <a:pt x="142760" y="168184"/>
                    <a:pt x="144273" y="167748"/>
                    <a:pt x="145785" y="167364"/>
                  </a:cubicBezTo>
                  <a:cubicBezTo>
                    <a:pt x="146144" y="167287"/>
                    <a:pt x="146528" y="167184"/>
                    <a:pt x="146887" y="167108"/>
                  </a:cubicBezTo>
                  <a:lnTo>
                    <a:pt x="146887" y="175950"/>
                  </a:ln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08" name="Google Shape;106;p5"/>
            <p:cNvSpPr/>
            <p:nvPr/>
          </p:nvSpPr>
          <p:spPr>
            <a:xfrm flipH="1">
              <a:off x="6785280" y="3044160"/>
              <a:ext cx="2357280" cy="2098440"/>
            </a:xfrm>
            <a:custGeom>
              <a:avLst/>
              <a:gdLst>
                <a:gd name="textAreaLeft" fmla="*/ 360 w 2357280"/>
                <a:gd name="textAreaRight" fmla="*/ 2358000 w 2357280"/>
                <a:gd name="textAreaTop" fmla="*/ 0 h 2098440"/>
                <a:gd name="textAreaBottom" fmla="*/ 2098800 h 2098440"/>
              </a:gdLst>
              <a:ahLst/>
              <a:cxnLst/>
              <a:rect l="textAreaLeft" t="textAreaTop" r="textAreaRight" b="textAreaBottom"/>
              <a:pathLst>
                <a:path w="73405" h="71791">
                  <a:moveTo>
                    <a:pt x="15327" y="20582"/>
                  </a:moveTo>
                  <a:cubicBezTo>
                    <a:pt x="18941" y="17865"/>
                    <a:pt x="22580" y="15148"/>
                    <a:pt x="26220" y="12457"/>
                  </a:cubicBezTo>
                  <a:cubicBezTo>
                    <a:pt x="28629" y="10688"/>
                    <a:pt x="31141" y="8997"/>
                    <a:pt x="33755" y="7433"/>
                  </a:cubicBezTo>
                  <a:cubicBezTo>
                    <a:pt x="37907" y="4896"/>
                    <a:pt x="42392" y="2922"/>
                    <a:pt x="47057" y="1590"/>
                  </a:cubicBezTo>
                  <a:cubicBezTo>
                    <a:pt x="50645" y="539"/>
                    <a:pt x="54361" y="1"/>
                    <a:pt x="58103" y="1"/>
                  </a:cubicBezTo>
                  <a:cubicBezTo>
                    <a:pt x="59898" y="1"/>
                    <a:pt x="61640" y="257"/>
                    <a:pt x="63358" y="744"/>
                  </a:cubicBezTo>
                  <a:cubicBezTo>
                    <a:pt x="66408" y="1615"/>
                    <a:pt x="68689" y="3230"/>
                    <a:pt x="70201" y="5562"/>
                  </a:cubicBezTo>
                  <a:cubicBezTo>
                    <a:pt x="71277" y="7305"/>
                    <a:pt x="72021" y="9253"/>
                    <a:pt x="72405" y="11278"/>
                  </a:cubicBezTo>
                  <a:cubicBezTo>
                    <a:pt x="72995" y="14148"/>
                    <a:pt x="73276" y="17096"/>
                    <a:pt x="73302" y="20069"/>
                  </a:cubicBezTo>
                  <a:cubicBezTo>
                    <a:pt x="73405" y="24862"/>
                    <a:pt x="73276" y="29629"/>
                    <a:pt x="72918" y="34422"/>
                  </a:cubicBezTo>
                  <a:cubicBezTo>
                    <a:pt x="72764" y="36780"/>
                    <a:pt x="72610" y="39112"/>
                    <a:pt x="72405" y="41470"/>
                  </a:cubicBezTo>
                  <a:cubicBezTo>
                    <a:pt x="71867" y="47032"/>
                    <a:pt x="71124" y="52542"/>
                    <a:pt x="69688" y="58027"/>
                  </a:cubicBezTo>
                  <a:cubicBezTo>
                    <a:pt x="68561" y="62102"/>
                    <a:pt x="67074" y="66100"/>
                    <a:pt x="65254" y="69945"/>
                  </a:cubicBezTo>
                  <a:cubicBezTo>
                    <a:pt x="64972" y="70560"/>
                    <a:pt x="64716" y="71175"/>
                    <a:pt x="64434" y="71790"/>
                  </a:cubicBezTo>
                  <a:lnTo>
                    <a:pt x="50107" y="71790"/>
                  </a:lnTo>
                  <a:lnTo>
                    <a:pt x="52029" y="66100"/>
                  </a:lnTo>
                  <a:cubicBezTo>
                    <a:pt x="53541" y="61589"/>
                    <a:pt x="54977" y="57053"/>
                    <a:pt x="56104" y="52440"/>
                  </a:cubicBezTo>
                  <a:cubicBezTo>
                    <a:pt x="57155" y="48390"/>
                    <a:pt x="57847" y="44264"/>
                    <a:pt x="58206" y="40086"/>
                  </a:cubicBezTo>
                  <a:cubicBezTo>
                    <a:pt x="58488" y="37190"/>
                    <a:pt x="58411" y="34268"/>
                    <a:pt x="58027" y="31372"/>
                  </a:cubicBezTo>
                  <a:cubicBezTo>
                    <a:pt x="57822" y="29578"/>
                    <a:pt x="57309" y="27835"/>
                    <a:pt x="56514" y="26194"/>
                  </a:cubicBezTo>
                  <a:cubicBezTo>
                    <a:pt x="56130" y="25426"/>
                    <a:pt x="55669" y="24708"/>
                    <a:pt x="55105" y="24042"/>
                  </a:cubicBezTo>
                  <a:cubicBezTo>
                    <a:pt x="53721" y="22478"/>
                    <a:pt x="51850" y="21555"/>
                    <a:pt x="49543" y="21222"/>
                  </a:cubicBezTo>
                  <a:cubicBezTo>
                    <a:pt x="47467" y="20992"/>
                    <a:pt x="45365" y="21094"/>
                    <a:pt x="43341" y="21530"/>
                  </a:cubicBezTo>
                  <a:cubicBezTo>
                    <a:pt x="40803" y="22017"/>
                    <a:pt x="38317" y="22709"/>
                    <a:pt x="35908" y="23580"/>
                  </a:cubicBezTo>
                  <a:cubicBezTo>
                    <a:pt x="31371" y="25169"/>
                    <a:pt x="27014" y="27092"/>
                    <a:pt x="22708" y="29039"/>
                  </a:cubicBezTo>
                  <a:cubicBezTo>
                    <a:pt x="15352" y="32397"/>
                    <a:pt x="8202" y="36216"/>
                    <a:pt x="1333" y="40445"/>
                  </a:cubicBezTo>
                  <a:cubicBezTo>
                    <a:pt x="897" y="40701"/>
                    <a:pt x="436" y="40906"/>
                    <a:pt x="0" y="41137"/>
                  </a:cubicBezTo>
                  <a:lnTo>
                    <a:pt x="0" y="31013"/>
                  </a:lnTo>
                  <a:cubicBezTo>
                    <a:pt x="538" y="30987"/>
                    <a:pt x="871" y="30654"/>
                    <a:pt x="1256" y="30423"/>
                  </a:cubicBezTo>
                  <a:cubicBezTo>
                    <a:pt x="6126" y="27322"/>
                    <a:pt x="10790" y="24016"/>
                    <a:pt x="15327" y="20582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09" name="Google Shape;107;p5"/>
            <p:cNvSpPr/>
            <p:nvPr/>
          </p:nvSpPr>
          <p:spPr>
            <a:xfrm flipH="1">
              <a:off x="3612600" y="699120"/>
              <a:ext cx="5529240" cy="4444200"/>
            </a:xfrm>
            <a:custGeom>
              <a:avLst/>
              <a:gdLst>
                <a:gd name="textAreaLeft" fmla="*/ -360 w 5529240"/>
                <a:gd name="textAreaRight" fmla="*/ 5529240 w 5529240"/>
                <a:gd name="textAreaTop" fmla="*/ 0 h 4444200"/>
                <a:gd name="textAreaBottom" fmla="*/ 4444560 h 4444200"/>
              </a:gdLst>
              <a:ahLst/>
              <a:cxnLst/>
              <a:rect l="textAreaLeft" t="textAreaTop" r="textAreaRight" b="textAreaBottom"/>
              <a:pathLst>
                <a:path w="172158" h="152038">
                  <a:moveTo>
                    <a:pt x="21427" y="15661"/>
                  </a:moveTo>
                  <a:cubicBezTo>
                    <a:pt x="24938" y="18070"/>
                    <a:pt x="28424" y="20479"/>
                    <a:pt x="31961" y="22837"/>
                  </a:cubicBezTo>
                  <a:cubicBezTo>
                    <a:pt x="35959" y="25580"/>
                    <a:pt x="40162" y="27989"/>
                    <a:pt x="44545" y="30090"/>
                  </a:cubicBezTo>
                  <a:cubicBezTo>
                    <a:pt x="48928" y="32218"/>
                    <a:pt x="53593" y="33807"/>
                    <a:pt x="58360" y="34806"/>
                  </a:cubicBezTo>
                  <a:cubicBezTo>
                    <a:pt x="61564" y="35447"/>
                    <a:pt x="64767" y="35806"/>
                    <a:pt x="68074" y="35524"/>
                  </a:cubicBezTo>
                  <a:cubicBezTo>
                    <a:pt x="71072" y="35268"/>
                    <a:pt x="73994" y="34396"/>
                    <a:pt x="76660" y="32961"/>
                  </a:cubicBezTo>
                  <a:cubicBezTo>
                    <a:pt x="78274" y="32038"/>
                    <a:pt x="79761" y="30911"/>
                    <a:pt x="81119" y="29629"/>
                  </a:cubicBezTo>
                  <a:cubicBezTo>
                    <a:pt x="82606" y="28194"/>
                    <a:pt x="83964" y="26656"/>
                    <a:pt x="85143" y="24964"/>
                  </a:cubicBezTo>
                  <a:cubicBezTo>
                    <a:pt x="86399" y="23196"/>
                    <a:pt x="87629" y="21376"/>
                    <a:pt x="88757" y="19531"/>
                  </a:cubicBezTo>
                  <a:cubicBezTo>
                    <a:pt x="90090" y="17378"/>
                    <a:pt x="91320" y="15199"/>
                    <a:pt x="92627" y="13046"/>
                  </a:cubicBezTo>
                  <a:cubicBezTo>
                    <a:pt x="94062" y="10612"/>
                    <a:pt x="95728" y="8382"/>
                    <a:pt x="97651" y="6331"/>
                  </a:cubicBezTo>
                  <a:cubicBezTo>
                    <a:pt x="98983" y="4947"/>
                    <a:pt x="100444" y="3743"/>
                    <a:pt x="102033" y="2692"/>
                  </a:cubicBezTo>
                  <a:cubicBezTo>
                    <a:pt x="103366" y="1795"/>
                    <a:pt x="104827" y="1077"/>
                    <a:pt x="106365" y="616"/>
                  </a:cubicBezTo>
                  <a:cubicBezTo>
                    <a:pt x="107749" y="180"/>
                    <a:pt x="109159" y="1"/>
                    <a:pt x="110620" y="52"/>
                  </a:cubicBezTo>
                  <a:cubicBezTo>
                    <a:pt x="112619" y="129"/>
                    <a:pt x="114567" y="744"/>
                    <a:pt x="116233" y="1872"/>
                  </a:cubicBezTo>
                  <a:cubicBezTo>
                    <a:pt x="117437" y="2666"/>
                    <a:pt x="118514" y="3666"/>
                    <a:pt x="119436" y="4768"/>
                  </a:cubicBezTo>
                  <a:cubicBezTo>
                    <a:pt x="120538" y="6101"/>
                    <a:pt x="121487" y="7536"/>
                    <a:pt x="122281" y="9048"/>
                  </a:cubicBezTo>
                  <a:cubicBezTo>
                    <a:pt x="123358" y="11073"/>
                    <a:pt x="124280" y="13175"/>
                    <a:pt x="125024" y="15328"/>
                  </a:cubicBezTo>
                  <a:cubicBezTo>
                    <a:pt x="127228" y="21222"/>
                    <a:pt x="128817" y="27245"/>
                    <a:pt x="130252" y="33320"/>
                  </a:cubicBezTo>
                  <a:cubicBezTo>
                    <a:pt x="131713" y="39445"/>
                    <a:pt x="132995" y="45622"/>
                    <a:pt x="133994" y="51825"/>
                  </a:cubicBezTo>
                  <a:cubicBezTo>
                    <a:pt x="134609" y="55720"/>
                    <a:pt x="135096" y="59616"/>
                    <a:pt x="135481" y="63512"/>
                  </a:cubicBezTo>
                  <a:cubicBezTo>
                    <a:pt x="135788" y="66716"/>
                    <a:pt x="136070" y="69945"/>
                    <a:pt x="136429" y="73149"/>
                  </a:cubicBezTo>
                  <a:cubicBezTo>
                    <a:pt x="136737" y="75789"/>
                    <a:pt x="137326" y="78403"/>
                    <a:pt x="138198" y="80889"/>
                  </a:cubicBezTo>
                  <a:cubicBezTo>
                    <a:pt x="139658" y="85195"/>
                    <a:pt x="142196" y="89065"/>
                    <a:pt x="145553" y="92141"/>
                  </a:cubicBezTo>
                  <a:cubicBezTo>
                    <a:pt x="146117" y="92653"/>
                    <a:pt x="146707" y="93217"/>
                    <a:pt x="147245" y="93781"/>
                  </a:cubicBezTo>
                  <a:cubicBezTo>
                    <a:pt x="147834" y="94422"/>
                    <a:pt x="148450" y="95062"/>
                    <a:pt x="148988" y="95729"/>
                  </a:cubicBezTo>
                  <a:cubicBezTo>
                    <a:pt x="151166" y="98446"/>
                    <a:pt x="151935" y="101419"/>
                    <a:pt x="151269" y="104622"/>
                  </a:cubicBezTo>
                  <a:cubicBezTo>
                    <a:pt x="151038" y="105724"/>
                    <a:pt x="150705" y="106827"/>
                    <a:pt x="150423" y="107929"/>
                  </a:cubicBezTo>
                  <a:cubicBezTo>
                    <a:pt x="149962" y="109518"/>
                    <a:pt x="149449" y="111132"/>
                    <a:pt x="149065" y="112773"/>
                  </a:cubicBezTo>
                  <a:cubicBezTo>
                    <a:pt x="148398" y="115515"/>
                    <a:pt x="148347" y="118386"/>
                    <a:pt x="148885" y="121179"/>
                  </a:cubicBezTo>
                  <a:cubicBezTo>
                    <a:pt x="149449" y="123999"/>
                    <a:pt x="150423" y="126715"/>
                    <a:pt x="151781" y="129253"/>
                  </a:cubicBezTo>
                  <a:cubicBezTo>
                    <a:pt x="153858" y="133225"/>
                    <a:pt x="156600" y="136865"/>
                    <a:pt x="159701" y="140325"/>
                  </a:cubicBezTo>
                  <a:cubicBezTo>
                    <a:pt x="163264" y="144221"/>
                    <a:pt x="167134" y="147860"/>
                    <a:pt x="171235" y="151218"/>
                  </a:cubicBezTo>
                  <a:cubicBezTo>
                    <a:pt x="171568" y="151474"/>
                    <a:pt x="171850" y="151756"/>
                    <a:pt x="172157" y="152038"/>
                  </a:cubicBezTo>
                  <a:lnTo>
                    <a:pt x="166006" y="152038"/>
                  </a:lnTo>
                  <a:cubicBezTo>
                    <a:pt x="165724" y="151782"/>
                    <a:pt x="165494" y="151500"/>
                    <a:pt x="165212" y="151243"/>
                  </a:cubicBezTo>
                  <a:cubicBezTo>
                    <a:pt x="161111" y="147732"/>
                    <a:pt x="157292" y="143913"/>
                    <a:pt x="153781" y="139812"/>
                  </a:cubicBezTo>
                  <a:cubicBezTo>
                    <a:pt x="151038" y="136609"/>
                    <a:pt x="148706" y="133123"/>
                    <a:pt x="146784" y="129381"/>
                  </a:cubicBezTo>
                  <a:cubicBezTo>
                    <a:pt x="145092" y="126049"/>
                    <a:pt x="143990" y="122461"/>
                    <a:pt x="143529" y="118744"/>
                  </a:cubicBezTo>
                  <a:cubicBezTo>
                    <a:pt x="143195" y="115900"/>
                    <a:pt x="143324" y="113055"/>
                    <a:pt x="143580" y="110210"/>
                  </a:cubicBezTo>
                  <a:cubicBezTo>
                    <a:pt x="143708" y="108723"/>
                    <a:pt x="143836" y="107211"/>
                    <a:pt x="143862" y="105724"/>
                  </a:cubicBezTo>
                  <a:cubicBezTo>
                    <a:pt x="143939" y="102956"/>
                    <a:pt x="142939" y="100265"/>
                    <a:pt x="141119" y="98189"/>
                  </a:cubicBezTo>
                  <a:cubicBezTo>
                    <a:pt x="140786" y="97805"/>
                    <a:pt x="140479" y="97420"/>
                    <a:pt x="140145" y="97036"/>
                  </a:cubicBezTo>
                  <a:cubicBezTo>
                    <a:pt x="139530" y="96344"/>
                    <a:pt x="138941" y="95678"/>
                    <a:pt x="138351" y="94986"/>
                  </a:cubicBezTo>
                  <a:cubicBezTo>
                    <a:pt x="136660" y="93038"/>
                    <a:pt x="135327" y="90833"/>
                    <a:pt x="134327" y="88475"/>
                  </a:cubicBezTo>
                  <a:cubicBezTo>
                    <a:pt x="133123" y="85477"/>
                    <a:pt x="132277" y="82324"/>
                    <a:pt x="131867" y="79121"/>
                  </a:cubicBezTo>
                  <a:cubicBezTo>
                    <a:pt x="131508" y="76506"/>
                    <a:pt x="131303" y="73866"/>
                    <a:pt x="131252" y="71252"/>
                  </a:cubicBezTo>
                  <a:cubicBezTo>
                    <a:pt x="131098" y="67126"/>
                    <a:pt x="130919" y="63025"/>
                    <a:pt x="130483" y="58950"/>
                  </a:cubicBezTo>
                  <a:cubicBezTo>
                    <a:pt x="130278" y="56797"/>
                    <a:pt x="130047" y="54644"/>
                    <a:pt x="129714" y="52491"/>
                  </a:cubicBezTo>
                  <a:cubicBezTo>
                    <a:pt x="129201" y="49364"/>
                    <a:pt x="128637" y="46237"/>
                    <a:pt x="128022" y="43110"/>
                  </a:cubicBezTo>
                  <a:cubicBezTo>
                    <a:pt x="126843" y="37190"/>
                    <a:pt x="125306" y="31321"/>
                    <a:pt x="123435" y="25580"/>
                  </a:cubicBezTo>
                  <a:cubicBezTo>
                    <a:pt x="122409" y="22350"/>
                    <a:pt x="121102" y="19198"/>
                    <a:pt x="119590" y="16148"/>
                  </a:cubicBezTo>
                  <a:cubicBezTo>
                    <a:pt x="118744" y="14507"/>
                    <a:pt x="117745" y="12944"/>
                    <a:pt x="116591" y="11534"/>
                  </a:cubicBezTo>
                  <a:cubicBezTo>
                    <a:pt x="115720" y="10483"/>
                    <a:pt x="114746" y="9561"/>
                    <a:pt x="113618" y="8817"/>
                  </a:cubicBezTo>
                  <a:cubicBezTo>
                    <a:pt x="112516" y="8074"/>
                    <a:pt x="111312" y="7536"/>
                    <a:pt x="110004" y="7280"/>
                  </a:cubicBezTo>
                  <a:cubicBezTo>
                    <a:pt x="108108" y="6895"/>
                    <a:pt x="106134" y="7075"/>
                    <a:pt x="104340" y="7741"/>
                  </a:cubicBezTo>
                  <a:cubicBezTo>
                    <a:pt x="102905" y="8279"/>
                    <a:pt x="101572" y="8997"/>
                    <a:pt x="100342" y="9894"/>
                  </a:cubicBezTo>
                  <a:cubicBezTo>
                    <a:pt x="99060" y="10842"/>
                    <a:pt x="97881" y="11893"/>
                    <a:pt x="96831" y="13072"/>
                  </a:cubicBezTo>
                  <a:cubicBezTo>
                    <a:pt x="95472" y="14559"/>
                    <a:pt x="94242" y="16148"/>
                    <a:pt x="93114" y="17814"/>
                  </a:cubicBezTo>
                  <a:cubicBezTo>
                    <a:pt x="91781" y="19736"/>
                    <a:pt x="90449" y="21684"/>
                    <a:pt x="89116" y="23606"/>
                  </a:cubicBezTo>
                  <a:cubicBezTo>
                    <a:pt x="87578" y="25810"/>
                    <a:pt x="85861" y="27886"/>
                    <a:pt x="84015" y="29834"/>
                  </a:cubicBezTo>
                  <a:cubicBezTo>
                    <a:pt x="82657" y="31269"/>
                    <a:pt x="81145" y="32551"/>
                    <a:pt x="79505" y="33679"/>
                  </a:cubicBezTo>
                  <a:cubicBezTo>
                    <a:pt x="75916" y="36088"/>
                    <a:pt x="71764" y="37292"/>
                    <a:pt x="67125" y="37395"/>
                  </a:cubicBezTo>
                  <a:cubicBezTo>
                    <a:pt x="63665" y="37421"/>
                    <a:pt x="60179" y="36985"/>
                    <a:pt x="56822" y="36139"/>
                  </a:cubicBezTo>
                  <a:cubicBezTo>
                    <a:pt x="51260" y="34781"/>
                    <a:pt x="45878" y="32756"/>
                    <a:pt x="40803" y="30142"/>
                  </a:cubicBezTo>
                  <a:cubicBezTo>
                    <a:pt x="36907" y="28117"/>
                    <a:pt x="33140" y="25887"/>
                    <a:pt x="29500" y="23478"/>
                  </a:cubicBezTo>
                  <a:cubicBezTo>
                    <a:pt x="26015" y="21171"/>
                    <a:pt x="22554" y="18813"/>
                    <a:pt x="19043" y="16532"/>
                  </a:cubicBezTo>
                  <a:cubicBezTo>
                    <a:pt x="13302" y="12765"/>
                    <a:pt x="7381" y="9304"/>
                    <a:pt x="1307" y="6152"/>
                  </a:cubicBezTo>
                  <a:cubicBezTo>
                    <a:pt x="897" y="5947"/>
                    <a:pt x="436" y="5793"/>
                    <a:pt x="0" y="5588"/>
                  </a:cubicBezTo>
                  <a:lnTo>
                    <a:pt x="0" y="2974"/>
                  </a:lnTo>
                  <a:cubicBezTo>
                    <a:pt x="436" y="3153"/>
                    <a:pt x="897" y="3333"/>
                    <a:pt x="1307" y="3538"/>
                  </a:cubicBezTo>
                  <a:cubicBezTo>
                    <a:pt x="8227" y="7203"/>
                    <a:pt x="14942" y="11252"/>
                    <a:pt x="21427" y="15661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10" name="Google Shape;108;p5"/>
            <p:cNvSpPr/>
            <p:nvPr/>
          </p:nvSpPr>
          <p:spPr>
            <a:xfrm flipH="1">
              <a:off x="-720" y="362520"/>
              <a:ext cx="1572120" cy="3028680"/>
            </a:xfrm>
            <a:custGeom>
              <a:avLst/>
              <a:gdLst>
                <a:gd name="textAreaLeft" fmla="*/ -360 w 1572120"/>
                <a:gd name="textAreaRight" fmla="*/ 1572120 w 1572120"/>
                <a:gd name="textAreaTop" fmla="*/ 0 h 3028680"/>
                <a:gd name="textAreaBottom" fmla="*/ 3029040 h 3028680"/>
              </a:gdLst>
              <a:ahLst/>
              <a:cxnLst/>
              <a:rect l="textAreaLeft" t="textAreaTop" r="textAreaRight" b="textAreaBottom"/>
              <a:pathLst>
                <a:path w="48954" h="103623">
                  <a:moveTo>
                    <a:pt x="30962" y="101188"/>
                  </a:moveTo>
                  <a:cubicBezTo>
                    <a:pt x="28040" y="100265"/>
                    <a:pt x="25220" y="99035"/>
                    <a:pt x="22529" y="97523"/>
                  </a:cubicBezTo>
                  <a:cubicBezTo>
                    <a:pt x="18223" y="95114"/>
                    <a:pt x="14302" y="92064"/>
                    <a:pt x="10944" y="88450"/>
                  </a:cubicBezTo>
                  <a:cubicBezTo>
                    <a:pt x="6049" y="83196"/>
                    <a:pt x="2794" y="77327"/>
                    <a:pt x="1179" y="70817"/>
                  </a:cubicBezTo>
                  <a:cubicBezTo>
                    <a:pt x="0" y="66024"/>
                    <a:pt x="180" y="61205"/>
                    <a:pt x="1282" y="56438"/>
                  </a:cubicBezTo>
                  <a:cubicBezTo>
                    <a:pt x="1846" y="54055"/>
                    <a:pt x="2538" y="51671"/>
                    <a:pt x="3230" y="49287"/>
                  </a:cubicBezTo>
                  <a:cubicBezTo>
                    <a:pt x="4434" y="45135"/>
                    <a:pt x="6075" y="41137"/>
                    <a:pt x="8125" y="37318"/>
                  </a:cubicBezTo>
                  <a:cubicBezTo>
                    <a:pt x="11073" y="31833"/>
                    <a:pt x="14968" y="26861"/>
                    <a:pt x="19479" y="22196"/>
                  </a:cubicBezTo>
                  <a:cubicBezTo>
                    <a:pt x="24631" y="16917"/>
                    <a:pt x="30141" y="12021"/>
                    <a:pt x="35985" y="7562"/>
                  </a:cubicBezTo>
                  <a:cubicBezTo>
                    <a:pt x="39958" y="4486"/>
                    <a:pt x="44315" y="1949"/>
                    <a:pt x="48954" y="1"/>
                  </a:cubicBezTo>
                  <a:lnTo>
                    <a:pt x="48954" y="3948"/>
                  </a:lnTo>
                  <a:cubicBezTo>
                    <a:pt x="48749" y="4025"/>
                    <a:pt x="48544" y="4076"/>
                    <a:pt x="48339" y="4179"/>
                  </a:cubicBezTo>
                  <a:cubicBezTo>
                    <a:pt x="45853" y="5383"/>
                    <a:pt x="43495" y="6793"/>
                    <a:pt x="41239" y="8433"/>
                  </a:cubicBezTo>
                  <a:cubicBezTo>
                    <a:pt x="33986" y="13687"/>
                    <a:pt x="27348" y="19428"/>
                    <a:pt x="21581" y="25836"/>
                  </a:cubicBezTo>
                  <a:cubicBezTo>
                    <a:pt x="17275" y="30654"/>
                    <a:pt x="13841" y="35883"/>
                    <a:pt x="11534" y="41573"/>
                  </a:cubicBezTo>
                  <a:cubicBezTo>
                    <a:pt x="10355" y="44443"/>
                    <a:pt x="9458" y="47442"/>
                    <a:pt x="8920" y="50492"/>
                  </a:cubicBezTo>
                  <a:cubicBezTo>
                    <a:pt x="8535" y="52645"/>
                    <a:pt x="8151" y="54772"/>
                    <a:pt x="7920" y="56925"/>
                  </a:cubicBezTo>
                  <a:cubicBezTo>
                    <a:pt x="7074" y="64614"/>
                    <a:pt x="9612" y="71432"/>
                    <a:pt x="15763" y="77275"/>
                  </a:cubicBezTo>
                  <a:cubicBezTo>
                    <a:pt x="19838" y="81145"/>
                    <a:pt x="24708" y="84119"/>
                    <a:pt x="30039" y="85964"/>
                  </a:cubicBezTo>
                  <a:cubicBezTo>
                    <a:pt x="34165" y="87399"/>
                    <a:pt x="38522" y="88091"/>
                    <a:pt x="42905" y="87989"/>
                  </a:cubicBezTo>
                  <a:cubicBezTo>
                    <a:pt x="44930" y="87963"/>
                    <a:pt x="46980" y="87707"/>
                    <a:pt x="48954" y="87194"/>
                  </a:cubicBezTo>
                  <a:lnTo>
                    <a:pt x="48954" y="102623"/>
                  </a:lnTo>
                  <a:cubicBezTo>
                    <a:pt x="48851" y="102623"/>
                    <a:pt x="48723" y="102623"/>
                    <a:pt x="48621" y="102649"/>
                  </a:cubicBezTo>
                  <a:cubicBezTo>
                    <a:pt x="42546" y="103623"/>
                    <a:pt x="36677" y="103008"/>
                    <a:pt x="30962" y="10118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11" name="Google Shape;109;p5"/>
            <p:cNvSpPr/>
            <p:nvPr/>
          </p:nvSpPr>
          <p:spPr>
            <a:xfrm flipH="1">
              <a:off x="0" y="0"/>
              <a:ext cx="4073760" cy="4843440"/>
            </a:xfrm>
            <a:custGeom>
              <a:avLst/>
              <a:gdLst>
                <a:gd name="textAreaLeft" fmla="*/ 360 w 4073760"/>
                <a:gd name="textAreaRight" fmla="*/ 4074480 w 4073760"/>
                <a:gd name="textAreaTop" fmla="*/ 0 h 4843440"/>
                <a:gd name="textAreaBottom" fmla="*/ 4843800 h 4843440"/>
              </a:gdLst>
              <a:ahLst/>
              <a:cxnLst/>
              <a:rect l="textAreaLeft" t="textAreaTop" r="textAreaRight" b="textAreaBottom"/>
              <a:pathLst>
                <a:path w="126844" h="165698">
                  <a:moveTo>
                    <a:pt x="114055" y="165595"/>
                  </a:moveTo>
                  <a:cubicBezTo>
                    <a:pt x="110184" y="165698"/>
                    <a:pt x="106340" y="165288"/>
                    <a:pt x="102598" y="164365"/>
                  </a:cubicBezTo>
                  <a:cubicBezTo>
                    <a:pt x="99573" y="163571"/>
                    <a:pt x="96600" y="162648"/>
                    <a:pt x="93679" y="161546"/>
                  </a:cubicBezTo>
                  <a:cubicBezTo>
                    <a:pt x="90321" y="160316"/>
                    <a:pt x="86963" y="159034"/>
                    <a:pt x="83580" y="157829"/>
                  </a:cubicBezTo>
                  <a:cubicBezTo>
                    <a:pt x="78019" y="155830"/>
                    <a:pt x="72252" y="154446"/>
                    <a:pt x="66383" y="153703"/>
                  </a:cubicBezTo>
                  <a:cubicBezTo>
                    <a:pt x="63640" y="153344"/>
                    <a:pt x="60898" y="153011"/>
                    <a:pt x="58181" y="152627"/>
                  </a:cubicBezTo>
                  <a:cubicBezTo>
                    <a:pt x="56054" y="152345"/>
                    <a:pt x="53978" y="151858"/>
                    <a:pt x="51953" y="151140"/>
                  </a:cubicBezTo>
                  <a:cubicBezTo>
                    <a:pt x="46904" y="149269"/>
                    <a:pt x="43597" y="146142"/>
                    <a:pt x="42085" y="141734"/>
                  </a:cubicBezTo>
                  <a:cubicBezTo>
                    <a:pt x="41624" y="140401"/>
                    <a:pt x="41342" y="138991"/>
                    <a:pt x="41214" y="137582"/>
                  </a:cubicBezTo>
                  <a:cubicBezTo>
                    <a:pt x="40983" y="135506"/>
                    <a:pt x="41034" y="133455"/>
                    <a:pt x="41009" y="131379"/>
                  </a:cubicBezTo>
                  <a:cubicBezTo>
                    <a:pt x="40983" y="129508"/>
                    <a:pt x="40932" y="127612"/>
                    <a:pt x="40829" y="125741"/>
                  </a:cubicBezTo>
                  <a:cubicBezTo>
                    <a:pt x="40676" y="122460"/>
                    <a:pt x="40470" y="119179"/>
                    <a:pt x="40317" y="115899"/>
                  </a:cubicBezTo>
                  <a:cubicBezTo>
                    <a:pt x="40137" y="112362"/>
                    <a:pt x="40009" y="108825"/>
                    <a:pt x="39778" y="105288"/>
                  </a:cubicBezTo>
                  <a:cubicBezTo>
                    <a:pt x="39573" y="102033"/>
                    <a:pt x="39266" y="98778"/>
                    <a:pt x="38984" y="95523"/>
                  </a:cubicBezTo>
                  <a:cubicBezTo>
                    <a:pt x="38651" y="91499"/>
                    <a:pt x="38241" y="87475"/>
                    <a:pt x="37600" y="83477"/>
                  </a:cubicBezTo>
                  <a:cubicBezTo>
                    <a:pt x="37087" y="80017"/>
                    <a:pt x="36062" y="76634"/>
                    <a:pt x="34499" y="73507"/>
                  </a:cubicBezTo>
                  <a:cubicBezTo>
                    <a:pt x="34063" y="72635"/>
                    <a:pt x="33678" y="71738"/>
                    <a:pt x="33320" y="70841"/>
                  </a:cubicBezTo>
                  <a:cubicBezTo>
                    <a:pt x="32628" y="69124"/>
                    <a:pt x="32448" y="67202"/>
                    <a:pt x="32833" y="65382"/>
                  </a:cubicBezTo>
                  <a:cubicBezTo>
                    <a:pt x="33063" y="64177"/>
                    <a:pt x="33473" y="63024"/>
                    <a:pt x="34037" y="61973"/>
                  </a:cubicBezTo>
                  <a:cubicBezTo>
                    <a:pt x="34781" y="60589"/>
                    <a:pt x="35575" y="59231"/>
                    <a:pt x="36370" y="57898"/>
                  </a:cubicBezTo>
                  <a:cubicBezTo>
                    <a:pt x="37010" y="56822"/>
                    <a:pt x="37677" y="55771"/>
                    <a:pt x="38292" y="54694"/>
                  </a:cubicBezTo>
                  <a:cubicBezTo>
                    <a:pt x="38830" y="53797"/>
                    <a:pt x="39240" y="52849"/>
                    <a:pt x="39497" y="51849"/>
                  </a:cubicBezTo>
                  <a:cubicBezTo>
                    <a:pt x="39702" y="51183"/>
                    <a:pt x="39753" y="50491"/>
                    <a:pt x="39676" y="49799"/>
                  </a:cubicBezTo>
                  <a:cubicBezTo>
                    <a:pt x="39497" y="48646"/>
                    <a:pt x="38753" y="47851"/>
                    <a:pt x="37446" y="47415"/>
                  </a:cubicBezTo>
                  <a:cubicBezTo>
                    <a:pt x="36652" y="47134"/>
                    <a:pt x="35831" y="47005"/>
                    <a:pt x="34986" y="46980"/>
                  </a:cubicBezTo>
                  <a:cubicBezTo>
                    <a:pt x="33909" y="46929"/>
                    <a:pt x="32807" y="46929"/>
                    <a:pt x="31705" y="46929"/>
                  </a:cubicBezTo>
                  <a:cubicBezTo>
                    <a:pt x="30193" y="46929"/>
                    <a:pt x="28655" y="46954"/>
                    <a:pt x="27143" y="46954"/>
                  </a:cubicBezTo>
                  <a:cubicBezTo>
                    <a:pt x="25092" y="46954"/>
                    <a:pt x="23068" y="46775"/>
                    <a:pt x="21068" y="46416"/>
                  </a:cubicBezTo>
                  <a:cubicBezTo>
                    <a:pt x="15763" y="45442"/>
                    <a:pt x="11457" y="43238"/>
                    <a:pt x="8202" y="39650"/>
                  </a:cubicBezTo>
                  <a:cubicBezTo>
                    <a:pt x="7151" y="38496"/>
                    <a:pt x="6229" y="37215"/>
                    <a:pt x="5460" y="35882"/>
                  </a:cubicBezTo>
                  <a:cubicBezTo>
                    <a:pt x="4178" y="33703"/>
                    <a:pt x="3179" y="31345"/>
                    <a:pt x="2512" y="28911"/>
                  </a:cubicBezTo>
                  <a:cubicBezTo>
                    <a:pt x="1410" y="24810"/>
                    <a:pt x="795" y="20581"/>
                    <a:pt x="693" y="16352"/>
                  </a:cubicBezTo>
                  <a:cubicBezTo>
                    <a:pt x="590" y="12507"/>
                    <a:pt x="539" y="8663"/>
                    <a:pt x="462" y="4793"/>
                  </a:cubicBezTo>
                  <a:cubicBezTo>
                    <a:pt x="462" y="3178"/>
                    <a:pt x="308" y="1589"/>
                    <a:pt x="1" y="0"/>
                  </a:cubicBezTo>
                  <a:lnTo>
                    <a:pt x="2743" y="0"/>
                  </a:lnTo>
                  <a:cubicBezTo>
                    <a:pt x="2794" y="1666"/>
                    <a:pt x="2897" y="3306"/>
                    <a:pt x="2871" y="4972"/>
                  </a:cubicBezTo>
                  <a:cubicBezTo>
                    <a:pt x="2871" y="7638"/>
                    <a:pt x="2769" y="10303"/>
                    <a:pt x="2743" y="12969"/>
                  </a:cubicBezTo>
                  <a:cubicBezTo>
                    <a:pt x="2692" y="16403"/>
                    <a:pt x="2897" y="19863"/>
                    <a:pt x="3384" y="23272"/>
                  </a:cubicBezTo>
                  <a:cubicBezTo>
                    <a:pt x="3768" y="25963"/>
                    <a:pt x="4460" y="28603"/>
                    <a:pt x="5460" y="31140"/>
                  </a:cubicBezTo>
                  <a:cubicBezTo>
                    <a:pt x="6511" y="33832"/>
                    <a:pt x="8048" y="36266"/>
                    <a:pt x="10022" y="38368"/>
                  </a:cubicBezTo>
                  <a:cubicBezTo>
                    <a:pt x="12380" y="40777"/>
                    <a:pt x="15353" y="42520"/>
                    <a:pt x="18634" y="43392"/>
                  </a:cubicBezTo>
                  <a:cubicBezTo>
                    <a:pt x="21632" y="44186"/>
                    <a:pt x="24759" y="44442"/>
                    <a:pt x="27835" y="44084"/>
                  </a:cubicBezTo>
                  <a:cubicBezTo>
                    <a:pt x="29834" y="43879"/>
                    <a:pt x="31807" y="43571"/>
                    <a:pt x="33755" y="43135"/>
                  </a:cubicBezTo>
                  <a:cubicBezTo>
                    <a:pt x="36113" y="42648"/>
                    <a:pt x="38446" y="42110"/>
                    <a:pt x="40804" y="41674"/>
                  </a:cubicBezTo>
                  <a:cubicBezTo>
                    <a:pt x="41880" y="41495"/>
                    <a:pt x="42982" y="41367"/>
                    <a:pt x="44059" y="41290"/>
                  </a:cubicBezTo>
                  <a:cubicBezTo>
                    <a:pt x="44853" y="41239"/>
                    <a:pt x="45648" y="41316"/>
                    <a:pt x="46442" y="41521"/>
                  </a:cubicBezTo>
                  <a:cubicBezTo>
                    <a:pt x="47647" y="41828"/>
                    <a:pt x="48416" y="42520"/>
                    <a:pt x="48723" y="43545"/>
                  </a:cubicBezTo>
                  <a:cubicBezTo>
                    <a:pt x="48877" y="44160"/>
                    <a:pt x="48928" y="44776"/>
                    <a:pt x="48826" y="45416"/>
                  </a:cubicBezTo>
                  <a:cubicBezTo>
                    <a:pt x="48672" y="46518"/>
                    <a:pt x="48365" y="47595"/>
                    <a:pt x="47903" y="48594"/>
                  </a:cubicBezTo>
                  <a:cubicBezTo>
                    <a:pt x="47314" y="49927"/>
                    <a:pt x="46622" y="51209"/>
                    <a:pt x="45827" y="52439"/>
                  </a:cubicBezTo>
                  <a:cubicBezTo>
                    <a:pt x="44725" y="54156"/>
                    <a:pt x="43572" y="55873"/>
                    <a:pt x="42521" y="57591"/>
                  </a:cubicBezTo>
                  <a:cubicBezTo>
                    <a:pt x="41854" y="58667"/>
                    <a:pt x="41239" y="59795"/>
                    <a:pt x="40701" y="60922"/>
                  </a:cubicBezTo>
                  <a:cubicBezTo>
                    <a:pt x="39753" y="62845"/>
                    <a:pt x="39368" y="64972"/>
                    <a:pt x="39548" y="67099"/>
                  </a:cubicBezTo>
                  <a:cubicBezTo>
                    <a:pt x="39650" y="68125"/>
                    <a:pt x="39753" y="69150"/>
                    <a:pt x="39932" y="70175"/>
                  </a:cubicBezTo>
                  <a:cubicBezTo>
                    <a:pt x="40394" y="72892"/>
                    <a:pt x="40727" y="75660"/>
                    <a:pt x="40906" y="78402"/>
                  </a:cubicBezTo>
                  <a:cubicBezTo>
                    <a:pt x="41188" y="82810"/>
                    <a:pt x="41419" y="87219"/>
                    <a:pt x="41675" y="91627"/>
                  </a:cubicBezTo>
                  <a:cubicBezTo>
                    <a:pt x="41829" y="94241"/>
                    <a:pt x="41983" y="96830"/>
                    <a:pt x="42188" y="99419"/>
                  </a:cubicBezTo>
                  <a:cubicBezTo>
                    <a:pt x="42393" y="102007"/>
                    <a:pt x="42598" y="104622"/>
                    <a:pt x="42777" y="107210"/>
                  </a:cubicBezTo>
                  <a:cubicBezTo>
                    <a:pt x="42957" y="110055"/>
                    <a:pt x="43110" y="112900"/>
                    <a:pt x="43315" y="115745"/>
                  </a:cubicBezTo>
                  <a:cubicBezTo>
                    <a:pt x="43392" y="116898"/>
                    <a:pt x="43495" y="118052"/>
                    <a:pt x="43623" y="119205"/>
                  </a:cubicBezTo>
                  <a:cubicBezTo>
                    <a:pt x="43854" y="121384"/>
                    <a:pt x="44110" y="123562"/>
                    <a:pt x="44366" y="125766"/>
                  </a:cubicBezTo>
                  <a:cubicBezTo>
                    <a:pt x="44699" y="128509"/>
                    <a:pt x="44981" y="131251"/>
                    <a:pt x="45340" y="133994"/>
                  </a:cubicBezTo>
                  <a:cubicBezTo>
                    <a:pt x="45545" y="135813"/>
                    <a:pt x="46007" y="137607"/>
                    <a:pt x="46699" y="139299"/>
                  </a:cubicBezTo>
                  <a:cubicBezTo>
                    <a:pt x="48185" y="142836"/>
                    <a:pt x="50953" y="145476"/>
                    <a:pt x="55028" y="147142"/>
                  </a:cubicBezTo>
                  <a:cubicBezTo>
                    <a:pt x="55772" y="147449"/>
                    <a:pt x="56566" y="147706"/>
                    <a:pt x="57335" y="147962"/>
                  </a:cubicBezTo>
                  <a:cubicBezTo>
                    <a:pt x="59129" y="148475"/>
                    <a:pt x="60949" y="148910"/>
                    <a:pt x="62794" y="149243"/>
                  </a:cubicBezTo>
                  <a:cubicBezTo>
                    <a:pt x="65998" y="149884"/>
                    <a:pt x="69202" y="150474"/>
                    <a:pt x="72406" y="151191"/>
                  </a:cubicBezTo>
                  <a:cubicBezTo>
                    <a:pt x="77173" y="152293"/>
                    <a:pt x="81735" y="153857"/>
                    <a:pt x="86246" y="155523"/>
                  </a:cubicBezTo>
                  <a:cubicBezTo>
                    <a:pt x="89655" y="156804"/>
                    <a:pt x="93063" y="158086"/>
                    <a:pt x="96524" y="159290"/>
                  </a:cubicBezTo>
                  <a:cubicBezTo>
                    <a:pt x="100471" y="160674"/>
                    <a:pt x="104546" y="161571"/>
                    <a:pt x="108698" y="161905"/>
                  </a:cubicBezTo>
                  <a:cubicBezTo>
                    <a:pt x="111517" y="162135"/>
                    <a:pt x="114311" y="162084"/>
                    <a:pt x="117104" y="161725"/>
                  </a:cubicBezTo>
                  <a:cubicBezTo>
                    <a:pt x="120026" y="161341"/>
                    <a:pt x="122923" y="160726"/>
                    <a:pt x="125767" y="159880"/>
                  </a:cubicBezTo>
                  <a:cubicBezTo>
                    <a:pt x="126126" y="159752"/>
                    <a:pt x="126485" y="159675"/>
                    <a:pt x="126844" y="159598"/>
                  </a:cubicBezTo>
                  <a:lnTo>
                    <a:pt x="126844" y="163160"/>
                  </a:lnTo>
                  <a:cubicBezTo>
                    <a:pt x="125972" y="163442"/>
                    <a:pt x="125075" y="163750"/>
                    <a:pt x="124178" y="163981"/>
                  </a:cubicBezTo>
                  <a:cubicBezTo>
                    <a:pt x="120872" y="164903"/>
                    <a:pt x="117489" y="165442"/>
                    <a:pt x="114055" y="16559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12" name="Google Shape;110;p5"/>
            <p:cNvSpPr/>
            <p:nvPr/>
          </p:nvSpPr>
          <p:spPr>
            <a:xfrm flipH="1">
              <a:off x="7029000" y="0"/>
              <a:ext cx="2113920" cy="627480"/>
            </a:xfrm>
            <a:custGeom>
              <a:avLst/>
              <a:gdLst>
                <a:gd name="textAreaLeft" fmla="*/ 360 w 2113920"/>
                <a:gd name="textAreaRight" fmla="*/ 2114640 w 2113920"/>
                <a:gd name="textAreaTop" fmla="*/ 0 h 627480"/>
                <a:gd name="textAreaBottom" fmla="*/ 627840 h 627480"/>
              </a:gdLst>
              <a:ahLst/>
              <a:cxnLst/>
              <a:rect l="textAreaLeft" t="textAreaTop" r="textAreaRight" b="textAreaBottom"/>
              <a:pathLst>
                <a:path w="65819" h="21478">
                  <a:moveTo>
                    <a:pt x="65152" y="513"/>
                  </a:moveTo>
                  <a:cubicBezTo>
                    <a:pt x="62179" y="2230"/>
                    <a:pt x="59616" y="4537"/>
                    <a:pt x="57565" y="7305"/>
                  </a:cubicBezTo>
                  <a:cubicBezTo>
                    <a:pt x="56591" y="8637"/>
                    <a:pt x="55617" y="9970"/>
                    <a:pt x="54643" y="11328"/>
                  </a:cubicBezTo>
                  <a:cubicBezTo>
                    <a:pt x="53311" y="13148"/>
                    <a:pt x="51875" y="14865"/>
                    <a:pt x="50312" y="16506"/>
                  </a:cubicBezTo>
                  <a:cubicBezTo>
                    <a:pt x="49210" y="17659"/>
                    <a:pt x="47954" y="18684"/>
                    <a:pt x="46596" y="19530"/>
                  </a:cubicBezTo>
                  <a:cubicBezTo>
                    <a:pt x="45032" y="20504"/>
                    <a:pt x="43264" y="21119"/>
                    <a:pt x="41418" y="21350"/>
                  </a:cubicBezTo>
                  <a:cubicBezTo>
                    <a:pt x="39983" y="21478"/>
                    <a:pt x="38548" y="21401"/>
                    <a:pt x="37112" y="21145"/>
                  </a:cubicBezTo>
                  <a:cubicBezTo>
                    <a:pt x="35088" y="20786"/>
                    <a:pt x="33088" y="20299"/>
                    <a:pt x="31141" y="19658"/>
                  </a:cubicBezTo>
                  <a:cubicBezTo>
                    <a:pt x="27578" y="18556"/>
                    <a:pt x="24118" y="17275"/>
                    <a:pt x="20735" y="15891"/>
                  </a:cubicBezTo>
                  <a:cubicBezTo>
                    <a:pt x="14250" y="13251"/>
                    <a:pt x="7817" y="10585"/>
                    <a:pt x="1358" y="7945"/>
                  </a:cubicBezTo>
                  <a:cubicBezTo>
                    <a:pt x="923" y="7766"/>
                    <a:pt x="538" y="7510"/>
                    <a:pt x="0" y="7510"/>
                  </a:cubicBezTo>
                  <a:lnTo>
                    <a:pt x="0" y="0"/>
                  </a:lnTo>
                  <a:lnTo>
                    <a:pt x="14122" y="0"/>
                  </a:lnTo>
                  <a:cubicBezTo>
                    <a:pt x="14302" y="51"/>
                    <a:pt x="14481" y="103"/>
                    <a:pt x="14660" y="128"/>
                  </a:cubicBezTo>
                  <a:cubicBezTo>
                    <a:pt x="18761" y="487"/>
                    <a:pt x="22888" y="718"/>
                    <a:pt x="27040" y="359"/>
                  </a:cubicBezTo>
                  <a:cubicBezTo>
                    <a:pt x="28116" y="282"/>
                    <a:pt x="29218" y="282"/>
                    <a:pt x="30295" y="0"/>
                  </a:cubicBezTo>
                  <a:lnTo>
                    <a:pt x="65818" y="0"/>
                  </a:lnTo>
                  <a:cubicBezTo>
                    <a:pt x="65613" y="179"/>
                    <a:pt x="65382" y="359"/>
                    <a:pt x="65152" y="513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13" name="Google Shape;111;p5"/>
            <p:cNvSpPr/>
            <p:nvPr/>
          </p:nvSpPr>
          <p:spPr>
            <a:xfrm flipH="1">
              <a:off x="6055920" y="0"/>
              <a:ext cx="3086640" cy="1400040"/>
            </a:xfrm>
            <a:custGeom>
              <a:avLst/>
              <a:gdLst>
                <a:gd name="textAreaLeft" fmla="*/ 360 w 3086640"/>
                <a:gd name="textAreaRight" fmla="*/ 3087360 w 3086640"/>
                <a:gd name="textAreaTop" fmla="*/ 0 h 1400040"/>
                <a:gd name="textAreaBottom" fmla="*/ 1400400 h 1400040"/>
              </a:gdLst>
              <a:ahLst/>
              <a:cxnLst/>
              <a:rect l="textAreaLeft" t="textAreaTop" r="textAreaRight" b="textAreaBottom"/>
              <a:pathLst>
                <a:path w="96113" h="47903">
                  <a:moveTo>
                    <a:pt x="90141" y="6894"/>
                  </a:moveTo>
                  <a:cubicBezTo>
                    <a:pt x="89141" y="8073"/>
                    <a:pt x="88168" y="9252"/>
                    <a:pt x="87194" y="10457"/>
                  </a:cubicBezTo>
                  <a:cubicBezTo>
                    <a:pt x="83862" y="14532"/>
                    <a:pt x="81376" y="19248"/>
                    <a:pt x="79915" y="24323"/>
                  </a:cubicBezTo>
                  <a:cubicBezTo>
                    <a:pt x="79018" y="27552"/>
                    <a:pt x="77967" y="30705"/>
                    <a:pt x="76762" y="33832"/>
                  </a:cubicBezTo>
                  <a:cubicBezTo>
                    <a:pt x="75839" y="36138"/>
                    <a:pt x="74712" y="38368"/>
                    <a:pt x="73379" y="40470"/>
                  </a:cubicBezTo>
                  <a:cubicBezTo>
                    <a:pt x="72482" y="41828"/>
                    <a:pt x="71457" y="43084"/>
                    <a:pt x="70303" y="44186"/>
                  </a:cubicBezTo>
                  <a:cubicBezTo>
                    <a:pt x="68484" y="45878"/>
                    <a:pt x="66228" y="47005"/>
                    <a:pt x="63819" y="47492"/>
                  </a:cubicBezTo>
                  <a:cubicBezTo>
                    <a:pt x="61871" y="47851"/>
                    <a:pt x="59872" y="47902"/>
                    <a:pt x="57924" y="47646"/>
                  </a:cubicBezTo>
                  <a:cubicBezTo>
                    <a:pt x="55182" y="47313"/>
                    <a:pt x="52490" y="46621"/>
                    <a:pt x="49953" y="45570"/>
                  </a:cubicBezTo>
                  <a:cubicBezTo>
                    <a:pt x="47441" y="44571"/>
                    <a:pt x="45032" y="43392"/>
                    <a:pt x="42674" y="42059"/>
                  </a:cubicBezTo>
                  <a:cubicBezTo>
                    <a:pt x="39342" y="40188"/>
                    <a:pt x="36164" y="38189"/>
                    <a:pt x="32986" y="36138"/>
                  </a:cubicBezTo>
                  <a:cubicBezTo>
                    <a:pt x="27117" y="32422"/>
                    <a:pt x="21222" y="28731"/>
                    <a:pt x="15096" y="25297"/>
                  </a:cubicBezTo>
                  <a:cubicBezTo>
                    <a:pt x="10534" y="22734"/>
                    <a:pt x="5869" y="20248"/>
                    <a:pt x="1128" y="17890"/>
                  </a:cubicBezTo>
                  <a:cubicBezTo>
                    <a:pt x="795" y="17659"/>
                    <a:pt x="410" y="17531"/>
                    <a:pt x="0" y="17480"/>
                  </a:cubicBezTo>
                  <a:lnTo>
                    <a:pt x="0" y="13533"/>
                  </a:lnTo>
                  <a:cubicBezTo>
                    <a:pt x="513" y="13738"/>
                    <a:pt x="1025" y="13943"/>
                    <a:pt x="1512" y="14173"/>
                  </a:cubicBezTo>
                  <a:cubicBezTo>
                    <a:pt x="11790" y="19043"/>
                    <a:pt x="21837" y="24195"/>
                    <a:pt x="31679" y="29628"/>
                  </a:cubicBezTo>
                  <a:cubicBezTo>
                    <a:pt x="34908" y="31422"/>
                    <a:pt x="38214" y="33165"/>
                    <a:pt x="41521" y="34857"/>
                  </a:cubicBezTo>
                  <a:cubicBezTo>
                    <a:pt x="43802" y="36061"/>
                    <a:pt x="46160" y="37061"/>
                    <a:pt x="48595" y="37881"/>
                  </a:cubicBezTo>
                  <a:cubicBezTo>
                    <a:pt x="50594" y="38599"/>
                    <a:pt x="52721" y="39034"/>
                    <a:pt x="54848" y="39188"/>
                  </a:cubicBezTo>
                  <a:cubicBezTo>
                    <a:pt x="58001" y="39342"/>
                    <a:pt x="60666" y="38547"/>
                    <a:pt x="62819" y="36574"/>
                  </a:cubicBezTo>
                  <a:cubicBezTo>
                    <a:pt x="63998" y="35498"/>
                    <a:pt x="64998" y="34242"/>
                    <a:pt x="65844" y="32858"/>
                  </a:cubicBezTo>
                  <a:cubicBezTo>
                    <a:pt x="67125" y="30756"/>
                    <a:pt x="68176" y="28526"/>
                    <a:pt x="68996" y="26219"/>
                  </a:cubicBezTo>
                  <a:cubicBezTo>
                    <a:pt x="69945" y="23451"/>
                    <a:pt x="70816" y="20658"/>
                    <a:pt x="71739" y="17890"/>
                  </a:cubicBezTo>
                  <a:cubicBezTo>
                    <a:pt x="72097" y="16788"/>
                    <a:pt x="72456" y="15711"/>
                    <a:pt x="72866" y="14635"/>
                  </a:cubicBezTo>
                  <a:cubicBezTo>
                    <a:pt x="73866" y="12097"/>
                    <a:pt x="75353" y="9765"/>
                    <a:pt x="77223" y="7766"/>
                  </a:cubicBezTo>
                  <a:cubicBezTo>
                    <a:pt x="78633" y="6254"/>
                    <a:pt x="80120" y="4844"/>
                    <a:pt x="81709" y="3511"/>
                  </a:cubicBezTo>
                  <a:cubicBezTo>
                    <a:pt x="82836" y="2537"/>
                    <a:pt x="83964" y="1589"/>
                    <a:pt x="85092" y="589"/>
                  </a:cubicBezTo>
                  <a:cubicBezTo>
                    <a:pt x="85271" y="410"/>
                    <a:pt x="85451" y="205"/>
                    <a:pt x="85630" y="0"/>
                  </a:cubicBezTo>
                  <a:lnTo>
                    <a:pt x="96113" y="0"/>
                  </a:lnTo>
                  <a:cubicBezTo>
                    <a:pt x="95857" y="333"/>
                    <a:pt x="95626" y="641"/>
                    <a:pt x="95370" y="948"/>
                  </a:cubicBezTo>
                  <a:cubicBezTo>
                    <a:pt x="93627" y="2922"/>
                    <a:pt x="91884" y="4895"/>
                    <a:pt x="90141" y="6894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14" name="Google Shape;112;p5"/>
            <p:cNvSpPr/>
            <p:nvPr/>
          </p:nvSpPr>
          <p:spPr>
            <a:xfrm flipH="1">
              <a:off x="5668200" y="1999800"/>
              <a:ext cx="3473640" cy="3142800"/>
            </a:xfrm>
            <a:custGeom>
              <a:avLst/>
              <a:gdLst>
                <a:gd name="textAreaLeft" fmla="*/ -360 w 3473640"/>
                <a:gd name="textAreaRight" fmla="*/ 3473640 w 3473640"/>
                <a:gd name="textAreaTop" fmla="*/ 0 h 3142800"/>
                <a:gd name="textAreaBottom" fmla="*/ 3143160 h 3142800"/>
              </a:gdLst>
              <a:ahLst/>
              <a:cxnLst/>
              <a:rect l="textAreaLeft" t="textAreaTop" r="textAreaRight" b="textAreaBottom"/>
              <a:pathLst>
                <a:path w="108160" h="107519">
                  <a:moveTo>
                    <a:pt x="897" y="6280"/>
                  </a:moveTo>
                  <a:cubicBezTo>
                    <a:pt x="1717" y="5331"/>
                    <a:pt x="2614" y="4486"/>
                    <a:pt x="3588" y="3717"/>
                  </a:cubicBezTo>
                  <a:cubicBezTo>
                    <a:pt x="5869" y="1923"/>
                    <a:pt x="8586" y="769"/>
                    <a:pt x="11457" y="359"/>
                  </a:cubicBezTo>
                  <a:cubicBezTo>
                    <a:pt x="12918" y="129"/>
                    <a:pt x="14378" y="0"/>
                    <a:pt x="15865" y="0"/>
                  </a:cubicBezTo>
                  <a:cubicBezTo>
                    <a:pt x="19197" y="26"/>
                    <a:pt x="22503" y="308"/>
                    <a:pt x="25784" y="846"/>
                  </a:cubicBezTo>
                  <a:cubicBezTo>
                    <a:pt x="30423" y="1513"/>
                    <a:pt x="35011" y="2410"/>
                    <a:pt x="39573" y="3281"/>
                  </a:cubicBezTo>
                  <a:cubicBezTo>
                    <a:pt x="46954" y="4716"/>
                    <a:pt x="54387" y="5998"/>
                    <a:pt x="61948" y="6664"/>
                  </a:cubicBezTo>
                  <a:cubicBezTo>
                    <a:pt x="65306" y="6997"/>
                    <a:pt x="68689" y="7151"/>
                    <a:pt x="72097" y="7100"/>
                  </a:cubicBezTo>
                  <a:cubicBezTo>
                    <a:pt x="75968" y="6997"/>
                    <a:pt x="79863" y="6587"/>
                    <a:pt x="83682" y="5921"/>
                  </a:cubicBezTo>
                  <a:cubicBezTo>
                    <a:pt x="85605" y="5613"/>
                    <a:pt x="87552" y="5280"/>
                    <a:pt x="89500" y="4998"/>
                  </a:cubicBezTo>
                  <a:cubicBezTo>
                    <a:pt x="90910" y="4793"/>
                    <a:pt x="92371" y="4742"/>
                    <a:pt x="93806" y="4896"/>
                  </a:cubicBezTo>
                  <a:cubicBezTo>
                    <a:pt x="95985" y="5101"/>
                    <a:pt x="97779" y="5895"/>
                    <a:pt x="99086" y="7382"/>
                  </a:cubicBezTo>
                  <a:cubicBezTo>
                    <a:pt x="99573" y="7946"/>
                    <a:pt x="100009" y="8561"/>
                    <a:pt x="100419" y="9227"/>
                  </a:cubicBezTo>
                  <a:cubicBezTo>
                    <a:pt x="101034" y="10304"/>
                    <a:pt x="101495" y="11483"/>
                    <a:pt x="101777" y="12687"/>
                  </a:cubicBezTo>
                  <a:cubicBezTo>
                    <a:pt x="102623" y="15942"/>
                    <a:pt x="102572" y="19223"/>
                    <a:pt x="102162" y="22504"/>
                  </a:cubicBezTo>
                  <a:cubicBezTo>
                    <a:pt x="101752" y="25246"/>
                    <a:pt x="101239" y="27988"/>
                    <a:pt x="100547" y="30680"/>
                  </a:cubicBezTo>
                  <a:cubicBezTo>
                    <a:pt x="99394" y="35549"/>
                    <a:pt x="98317" y="40445"/>
                    <a:pt x="97625" y="45417"/>
                  </a:cubicBezTo>
                  <a:cubicBezTo>
                    <a:pt x="97164" y="48518"/>
                    <a:pt x="96882" y="51619"/>
                    <a:pt x="96779" y="54772"/>
                  </a:cubicBezTo>
                  <a:cubicBezTo>
                    <a:pt x="96677" y="58052"/>
                    <a:pt x="96728" y="61333"/>
                    <a:pt x="96959" y="64639"/>
                  </a:cubicBezTo>
                  <a:cubicBezTo>
                    <a:pt x="97241" y="68484"/>
                    <a:pt x="97728" y="72303"/>
                    <a:pt x="98445" y="76121"/>
                  </a:cubicBezTo>
                  <a:cubicBezTo>
                    <a:pt x="99188" y="80222"/>
                    <a:pt x="100188" y="84297"/>
                    <a:pt x="101341" y="88373"/>
                  </a:cubicBezTo>
                  <a:cubicBezTo>
                    <a:pt x="103059" y="94524"/>
                    <a:pt x="105160" y="100572"/>
                    <a:pt x="107646" y="106493"/>
                  </a:cubicBezTo>
                  <a:cubicBezTo>
                    <a:pt x="107800" y="106826"/>
                    <a:pt x="108005" y="107185"/>
                    <a:pt x="108159" y="107518"/>
                  </a:cubicBezTo>
                  <a:lnTo>
                    <a:pt x="102238" y="107518"/>
                  </a:lnTo>
                  <a:cubicBezTo>
                    <a:pt x="102238" y="107364"/>
                    <a:pt x="102213" y="107211"/>
                    <a:pt x="102187" y="107057"/>
                  </a:cubicBezTo>
                  <a:cubicBezTo>
                    <a:pt x="101726" y="105340"/>
                    <a:pt x="101239" y="103648"/>
                    <a:pt x="100778" y="101931"/>
                  </a:cubicBezTo>
                  <a:cubicBezTo>
                    <a:pt x="98753" y="94370"/>
                    <a:pt x="96907" y="86809"/>
                    <a:pt x="95575" y="79146"/>
                  </a:cubicBezTo>
                  <a:cubicBezTo>
                    <a:pt x="94729" y="74353"/>
                    <a:pt x="94165" y="69509"/>
                    <a:pt x="93883" y="64665"/>
                  </a:cubicBezTo>
                  <a:cubicBezTo>
                    <a:pt x="93499" y="57770"/>
                    <a:pt x="93781" y="50850"/>
                    <a:pt x="94780" y="44033"/>
                  </a:cubicBezTo>
                  <a:cubicBezTo>
                    <a:pt x="95370" y="39753"/>
                    <a:pt x="96215" y="35524"/>
                    <a:pt x="97087" y="31295"/>
                  </a:cubicBezTo>
                  <a:cubicBezTo>
                    <a:pt x="97728" y="28475"/>
                    <a:pt x="98189" y="25630"/>
                    <a:pt x="98496" y="22734"/>
                  </a:cubicBezTo>
                  <a:cubicBezTo>
                    <a:pt x="98702" y="20556"/>
                    <a:pt x="98573" y="18351"/>
                    <a:pt x="98112" y="16199"/>
                  </a:cubicBezTo>
                  <a:cubicBezTo>
                    <a:pt x="97830" y="14840"/>
                    <a:pt x="97317" y="13533"/>
                    <a:pt x="96549" y="12380"/>
                  </a:cubicBezTo>
                  <a:cubicBezTo>
                    <a:pt x="95344" y="10586"/>
                    <a:pt x="93524" y="9458"/>
                    <a:pt x="91064" y="9022"/>
                  </a:cubicBezTo>
                  <a:cubicBezTo>
                    <a:pt x="89603" y="8766"/>
                    <a:pt x="88142" y="8689"/>
                    <a:pt x="86655" y="8766"/>
                  </a:cubicBezTo>
                  <a:cubicBezTo>
                    <a:pt x="83810" y="8945"/>
                    <a:pt x="80991" y="9125"/>
                    <a:pt x="78146" y="9304"/>
                  </a:cubicBezTo>
                  <a:cubicBezTo>
                    <a:pt x="75224" y="9484"/>
                    <a:pt x="72303" y="9560"/>
                    <a:pt x="69381" y="9509"/>
                  </a:cubicBezTo>
                  <a:cubicBezTo>
                    <a:pt x="64306" y="9407"/>
                    <a:pt x="59231" y="9073"/>
                    <a:pt x="54182" y="8510"/>
                  </a:cubicBezTo>
                  <a:cubicBezTo>
                    <a:pt x="49620" y="7971"/>
                    <a:pt x="45032" y="7459"/>
                    <a:pt x="40444" y="6895"/>
                  </a:cubicBezTo>
                  <a:cubicBezTo>
                    <a:pt x="35575" y="6305"/>
                    <a:pt x="30679" y="5767"/>
                    <a:pt x="25758" y="5562"/>
                  </a:cubicBezTo>
                  <a:cubicBezTo>
                    <a:pt x="22683" y="5408"/>
                    <a:pt x="19607" y="5588"/>
                    <a:pt x="16583" y="6049"/>
                  </a:cubicBezTo>
                  <a:cubicBezTo>
                    <a:pt x="12149" y="6741"/>
                    <a:pt x="8407" y="8484"/>
                    <a:pt x="5382" y="11252"/>
                  </a:cubicBezTo>
                  <a:cubicBezTo>
                    <a:pt x="3742" y="12790"/>
                    <a:pt x="2307" y="14558"/>
                    <a:pt x="1102" y="16455"/>
                  </a:cubicBezTo>
                  <a:cubicBezTo>
                    <a:pt x="923" y="16737"/>
                    <a:pt x="743" y="17019"/>
                    <a:pt x="589" y="17275"/>
                  </a:cubicBezTo>
                  <a:cubicBezTo>
                    <a:pt x="461" y="17480"/>
                    <a:pt x="231" y="17634"/>
                    <a:pt x="0" y="17685"/>
                  </a:cubicBezTo>
                  <a:lnTo>
                    <a:pt x="0" y="6972"/>
                  </a:lnTo>
                  <a:cubicBezTo>
                    <a:pt x="359" y="6844"/>
                    <a:pt x="692" y="6587"/>
                    <a:pt x="897" y="6280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15" name="Google Shape;113;p5"/>
            <p:cNvSpPr/>
            <p:nvPr/>
          </p:nvSpPr>
          <p:spPr>
            <a:xfrm flipH="1">
              <a:off x="6542640" y="2722680"/>
              <a:ext cx="2599560" cy="2420280"/>
            </a:xfrm>
            <a:custGeom>
              <a:avLst/>
              <a:gdLst>
                <a:gd name="textAreaLeft" fmla="*/ -360 w 2599560"/>
                <a:gd name="textAreaRight" fmla="*/ 2599560 w 2599560"/>
                <a:gd name="textAreaTop" fmla="*/ 0 h 2420280"/>
                <a:gd name="textAreaBottom" fmla="*/ 2420640 h 2420280"/>
              </a:gdLst>
              <a:ahLst/>
              <a:cxnLst/>
              <a:rect l="textAreaLeft" t="textAreaTop" r="textAreaRight" b="textAreaBottom"/>
              <a:pathLst>
                <a:path w="80940" h="82811">
                  <a:moveTo>
                    <a:pt x="1333" y="34498"/>
                  </a:moveTo>
                  <a:cubicBezTo>
                    <a:pt x="3921" y="32294"/>
                    <a:pt x="6331" y="29962"/>
                    <a:pt x="8637" y="27553"/>
                  </a:cubicBezTo>
                  <a:cubicBezTo>
                    <a:pt x="12097" y="24016"/>
                    <a:pt x="15378" y="20376"/>
                    <a:pt x="18659" y="16737"/>
                  </a:cubicBezTo>
                  <a:cubicBezTo>
                    <a:pt x="20248" y="14943"/>
                    <a:pt x="21939" y="13251"/>
                    <a:pt x="23708" y="11662"/>
                  </a:cubicBezTo>
                  <a:cubicBezTo>
                    <a:pt x="27681" y="8125"/>
                    <a:pt x="32320" y="5408"/>
                    <a:pt x="37369" y="3717"/>
                  </a:cubicBezTo>
                  <a:cubicBezTo>
                    <a:pt x="39983" y="2820"/>
                    <a:pt x="42674" y="2102"/>
                    <a:pt x="45365" y="1589"/>
                  </a:cubicBezTo>
                  <a:cubicBezTo>
                    <a:pt x="49312" y="846"/>
                    <a:pt x="53311" y="385"/>
                    <a:pt x="57309" y="205"/>
                  </a:cubicBezTo>
                  <a:cubicBezTo>
                    <a:pt x="60513" y="0"/>
                    <a:pt x="63742" y="103"/>
                    <a:pt x="66946" y="462"/>
                  </a:cubicBezTo>
                  <a:cubicBezTo>
                    <a:pt x="68740" y="667"/>
                    <a:pt x="70508" y="1051"/>
                    <a:pt x="72226" y="1615"/>
                  </a:cubicBezTo>
                  <a:cubicBezTo>
                    <a:pt x="75481" y="2717"/>
                    <a:pt x="77787" y="4588"/>
                    <a:pt x="79018" y="7331"/>
                  </a:cubicBezTo>
                  <a:cubicBezTo>
                    <a:pt x="79274" y="7920"/>
                    <a:pt x="79505" y="8510"/>
                    <a:pt x="79710" y="9125"/>
                  </a:cubicBezTo>
                  <a:cubicBezTo>
                    <a:pt x="80197" y="10791"/>
                    <a:pt x="80504" y="12508"/>
                    <a:pt x="80607" y="14225"/>
                  </a:cubicBezTo>
                  <a:cubicBezTo>
                    <a:pt x="80940" y="17736"/>
                    <a:pt x="80837" y="21222"/>
                    <a:pt x="80760" y="24733"/>
                  </a:cubicBezTo>
                  <a:cubicBezTo>
                    <a:pt x="80581" y="31243"/>
                    <a:pt x="80376" y="37753"/>
                    <a:pt x="80222" y="44289"/>
                  </a:cubicBezTo>
                  <a:cubicBezTo>
                    <a:pt x="80094" y="49364"/>
                    <a:pt x="80043" y="54438"/>
                    <a:pt x="79966" y="59488"/>
                  </a:cubicBezTo>
                  <a:cubicBezTo>
                    <a:pt x="79889" y="63101"/>
                    <a:pt x="79658" y="66690"/>
                    <a:pt x="79274" y="70278"/>
                  </a:cubicBezTo>
                  <a:cubicBezTo>
                    <a:pt x="78889" y="74225"/>
                    <a:pt x="78172" y="78146"/>
                    <a:pt x="77121" y="81965"/>
                  </a:cubicBezTo>
                  <a:cubicBezTo>
                    <a:pt x="77044" y="82247"/>
                    <a:pt x="76993" y="82529"/>
                    <a:pt x="76967" y="82811"/>
                  </a:cubicBezTo>
                  <a:lnTo>
                    <a:pt x="70816" y="82811"/>
                  </a:lnTo>
                  <a:cubicBezTo>
                    <a:pt x="70918" y="82478"/>
                    <a:pt x="71021" y="82119"/>
                    <a:pt x="71149" y="81811"/>
                  </a:cubicBezTo>
                  <a:cubicBezTo>
                    <a:pt x="72379" y="78864"/>
                    <a:pt x="73328" y="75839"/>
                    <a:pt x="74020" y="72738"/>
                  </a:cubicBezTo>
                  <a:cubicBezTo>
                    <a:pt x="74994" y="68381"/>
                    <a:pt x="75660" y="63947"/>
                    <a:pt x="76019" y="59513"/>
                  </a:cubicBezTo>
                  <a:cubicBezTo>
                    <a:pt x="76403" y="55130"/>
                    <a:pt x="76634" y="50748"/>
                    <a:pt x="76762" y="46365"/>
                  </a:cubicBezTo>
                  <a:cubicBezTo>
                    <a:pt x="76865" y="43623"/>
                    <a:pt x="76993" y="40855"/>
                    <a:pt x="77095" y="38112"/>
                  </a:cubicBezTo>
                  <a:cubicBezTo>
                    <a:pt x="77275" y="32909"/>
                    <a:pt x="77403" y="27706"/>
                    <a:pt x="77198" y="22503"/>
                  </a:cubicBezTo>
                  <a:cubicBezTo>
                    <a:pt x="77121" y="20222"/>
                    <a:pt x="76813" y="17941"/>
                    <a:pt x="76301" y="15712"/>
                  </a:cubicBezTo>
                  <a:cubicBezTo>
                    <a:pt x="75942" y="14071"/>
                    <a:pt x="75301" y="12508"/>
                    <a:pt x="74455" y="11073"/>
                  </a:cubicBezTo>
                  <a:cubicBezTo>
                    <a:pt x="73123" y="8971"/>
                    <a:pt x="71149" y="7407"/>
                    <a:pt x="68535" y="6459"/>
                  </a:cubicBezTo>
                  <a:cubicBezTo>
                    <a:pt x="67715" y="6177"/>
                    <a:pt x="66895" y="5947"/>
                    <a:pt x="66074" y="5741"/>
                  </a:cubicBezTo>
                  <a:cubicBezTo>
                    <a:pt x="63511" y="5203"/>
                    <a:pt x="60897" y="4998"/>
                    <a:pt x="58283" y="5101"/>
                  </a:cubicBezTo>
                  <a:cubicBezTo>
                    <a:pt x="52619" y="5255"/>
                    <a:pt x="47031" y="6280"/>
                    <a:pt x="41675" y="8099"/>
                  </a:cubicBezTo>
                  <a:cubicBezTo>
                    <a:pt x="36856" y="9765"/>
                    <a:pt x="32345" y="12200"/>
                    <a:pt x="28296" y="15276"/>
                  </a:cubicBezTo>
                  <a:cubicBezTo>
                    <a:pt x="26040" y="16967"/>
                    <a:pt x="23939" y="18787"/>
                    <a:pt x="21888" y="20607"/>
                  </a:cubicBezTo>
                  <a:cubicBezTo>
                    <a:pt x="18172" y="23913"/>
                    <a:pt x="14455" y="27245"/>
                    <a:pt x="10739" y="30551"/>
                  </a:cubicBezTo>
                  <a:cubicBezTo>
                    <a:pt x="7715" y="33242"/>
                    <a:pt x="4537" y="35754"/>
                    <a:pt x="1230" y="38112"/>
                  </a:cubicBezTo>
                  <a:cubicBezTo>
                    <a:pt x="1000" y="38292"/>
                    <a:pt x="769" y="38445"/>
                    <a:pt x="538" y="38573"/>
                  </a:cubicBezTo>
                  <a:cubicBezTo>
                    <a:pt x="359" y="38625"/>
                    <a:pt x="179" y="38625"/>
                    <a:pt x="0" y="38625"/>
                  </a:cubicBezTo>
                  <a:lnTo>
                    <a:pt x="0" y="35242"/>
                  </a:lnTo>
                  <a:cubicBezTo>
                    <a:pt x="179" y="35242"/>
                    <a:pt x="359" y="35216"/>
                    <a:pt x="513" y="35165"/>
                  </a:cubicBezTo>
                  <a:cubicBezTo>
                    <a:pt x="820" y="34960"/>
                    <a:pt x="1076" y="34729"/>
                    <a:pt x="1333" y="3449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16" name="Google Shape;114;p5"/>
            <p:cNvSpPr/>
            <p:nvPr/>
          </p:nvSpPr>
          <p:spPr>
            <a:xfrm flipH="1">
              <a:off x="0" y="0"/>
              <a:ext cx="3917520" cy="4620960"/>
            </a:xfrm>
            <a:custGeom>
              <a:avLst/>
              <a:gdLst>
                <a:gd name="textAreaLeft" fmla="*/ 360 w 3917520"/>
                <a:gd name="textAreaRight" fmla="*/ 3918240 w 3917520"/>
                <a:gd name="textAreaTop" fmla="*/ 0 h 4620960"/>
                <a:gd name="textAreaBottom" fmla="*/ 4621320 h 4620960"/>
              </a:gdLst>
              <a:ahLst/>
              <a:cxnLst/>
              <a:rect l="textAreaLeft" t="textAreaTop" r="textAreaRight" b="textAreaBottom"/>
              <a:pathLst>
                <a:path w="121974" h="158086">
                  <a:moveTo>
                    <a:pt x="100009" y="157368"/>
                  </a:moveTo>
                  <a:cubicBezTo>
                    <a:pt x="96703" y="156856"/>
                    <a:pt x="93473" y="156061"/>
                    <a:pt x="90321" y="154959"/>
                  </a:cubicBezTo>
                  <a:cubicBezTo>
                    <a:pt x="88065" y="154190"/>
                    <a:pt x="85810" y="153370"/>
                    <a:pt x="83554" y="152498"/>
                  </a:cubicBezTo>
                  <a:cubicBezTo>
                    <a:pt x="78685" y="150679"/>
                    <a:pt x="73789" y="148885"/>
                    <a:pt x="68740" y="147424"/>
                  </a:cubicBezTo>
                  <a:cubicBezTo>
                    <a:pt x="65818" y="146578"/>
                    <a:pt x="62871" y="145758"/>
                    <a:pt x="59923" y="144938"/>
                  </a:cubicBezTo>
                  <a:cubicBezTo>
                    <a:pt x="58155" y="144425"/>
                    <a:pt x="56412" y="143810"/>
                    <a:pt x="54721" y="143041"/>
                  </a:cubicBezTo>
                  <a:cubicBezTo>
                    <a:pt x="50876" y="141298"/>
                    <a:pt x="48185" y="138709"/>
                    <a:pt x="46647" y="135326"/>
                  </a:cubicBezTo>
                  <a:cubicBezTo>
                    <a:pt x="46083" y="133994"/>
                    <a:pt x="45596" y="132635"/>
                    <a:pt x="45263" y="131251"/>
                  </a:cubicBezTo>
                  <a:cubicBezTo>
                    <a:pt x="44443" y="128124"/>
                    <a:pt x="43776" y="124997"/>
                    <a:pt x="43213" y="121819"/>
                  </a:cubicBezTo>
                  <a:cubicBezTo>
                    <a:pt x="42879" y="119871"/>
                    <a:pt x="42546" y="117924"/>
                    <a:pt x="42290" y="115950"/>
                  </a:cubicBezTo>
                  <a:cubicBezTo>
                    <a:pt x="41982" y="113515"/>
                    <a:pt x="41777" y="111080"/>
                    <a:pt x="41521" y="108646"/>
                  </a:cubicBezTo>
                  <a:cubicBezTo>
                    <a:pt x="41239" y="105698"/>
                    <a:pt x="40957" y="102725"/>
                    <a:pt x="40726" y="99752"/>
                  </a:cubicBezTo>
                  <a:cubicBezTo>
                    <a:pt x="40445" y="96010"/>
                    <a:pt x="40240" y="92242"/>
                    <a:pt x="40163" y="88500"/>
                  </a:cubicBezTo>
                  <a:cubicBezTo>
                    <a:pt x="39983" y="81247"/>
                    <a:pt x="40445" y="73994"/>
                    <a:pt x="41598" y="66843"/>
                  </a:cubicBezTo>
                  <a:cubicBezTo>
                    <a:pt x="41957" y="64357"/>
                    <a:pt x="42700" y="61922"/>
                    <a:pt x="43751" y="59641"/>
                  </a:cubicBezTo>
                  <a:cubicBezTo>
                    <a:pt x="44520" y="58052"/>
                    <a:pt x="45391" y="56488"/>
                    <a:pt x="46263" y="54925"/>
                  </a:cubicBezTo>
                  <a:cubicBezTo>
                    <a:pt x="47749" y="52362"/>
                    <a:pt x="49313" y="49799"/>
                    <a:pt x="50799" y="47236"/>
                  </a:cubicBezTo>
                  <a:cubicBezTo>
                    <a:pt x="52183" y="44852"/>
                    <a:pt x="53413" y="42392"/>
                    <a:pt x="54439" y="39855"/>
                  </a:cubicBezTo>
                  <a:cubicBezTo>
                    <a:pt x="55002" y="38573"/>
                    <a:pt x="55387" y="37215"/>
                    <a:pt x="55592" y="35831"/>
                  </a:cubicBezTo>
                  <a:cubicBezTo>
                    <a:pt x="55720" y="35113"/>
                    <a:pt x="55694" y="34395"/>
                    <a:pt x="55541" y="33678"/>
                  </a:cubicBezTo>
                  <a:cubicBezTo>
                    <a:pt x="55207" y="32473"/>
                    <a:pt x="54310" y="31756"/>
                    <a:pt x="52824" y="31627"/>
                  </a:cubicBezTo>
                  <a:cubicBezTo>
                    <a:pt x="52132" y="31551"/>
                    <a:pt x="51440" y="31576"/>
                    <a:pt x="50773" y="31679"/>
                  </a:cubicBezTo>
                  <a:cubicBezTo>
                    <a:pt x="49851" y="31807"/>
                    <a:pt x="48928" y="32012"/>
                    <a:pt x="48031" y="32268"/>
                  </a:cubicBezTo>
                  <a:cubicBezTo>
                    <a:pt x="46032" y="32832"/>
                    <a:pt x="44084" y="33524"/>
                    <a:pt x="42187" y="34344"/>
                  </a:cubicBezTo>
                  <a:cubicBezTo>
                    <a:pt x="39804" y="35318"/>
                    <a:pt x="37446" y="36343"/>
                    <a:pt x="35062" y="37317"/>
                  </a:cubicBezTo>
                  <a:cubicBezTo>
                    <a:pt x="32961" y="38163"/>
                    <a:pt x="30833" y="39009"/>
                    <a:pt x="28655" y="39752"/>
                  </a:cubicBezTo>
                  <a:cubicBezTo>
                    <a:pt x="26399" y="40572"/>
                    <a:pt x="24067" y="41136"/>
                    <a:pt x="21683" y="41418"/>
                  </a:cubicBezTo>
                  <a:cubicBezTo>
                    <a:pt x="16506" y="41956"/>
                    <a:pt x="12021" y="40752"/>
                    <a:pt x="8202" y="37804"/>
                  </a:cubicBezTo>
                  <a:cubicBezTo>
                    <a:pt x="6920" y="36779"/>
                    <a:pt x="5818" y="35574"/>
                    <a:pt x="4896" y="34242"/>
                  </a:cubicBezTo>
                  <a:cubicBezTo>
                    <a:pt x="3742" y="32576"/>
                    <a:pt x="2845" y="30782"/>
                    <a:pt x="2179" y="28885"/>
                  </a:cubicBezTo>
                  <a:cubicBezTo>
                    <a:pt x="846" y="25117"/>
                    <a:pt x="333" y="21273"/>
                    <a:pt x="154" y="17377"/>
                  </a:cubicBezTo>
                  <a:cubicBezTo>
                    <a:pt x="0" y="13148"/>
                    <a:pt x="257" y="8919"/>
                    <a:pt x="487" y="4690"/>
                  </a:cubicBezTo>
                  <a:cubicBezTo>
                    <a:pt x="564" y="3127"/>
                    <a:pt x="564" y="1563"/>
                    <a:pt x="590" y="0"/>
                  </a:cubicBezTo>
                  <a:lnTo>
                    <a:pt x="1717" y="0"/>
                  </a:lnTo>
                  <a:cubicBezTo>
                    <a:pt x="1692" y="1153"/>
                    <a:pt x="1717" y="2332"/>
                    <a:pt x="1641" y="3486"/>
                  </a:cubicBezTo>
                  <a:cubicBezTo>
                    <a:pt x="1512" y="6254"/>
                    <a:pt x="1333" y="9047"/>
                    <a:pt x="1179" y="11841"/>
                  </a:cubicBezTo>
                  <a:cubicBezTo>
                    <a:pt x="1000" y="14917"/>
                    <a:pt x="1102" y="18044"/>
                    <a:pt x="1461" y="21119"/>
                  </a:cubicBezTo>
                  <a:cubicBezTo>
                    <a:pt x="1717" y="23349"/>
                    <a:pt x="2179" y="25553"/>
                    <a:pt x="2871" y="27680"/>
                  </a:cubicBezTo>
                  <a:cubicBezTo>
                    <a:pt x="3640" y="30166"/>
                    <a:pt x="4870" y="32473"/>
                    <a:pt x="6510" y="34524"/>
                  </a:cubicBezTo>
                  <a:cubicBezTo>
                    <a:pt x="7792" y="36113"/>
                    <a:pt x="9407" y="37445"/>
                    <a:pt x="11252" y="38394"/>
                  </a:cubicBezTo>
                  <a:cubicBezTo>
                    <a:pt x="14148" y="39906"/>
                    <a:pt x="17429" y="40572"/>
                    <a:pt x="20684" y="40265"/>
                  </a:cubicBezTo>
                  <a:cubicBezTo>
                    <a:pt x="22709" y="40085"/>
                    <a:pt x="24682" y="39650"/>
                    <a:pt x="26604" y="39009"/>
                  </a:cubicBezTo>
                  <a:cubicBezTo>
                    <a:pt x="29014" y="38214"/>
                    <a:pt x="31372" y="37266"/>
                    <a:pt x="33627" y="36138"/>
                  </a:cubicBezTo>
                  <a:cubicBezTo>
                    <a:pt x="36626" y="34652"/>
                    <a:pt x="39599" y="33140"/>
                    <a:pt x="42597" y="31679"/>
                  </a:cubicBezTo>
                  <a:cubicBezTo>
                    <a:pt x="44955" y="30525"/>
                    <a:pt x="47313" y="29372"/>
                    <a:pt x="49723" y="28296"/>
                  </a:cubicBezTo>
                  <a:cubicBezTo>
                    <a:pt x="51184" y="27655"/>
                    <a:pt x="52721" y="27142"/>
                    <a:pt x="54259" y="26604"/>
                  </a:cubicBezTo>
                  <a:cubicBezTo>
                    <a:pt x="55361" y="26219"/>
                    <a:pt x="56515" y="25989"/>
                    <a:pt x="57668" y="25861"/>
                  </a:cubicBezTo>
                  <a:cubicBezTo>
                    <a:pt x="58386" y="25784"/>
                    <a:pt x="59103" y="25809"/>
                    <a:pt x="59821" y="25938"/>
                  </a:cubicBezTo>
                  <a:cubicBezTo>
                    <a:pt x="60923" y="26143"/>
                    <a:pt x="61641" y="26706"/>
                    <a:pt x="61923" y="27603"/>
                  </a:cubicBezTo>
                  <a:cubicBezTo>
                    <a:pt x="62076" y="28014"/>
                    <a:pt x="62153" y="28449"/>
                    <a:pt x="62153" y="28885"/>
                  </a:cubicBezTo>
                  <a:cubicBezTo>
                    <a:pt x="62128" y="29474"/>
                    <a:pt x="62076" y="30064"/>
                    <a:pt x="61948" y="30653"/>
                  </a:cubicBezTo>
                  <a:cubicBezTo>
                    <a:pt x="61564" y="32473"/>
                    <a:pt x="60795" y="34216"/>
                    <a:pt x="59949" y="35933"/>
                  </a:cubicBezTo>
                  <a:cubicBezTo>
                    <a:pt x="58437" y="39086"/>
                    <a:pt x="56694" y="42136"/>
                    <a:pt x="54951" y="45186"/>
                  </a:cubicBezTo>
                  <a:cubicBezTo>
                    <a:pt x="52824" y="48928"/>
                    <a:pt x="50671" y="52670"/>
                    <a:pt x="48595" y="56437"/>
                  </a:cubicBezTo>
                  <a:cubicBezTo>
                    <a:pt x="46852" y="59513"/>
                    <a:pt x="45494" y="62768"/>
                    <a:pt x="44520" y="66177"/>
                  </a:cubicBezTo>
                  <a:cubicBezTo>
                    <a:pt x="43161" y="71123"/>
                    <a:pt x="42316" y="76198"/>
                    <a:pt x="41982" y="81324"/>
                  </a:cubicBezTo>
                  <a:cubicBezTo>
                    <a:pt x="41700" y="86219"/>
                    <a:pt x="41752" y="91166"/>
                    <a:pt x="42111" y="96061"/>
                  </a:cubicBezTo>
                  <a:cubicBezTo>
                    <a:pt x="42316" y="99086"/>
                    <a:pt x="42597" y="102110"/>
                    <a:pt x="42931" y="105134"/>
                  </a:cubicBezTo>
                  <a:cubicBezTo>
                    <a:pt x="43238" y="108338"/>
                    <a:pt x="43623" y="111516"/>
                    <a:pt x="44084" y="114669"/>
                  </a:cubicBezTo>
                  <a:cubicBezTo>
                    <a:pt x="44699" y="119103"/>
                    <a:pt x="45647" y="123511"/>
                    <a:pt x="46878" y="127817"/>
                  </a:cubicBezTo>
                  <a:cubicBezTo>
                    <a:pt x="47390" y="129713"/>
                    <a:pt x="48057" y="131584"/>
                    <a:pt x="48877" y="133378"/>
                  </a:cubicBezTo>
                  <a:cubicBezTo>
                    <a:pt x="50492" y="136787"/>
                    <a:pt x="53157" y="139427"/>
                    <a:pt x="56976" y="141247"/>
                  </a:cubicBezTo>
                  <a:cubicBezTo>
                    <a:pt x="57950" y="141683"/>
                    <a:pt x="58898" y="142118"/>
                    <a:pt x="59923" y="142503"/>
                  </a:cubicBezTo>
                  <a:cubicBezTo>
                    <a:pt x="61333" y="143015"/>
                    <a:pt x="62768" y="143528"/>
                    <a:pt x="64204" y="143989"/>
                  </a:cubicBezTo>
                  <a:cubicBezTo>
                    <a:pt x="68817" y="145450"/>
                    <a:pt x="73431" y="146860"/>
                    <a:pt x="77941" y="148551"/>
                  </a:cubicBezTo>
                  <a:cubicBezTo>
                    <a:pt x="81171" y="149730"/>
                    <a:pt x="84451" y="150935"/>
                    <a:pt x="87706" y="152140"/>
                  </a:cubicBezTo>
                  <a:cubicBezTo>
                    <a:pt x="89859" y="152934"/>
                    <a:pt x="92038" y="153652"/>
                    <a:pt x="94268" y="154216"/>
                  </a:cubicBezTo>
                  <a:cubicBezTo>
                    <a:pt x="98727" y="155446"/>
                    <a:pt x="103341" y="155984"/>
                    <a:pt x="107954" y="155830"/>
                  </a:cubicBezTo>
                  <a:cubicBezTo>
                    <a:pt x="111261" y="155677"/>
                    <a:pt x="114567" y="155190"/>
                    <a:pt x="117796" y="154395"/>
                  </a:cubicBezTo>
                  <a:cubicBezTo>
                    <a:pt x="119206" y="154087"/>
                    <a:pt x="120616" y="153703"/>
                    <a:pt x="121974" y="153190"/>
                  </a:cubicBezTo>
                  <a:lnTo>
                    <a:pt x="121974" y="155266"/>
                  </a:lnTo>
                  <a:cubicBezTo>
                    <a:pt x="119308" y="156112"/>
                    <a:pt x="116566" y="156779"/>
                    <a:pt x="113824" y="157240"/>
                  </a:cubicBezTo>
                  <a:cubicBezTo>
                    <a:pt x="109236" y="158034"/>
                    <a:pt x="104571" y="158086"/>
                    <a:pt x="100009" y="15736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17" name="Google Shape;115;p5"/>
            <p:cNvSpPr/>
            <p:nvPr/>
          </p:nvSpPr>
          <p:spPr>
            <a:xfrm flipH="1">
              <a:off x="4044960" y="970920"/>
              <a:ext cx="5097240" cy="4172040"/>
            </a:xfrm>
            <a:custGeom>
              <a:avLst/>
              <a:gdLst>
                <a:gd name="textAreaLeft" fmla="*/ -360 w 5097240"/>
                <a:gd name="textAreaRight" fmla="*/ 5097240 w 5097240"/>
                <a:gd name="textAreaTop" fmla="*/ 0 h 4172040"/>
                <a:gd name="textAreaBottom" fmla="*/ 4172400 h 4172040"/>
              </a:gdLst>
              <a:ahLst/>
              <a:cxnLst/>
              <a:rect l="textAreaLeft" t="textAreaTop" r="textAreaRight" b="textAreaBottom"/>
              <a:pathLst>
                <a:path w="158702" h="142734">
                  <a:moveTo>
                    <a:pt x="1256" y="436"/>
                  </a:moveTo>
                  <a:cubicBezTo>
                    <a:pt x="5331" y="2358"/>
                    <a:pt x="9329" y="4460"/>
                    <a:pt x="13123" y="6741"/>
                  </a:cubicBezTo>
                  <a:cubicBezTo>
                    <a:pt x="17403" y="9304"/>
                    <a:pt x="21606" y="11893"/>
                    <a:pt x="25810" y="14533"/>
                  </a:cubicBezTo>
                  <a:cubicBezTo>
                    <a:pt x="29295" y="16686"/>
                    <a:pt x="32781" y="18864"/>
                    <a:pt x="36446" y="20838"/>
                  </a:cubicBezTo>
                  <a:cubicBezTo>
                    <a:pt x="41239" y="23426"/>
                    <a:pt x="46288" y="25579"/>
                    <a:pt x="51491" y="27220"/>
                  </a:cubicBezTo>
                  <a:cubicBezTo>
                    <a:pt x="56079" y="28680"/>
                    <a:pt x="60795" y="29783"/>
                    <a:pt x="65716" y="30013"/>
                  </a:cubicBezTo>
                  <a:cubicBezTo>
                    <a:pt x="68766" y="30193"/>
                    <a:pt x="71841" y="29859"/>
                    <a:pt x="74789" y="29065"/>
                  </a:cubicBezTo>
                  <a:cubicBezTo>
                    <a:pt x="77890" y="28168"/>
                    <a:pt x="80786" y="26656"/>
                    <a:pt x="83272" y="24605"/>
                  </a:cubicBezTo>
                  <a:cubicBezTo>
                    <a:pt x="84913" y="23272"/>
                    <a:pt x="86476" y="21786"/>
                    <a:pt x="87886" y="20197"/>
                  </a:cubicBezTo>
                  <a:cubicBezTo>
                    <a:pt x="89500" y="18352"/>
                    <a:pt x="91089" y="16455"/>
                    <a:pt x="92678" y="14610"/>
                  </a:cubicBezTo>
                  <a:cubicBezTo>
                    <a:pt x="93960" y="13123"/>
                    <a:pt x="95241" y="11636"/>
                    <a:pt x="96574" y="10201"/>
                  </a:cubicBezTo>
                  <a:cubicBezTo>
                    <a:pt x="97728" y="8971"/>
                    <a:pt x="99035" y="7920"/>
                    <a:pt x="100496" y="7074"/>
                  </a:cubicBezTo>
                  <a:cubicBezTo>
                    <a:pt x="101546" y="6434"/>
                    <a:pt x="102725" y="5947"/>
                    <a:pt x="103930" y="5639"/>
                  </a:cubicBezTo>
                  <a:cubicBezTo>
                    <a:pt x="106006" y="5075"/>
                    <a:pt x="108236" y="5357"/>
                    <a:pt x="110107" y="6408"/>
                  </a:cubicBezTo>
                  <a:cubicBezTo>
                    <a:pt x="110696" y="6741"/>
                    <a:pt x="111260" y="7126"/>
                    <a:pt x="111773" y="7561"/>
                  </a:cubicBezTo>
                  <a:cubicBezTo>
                    <a:pt x="112644" y="8253"/>
                    <a:pt x="113439" y="9073"/>
                    <a:pt x="114105" y="9971"/>
                  </a:cubicBezTo>
                  <a:cubicBezTo>
                    <a:pt x="115028" y="11175"/>
                    <a:pt x="115874" y="12431"/>
                    <a:pt x="116566" y="13764"/>
                  </a:cubicBezTo>
                  <a:cubicBezTo>
                    <a:pt x="118360" y="17147"/>
                    <a:pt x="119821" y="20684"/>
                    <a:pt x="120923" y="24349"/>
                  </a:cubicBezTo>
                  <a:cubicBezTo>
                    <a:pt x="122819" y="30295"/>
                    <a:pt x="124203" y="36421"/>
                    <a:pt x="125075" y="42597"/>
                  </a:cubicBezTo>
                  <a:cubicBezTo>
                    <a:pt x="125562" y="45929"/>
                    <a:pt x="125844" y="49287"/>
                    <a:pt x="125946" y="52619"/>
                  </a:cubicBezTo>
                  <a:cubicBezTo>
                    <a:pt x="126126" y="57617"/>
                    <a:pt x="125972" y="62589"/>
                    <a:pt x="125818" y="67561"/>
                  </a:cubicBezTo>
                  <a:cubicBezTo>
                    <a:pt x="125639" y="72533"/>
                    <a:pt x="125972" y="77480"/>
                    <a:pt x="126843" y="82375"/>
                  </a:cubicBezTo>
                  <a:cubicBezTo>
                    <a:pt x="127459" y="85835"/>
                    <a:pt x="128766" y="89116"/>
                    <a:pt x="130714" y="92063"/>
                  </a:cubicBezTo>
                  <a:cubicBezTo>
                    <a:pt x="131457" y="93140"/>
                    <a:pt x="132174" y="94242"/>
                    <a:pt x="132918" y="95344"/>
                  </a:cubicBezTo>
                  <a:cubicBezTo>
                    <a:pt x="134353" y="97420"/>
                    <a:pt x="135378" y="99727"/>
                    <a:pt x="135968" y="102187"/>
                  </a:cubicBezTo>
                  <a:cubicBezTo>
                    <a:pt x="136506" y="104494"/>
                    <a:pt x="137019" y="106801"/>
                    <a:pt x="137506" y="109107"/>
                  </a:cubicBezTo>
                  <a:cubicBezTo>
                    <a:pt x="139171" y="116745"/>
                    <a:pt x="142503" y="123870"/>
                    <a:pt x="147450" y="130457"/>
                  </a:cubicBezTo>
                  <a:cubicBezTo>
                    <a:pt x="150808" y="134891"/>
                    <a:pt x="154575" y="138992"/>
                    <a:pt x="158702" y="142734"/>
                  </a:cubicBezTo>
                  <a:lnTo>
                    <a:pt x="155318" y="142734"/>
                  </a:lnTo>
                  <a:lnTo>
                    <a:pt x="153114" y="140453"/>
                  </a:lnTo>
                  <a:cubicBezTo>
                    <a:pt x="145656" y="132789"/>
                    <a:pt x="139915" y="124332"/>
                    <a:pt x="136275" y="114951"/>
                  </a:cubicBezTo>
                  <a:cubicBezTo>
                    <a:pt x="135378" y="112619"/>
                    <a:pt x="134507" y="110286"/>
                    <a:pt x="133661" y="107954"/>
                  </a:cubicBezTo>
                  <a:cubicBezTo>
                    <a:pt x="132661" y="105212"/>
                    <a:pt x="131354" y="102597"/>
                    <a:pt x="129740" y="100162"/>
                  </a:cubicBezTo>
                  <a:cubicBezTo>
                    <a:pt x="128817" y="98804"/>
                    <a:pt x="127945" y="97394"/>
                    <a:pt x="127100" y="95985"/>
                  </a:cubicBezTo>
                  <a:cubicBezTo>
                    <a:pt x="125331" y="93114"/>
                    <a:pt x="124152" y="89936"/>
                    <a:pt x="123640" y="86604"/>
                  </a:cubicBezTo>
                  <a:cubicBezTo>
                    <a:pt x="123230" y="83913"/>
                    <a:pt x="123024" y="81171"/>
                    <a:pt x="122999" y="78454"/>
                  </a:cubicBezTo>
                  <a:cubicBezTo>
                    <a:pt x="122896" y="73789"/>
                    <a:pt x="123178" y="69125"/>
                    <a:pt x="123511" y="64460"/>
                  </a:cubicBezTo>
                  <a:cubicBezTo>
                    <a:pt x="123793" y="60205"/>
                    <a:pt x="123973" y="55951"/>
                    <a:pt x="123845" y="51696"/>
                  </a:cubicBezTo>
                  <a:cubicBezTo>
                    <a:pt x="123768" y="48723"/>
                    <a:pt x="123537" y="45750"/>
                    <a:pt x="123127" y="42777"/>
                  </a:cubicBezTo>
                  <a:cubicBezTo>
                    <a:pt x="122691" y="39650"/>
                    <a:pt x="122102" y="36523"/>
                    <a:pt x="121359" y="33422"/>
                  </a:cubicBezTo>
                  <a:cubicBezTo>
                    <a:pt x="120461" y="29449"/>
                    <a:pt x="119231" y="25579"/>
                    <a:pt x="117719" y="21786"/>
                  </a:cubicBezTo>
                  <a:cubicBezTo>
                    <a:pt x="116694" y="19249"/>
                    <a:pt x="115438" y="16839"/>
                    <a:pt x="113951" y="14558"/>
                  </a:cubicBezTo>
                  <a:cubicBezTo>
                    <a:pt x="113208" y="13431"/>
                    <a:pt x="112337" y="12405"/>
                    <a:pt x="111388" y="11457"/>
                  </a:cubicBezTo>
                  <a:cubicBezTo>
                    <a:pt x="110620" y="10714"/>
                    <a:pt x="109748" y="10099"/>
                    <a:pt x="108825" y="9612"/>
                  </a:cubicBezTo>
                  <a:cubicBezTo>
                    <a:pt x="107236" y="8792"/>
                    <a:pt x="105442" y="8535"/>
                    <a:pt x="103699" y="8868"/>
                  </a:cubicBezTo>
                  <a:cubicBezTo>
                    <a:pt x="102777" y="9048"/>
                    <a:pt x="101880" y="9330"/>
                    <a:pt x="101059" y="9714"/>
                  </a:cubicBezTo>
                  <a:cubicBezTo>
                    <a:pt x="99881" y="10252"/>
                    <a:pt x="98804" y="10944"/>
                    <a:pt x="97830" y="11790"/>
                  </a:cubicBezTo>
                  <a:cubicBezTo>
                    <a:pt x="96651" y="12841"/>
                    <a:pt x="95472" y="13918"/>
                    <a:pt x="94396" y="15045"/>
                  </a:cubicBezTo>
                  <a:cubicBezTo>
                    <a:pt x="92935" y="16532"/>
                    <a:pt x="91602" y="18095"/>
                    <a:pt x="90167" y="19582"/>
                  </a:cubicBezTo>
                  <a:cubicBezTo>
                    <a:pt x="88731" y="21094"/>
                    <a:pt x="87296" y="22504"/>
                    <a:pt x="85810" y="23939"/>
                  </a:cubicBezTo>
                  <a:cubicBezTo>
                    <a:pt x="84502" y="25143"/>
                    <a:pt x="83093" y="26246"/>
                    <a:pt x="81555" y="27194"/>
                  </a:cubicBezTo>
                  <a:cubicBezTo>
                    <a:pt x="77890" y="29501"/>
                    <a:pt x="73738" y="30705"/>
                    <a:pt x="69150" y="30910"/>
                  </a:cubicBezTo>
                  <a:cubicBezTo>
                    <a:pt x="65408" y="31038"/>
                    <a:pt x="61666" y="30680"/>
                    <a:pt x="58001" y="29834"/>
                  </a:cubicBezTo>
                  <a:cubicBezTo>
                    <a:pt x="51747" y="28450"/>
                    <a:pt x="45673" y="26374"/>
                    <a:pt x="39855" y="23657"/>
                  </a:cubicBezTo>
                  <a:cubicBezTo>
                    <a:pt x="35754" y="21709"/>
                    <a:pt x="31756" y="19531"/>
                    <a:pt x="27886" y="17147"/>
                  </a:cubicBezTo>
                  <a:cubicBezTo>
                    <a:pt x="23452" y="14507"/>
                    <a:pt x="19069" y="11842"/>
                    <a:pt x="14609" y="9227"/>
                  </a:cubicBezTo>
                  <a:cubicBezTo>
                    <a:pt x="10560" y="6844"/>
                    <a:pt x="6356" y="4665"/>
                    <a:pt x="2076" y="2768"/>
                  </a:cubicBezTo>
                  <a:cubicBezTo>
                    <a:pt x="1615" y="2538"/>
                    <a:pt x="1128" y="2358"/>
                    <a:pt x="641" y="2153"/>
                  </a:cubicBezTo>
                  <a:cubicBezTo>
                    <a:pt x="436" y="2128"/>
                    <a:pt x="205" y="2102"/>
                    <a:pt x="0" y="2128"/>
                  </a:cubicBezTo>
                  <a:lnTo>
                    <a:pt x="0" y="52"/>
                  </a:lnTo>
                  <a:cubicBezTo>
                    <a:pt x="513" y="0"/>
                    <a:pt x="871" y="257"/>
                    <a:pt x="1256" y="436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18" name="Google Shape;116;p5"/>
            <p:cNvSpPr/>
            <p:nvPr/>
          </p:nvSpPr>
          <p:spPr>
            <a:xfrm flipH="1">
              <a:off x="7970040" y="4377600"/>
              <a:ext cx="1171800" cy="764640"/>
            </a:xfrm>
            <a:custGeom>
              <a:avLst/>
              <a:gdLst>
                <a:gd name="textAreaLeft" fmla="*/ -360 w 1171800"/>
                <a:gd name="textAreaRight" fmla="*/ 1171800 w 1171800"/>
                <a:gd name="textAreaTop" fmla="*/ 0 h 764640"/>
                <a:gd name="textAreaBottom" fmla="*/ 765000 h 764640"/>
              </a:gdLst>
              <a:ahLst/>
              <a:cxnLst/>
              <a:rect l="textAreaLeft" t="textAreaTop" r="textAreaRight" b="textAreaBottom"/>
              <a:pathLst>
                <a:path w="36498" h="26169">
                  <a:moveTo>
                    <a:pt x="641" y="9355"/>
                  </a:moveTo>
                  <a:cubicBezTo>
                    <a:pt x="974" y="9150"/>
                    <a:pt x="1307" y="8945"/>
                    <a:pt x="1640" y="8740"/>
                  </a:cubicBezTo>
                  <a:cubicBezTo>
                    <a:pt x="4690" y="6766"/>
                    <a:pt x="7894" y="5023"/>
                    <a:pt x="11200" y="3511"/>
                  </a:cubicBezTo>
                  <a:cubicBezTo>
                    <a:pt x="13456" y="2435"/>
                    <a:pt x="15814" y="1563"/>
                    <a:pt x="18249" y="897"/>
                  </a:cubicBezTo>
                  <a:cubicBezTo>
                    <a:pt x="20478" y="282"/>
                    <a:pt x="22760" y="0"/>
                    <a:pt x="25066" y="51"/>
                  </a:cubicBezTo>
                  <a:cubicBezTo>
                    <a:pt x="26040" y="77"/>
                    <a:pt x="27014" y="179"/>
                    <a:pt x="27988" y="384"/>
                  </a:cubicBezTo>
                  <a:cubicBezTo>
                    <a:pt x="30577" y="948"/>
                    <a:pt x="32525" y="2179"/>
                    <a:pt x="33934" y="4050"/>
                  </a:cubicBezTo>
                  <a:cubicBezTo>
                    <a:pt x="34934" y="5485"/>
                    <a:pt x="35626" y="7100"/>
                    <a:pt x="35985" y="8817"/>
                  </a:cubicBezTo>
                  <a:cubicBezTo>
                    <a:pt x="36318" y="10406"/>
                    <a:pt x="36497" y="12020"/>
                    <a:pt x="36497" y="13661"/>
                  </a:cubicBezTo>
                  <a:cubicBezTo>
                    <a:pt x="36497" y="15967"/>
                    <a:pt x="36369" y="18300"/>
                    <a:pt x="36062" y="20581"/>
                  </a:cubicBezTo>
                  <a:cubicBezTo>
                    <a:pt x="35857" y="22247"/>
                    <a:pt x="35651" y="23887"/>
                    <a:pt x="35472" y="25527"/>
                  </a:cubicBezTo>
                  <a:cubicBezTo>
                    <a:pt x="35472" y="25758"/>
                    <a:pt x="35498" y="25963"/>
                    <a:pt x="35523" y="26168"/>
                  </a:cubicBezTo>
                  <a:lnTo>
                    <a:pt x="26425" y="26168"/>
                  </a:lnTo>
                  <a:cubicBezTo>
                    <a:pt x="26066" y="24400"/>
                    <a:pt x="25733" y="22606"/>
                    <a:pt x="25066" y="20863"/>
                  </a:cubicBezTo>
                  <a:cubicBezTo>
                    <a:pt x="24733" y="19991"/>
                    <a:pt x="24349" y="19146"/>
                    <a:pt x="23913" y="18325"/>
                  </a:cubicBezTo>
                  <a:cubicBezTo>
                    <a:pt x="23477" y="17582"/>
                    <a:pt x="22990" y="16916"/>
                    <a:pt x="22426" y="16301"/>
                  </a:cubicBezTo>
                  <a:cubicBezTo>
                    <a:pt x="20504" y="14250"/>
                    <a:pt x="17915" y="13456"/>
                    <a:pt x="14840" y="13661"/>
                  </a:cubicBezTo>
                  <a:cubicBezTo>
                    <a:pt x="12584" y="13840"/>
                    <a:pt x="10380" y="14353"/>
                    <a:pt x="8304" y="15199"/>
                  </a:cubicBezTo>
                  <a:cubicBezTo>
                    <a:pt x="6638" y="15839"/>
                    <a:pt x="4998" y="16583"/>
                    <a:pt x="3434" y="17403"/>
                  </a:cubicBezTo>
                  <a:cubicBezTo>
                    <a:pt x="2666" y="17813"/>
                    <a:pt x="1922" y="18223"/>
                    <a:pt x="1128" y="18607"/>
                  </a:cubicBezTo>
                  <a:cubicBezTo>
                    <a:pt x="769" y="18787"/>
                    <a:pt x="384" y="18889"/>
                    <a:pt x="0" y="19043"/>
                  </a:cubicBezTo>
                  <a:lnTo>
                    <a:pt x="0" y="9457"/>
                  </a:lnTo>
                  <a:cubicBezTo>
                    <a:pt x="205" y="9509"/>
                    <a:pt x="461" y="9483"/>
                    <a:pt x="641" y="935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19" name="Google Shape;117;p5"/>
            <p:cNvSpPr/>
            <p:nvPr/>
          </p:nvSpPr>
          <p:spPr>
            <a:xfrm flipH="1">
              <a:off x="0" y="621000"/>
              <a:ext cx="996480" cy="1850400"/>
            </a:xfrm>
            <a:custGeom>
              <a:avLst/>
              <a:gdLst>
                <a:gd name="textAreaLeft" fmla="*/ 360 w 996480"/>
                <a:gd name="textAreaRight" fmla="*/ 997200 w 996480"/>
                <a:gd name="textAreaTop" fmla="*/ 0 h 1850400"/>
                <a:gd name="textAreaBottom" fmla="*/ 1850760 h 1850400"/>
              </a:gdLst>
              <a:ahLst/>
              <a:cxnLst/>
              <a:rect l="textAreaLeft" t="textAreaTop" r="textAreaRight" b="textAreaBottom"/>
              <a:pathLst>
                <a:path w="31039" h="63307">
                  <a:moveTo>
                    <a:pt x="20172" y="62948"/>
                  </a:moveTo>
                  <a:cubicBezTo>
                    <a:pt x="16660" y="62537"/>
                    <a:pt x="13303" y="61615"/>
                    <a:pt x="10381" y="59872"/>
                  </a:cubicBezTo>
                  <a:cubicBezTo>
                    <a:pt x="6050" y="57283"/>
                    <a:pt x="3128" y="53874"/>
                    <a:pt x="1641" y="49620"/>
                  </a:cubicBezTo>
                  <a:cubicBezTo>
                    <a:pt x="513" y="46288"/>
                    <a:pt x="1" y="42802"/>
                    <a:pt x="129" y="39317"/>
                  </a:cubicBezTo>
                  <a:cubicBezTo>
                    <a:pt x="283" y="34985"/>
                    <a:pt x="1564" y="30884"/>
                    <a:pt x="3615" y="26937"/>
                  </a:cubicBezTo>
                  <a:cubicBezTo>
                    <a:pt x="5998" y="22350"/>
                    <a:pt x="9202" y="18198"/>
                    <a:pt x="12995" y="14327"/>
                  </a:cubicBezTo>
                  <a:cubicBezTo>
                    <a:pt x="17327" y="9970"/>
                    <a:pt x="22043" y="6023"/>
                    <a:pt x="27066" y="2486"/>
                  </a:cubicBezTo>
                  <a:cubicBezTo>
                    <a:pt x="28194" y="1692"/>
                    <a:pt x="29373" y="974"/>
                    <a:pt x="30552" y="205"/>
                  </a:cubicBezTo>
                  <a:cubicBezTo>
                    <a:pt x="30706" y="128"/>
                    <a:pt x="30860" y="52"/>
                    <a:pt x="31039" y="0"/>
                  </a:cubicBezTo>
                  <a:lnTo>
                    <a:pt x="31039" y="2640"/>
                  </a:lnTo>
                  <a:cubicBezTo>
                    <a:pt x="30936" y="2691"/>
                    <a:pt x="30834" y="2743"/>
                    <a:pt x="30757" y="2794"/>
                  </a:cubicBezTo>
                  <a:cubicBezTo>
                    <a:pt x="27425" y="5024"/>
                    <a:pt x="24221" y="7484"/>
                    <a:pt x="21171" y="10124"/>
                  </a:cubicBezTo>
                  <a:cubicBezTo>
                    <a:pt x="17660" y="13097"/>
                    <a:pt x="14508" y="16455"/>
                    <a:pt x="11765" y="20120"/>
                  </a:cubicBezTo>
                  <a:cubicBezTo>
                    <a:pt x="9407" y="23349"/>
                    <a:pt x="7485" y="26758"/>
                    <a:pt x="6357" y="30423"/>
                  </a:cubicBezTo>
                  <a:cubicBezTo>
                    <a:pt x="4461" y="36446"/>
                    <a:pt x="5332" y="42213"/>
                    <a:pt x="8818" y="47723"/>
                  </a:cubicBezTo>
                  <a:cubicBezTo>
                    <a:pt x="10022" y="49646"/>
                    <a:pt x="11586" y="51337"/>
                    <a:pt x="13405" y="52696"/>
                  </a:cubicBezTo>
                  <a:cubicBezTo>
                    <a:pt x="15917" y="54515"/>
                    <a:pt x="18813" y="55669"/>
                    <a:pt x="22043" y="56361"/>
                  </a:cubicBezTo>
                  <a:cubicBezTo>
                    <a:pt x="24298" y="56822"/>
                    <a:pt x="26579" y="57104"/>
                    <a:pt x="28886" y="57206"/>
                  </a:cubicBezTo>
                  <a:lnTo>
                    <a:pt x="31039" y="57335"/>
                  </a:lnTo>
                  <a:lnTo>
                    <a:pt x="31039" y="62768"/>
                  </a:lnTo>
                  <a:cubicBezTo>
                    <a:pt x="30860" y="62819"/>
                    <a:pt x="30680" y="62871"/>
                    <a:pt x="30501" y="62896"/>
                  </a:cubicBezTo>
                  <a:cubicBezTo>
                    <a:pt x="27066" y="63306"/>
                    <a:pt x="23606" y="63306"/>
                    <a:pt x="20172" y="6294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20" name="Google Shape;118;p5"/>
            <p:cNvSpPr/>
            <p:nvPr/>
          </p:nvSpPr>
          <p:spPr>
            <a:xfrm flipH="1">
              <a:off x="6048720" y="2318040"/>
              <a:ext cx="3094200" cy="2824920"/>
            </a:xfrm>
            <a:custGeom>
              <a:avLst/>
              <a:gdLst>
                <a:gd name="textAreaLeft" fmla="*/ -360 w 3094200"/>
                <a:gd name="textAreaRight" fmla="*/ 3094200 w 3094200"/>
                <a:gd name="textAreaTop" fmla="*/ 0 h 2824920"/>
                <a:gd name="textAreaBottom" fmla="*/ 2825280 h 2824920"/>
              </a:gdLst>
              <a:ahLst/>
              <a:cxnLst/>
              <a:rect l="textAreaLeft" t="textAreaTop" r="textAreaRight" b="textAreaBottom"/>
              <a:pathLst>
                <a:path w="96344" h="96651">
                  <a:moveTo>
                    <a:pt x="436" y="22093"/>
                  </a:moveTo>
                  <a:cubicBezTo>
                    <a:pt x="564" y="21837"/>
                    <a:pt x="667" y="21581"/>
                    <a:pt x="769" y="21299"/>
                  </a:cubicBezTo>
                  <a:cubicBezTo>
                    <a:pt x="1692" y="18582"/>
                    <a:pt x="2897" y="15968"/>
                    <a:pt x="4357" y="13507"/>
                  </a:cubicBezTo>
                  <a:cubicBezTo>
                    <a:pt x="5767" y="11149"/>
                    <a:pt x="7459" y="9022"/>
                    <a:pt x="9432" y="7177"/>
                  </a:cubicBezTo>
                  <a:cubicBezTo>
                    <a:pt x="12277" y="4485"/>
                    <a:pt x="15763" y="2614"/>
                    <a:pt x="19889" y="1564"/>
                  </a:cubicBezTo>
                  <a:cubicBezTo>
                    <a:pt x="21555" y="1128"/>
                    <a:pt x="23273" y="795"/>
                    <a:pt x="24990" y="564"/>
                  </a:cubicBezTo>
                  <a:cubicBezTo>
                    <a:pt x="27886" y="205"/>
                    <a:pt x="30782" y="26"/>
                    <a:pt x="33704" y="26"/>
                  </a:cubicBezTo>
                  <a:cubicBezTo>
                    <a:pt x="39035" y="0"/>
                    <a:pt x="44315" y="359"/>
                    <a:pt x="49620" y="667"/>
                  </a:cubicBezTo>
                  <a:cubicBezTo>
                    <a:pt x="53337" y="897"/>
                    <a:pt x="57027" y="1128"/>
                    <a:pt x="60744" y="1307"/>
                  </a:cubicBezTo>
                  <a:cubicBezTo>
                    <a:pt x="65024" y="1512"/>
                    <a:pt x="69304" y="1589"/>
                    <a:pt x="73610" y="1615"/>
                  </a:cubicBezTo>
                  <a:cubicBezTo>
                    <a:pt x="76481" y="1615"/>
                    <a:pt x="79377" y="1666"/>
                    <a:pt x="82247" y="1743"/>
                  </a:cubicBezTo>
                  <a:cubicBezTo>
                    <a:pt x="83913" y="1769"/>
                    <a:pt x="85579" y="1948"/>
                    <a:pt x="87194" y="2307"/>
                  </a:cubicBezTo>
                  <a:cubicBezTo>
                    <a:pt x="89962" y="2948"/>
                    <a:pt x="91910" y="4357"/>
                    <a:pt x="93012" y="6587"/>
                  </a:cubicBezTo>
                  <a:cubicBezTo>
                    <a:pt x="93576" y="7792"/>
                    <a:pt x="93960" y="9073"/>
                    <a:pt x="94088" y="10406"/>
                  </a:cubicBezTo>
                  <a:cubicBezTo>
                    <a:pt x="94319" y="12482"/>
                    <a:pt x="94294" y="14609"/>
                    <a:pt x="93986" y="16685"/>
                  </a:cubicBezTo>
                  <a:cubicBezTo>
                    <a:pt x="93602" y="19761"/>
                    <a:pt x="93115" y="22836"/>
                    <a:pt x="92628" y="25912"/>
                  </a:cubicBezTo>
                  <a:cubicBezTo>
                    <a:pt x="92038" y="29577"/>
                    <a:pt x="91525" y="33242"/>
                    <a:pt x="91167" y="36933"/>
                  </a:cubicBezTo>
                  <a:cubicBezTo>
                    <a:pt x="90757" y="40983"/>
                    <a:pt x="90577" y="45058"/>
                    <a:pt x="90577" y="49133"/>
                  </a:cubicBezTo>
                  <a:cubicBezTo>
                    <a:pt x="90577" y="51465"/>
                    <a:pt x="90654" y="53823"/>
                    <a:pt x="90782" y="56181"/>
                  </a:cubicBezTo>
                  <a:cubicBezTo>
                    <a:pt x="90910" y="58513"/>
                    <a:pt x="91090" y="60923"/>
                    <a:pt x="91346" y="63306"/>
                  </a:cubicBezTo>
                  <a:cubicBezTo>
                    <a:pt x="91551" y="65510"/>
                    <a:pt x="91807" y="67715"/>
                    <a:pt x="92141" y="69919"/>
                  </a:cubicBezTo>
                  <a:cubicBezTo>
                    <a:pt x="92525" y="72661"/>
                    <a:pt x="92935" y="75404"/>
                    <a:pt x="93371" y="78120"/>
                  </a:cubicBezTo>
                  <a:cubicBezTo>
                    <a:pt x="93858" y="81170"/>
                    <a:pt x="94396" y="84220"/>
                    <a:pt x="94883" y="87245"/>
                  </a:cubicBezTo>
                  <a:cubicBezTo>
                    <a:pt x="95396" y="90372"/>
                    <a:pt x="95857" y="93524"/>
                    <a:pt x="96344" y="96651"/>
                  </a:cubicBezTo>
                  <a:lnTo>
                    <a:pt x="93627" y="96651"/>
                  </a:lnTo>
                  <a:cubicBezTo>
                    <a:pt x="93627" y="96446"/>
                    <a:pt x="93627" y="96215"/>
                    <a:pt x="93602" y="96010"/>
                  </a:cubicBezTo>
                  <a:cubicBezTo>
                    <a:pt x="93191" y="91269"/>
                    <a:pt x="92551" y="86527"/>
                    <a:pt x="91936" y="81811"/>
                  </a:cubicBezTo>
                  <a:cubicBezTo>
                    <a:pt x="91525" y="78659"/>
                    <a:pt x="91064" y="75532"/>
                    <a:pt x="90705" y="72379"/>
                  </a:cubicBezTo>
                  <a:cubicBezTo>
                    <a:pt x="90321" y="69124"/>
                    <a:pt x="90013" y="65895"/>
                    <a:pt x="89680" y="62640"/>
                  </a:cubicBezTo>
                  <a:cubicBezTo>
                    <a:pt x="89321" y="58924"/>
                    <a:pt x="89193" y="55207"/>
                    <a:pt x="89116" y="51465"/>
                  </a:cubicBezTo>
                  <a:cubicBezTo>
                    <a:pt x="89065" y="47749"/>
                    <a:pt x="89219" y="43956"/>
                    <a:pt x="89475" y="40214"/>
                  </a:cubicBezTo>
                  <a:cubicBezTo>
                    <a:pt x="89706" y="36805"/>
                    <a:pt x="90065" y="33396"/>
                    <a:pt x="90500" y="30013"/>
                  </a:cubicBezTo>
                  <a:cubicBezTo>
                    <a:pt x="90936" y="26399"/>
                    <a:pt x="91449" y="22785"/>
                    <a:pt x="91910" y="19171"/>
                  </a:cubicBezTo>
                  <a:cubicBezTo>
                    <a:pt x="92217" y="16890"/>
                    <a:pt x="92269" y="14558"/>
                    <a:pt x="92038" y="12226"/>
                  </a:cubicBezTo>
                  <a:cubicBezTo>
                    <a:pt x="91910" y="11047"/>
                    <a:pt x="91602" y="9868"/>
                    <a:pt x="91141" y="8766"/>
                  </a:cubicBezTo>
                  <a:cubicBezTo>
                    <a:pt x="90167" y="6613"/>
                    <a:pt x="88399" y="5101"/>
                    <a:pt x="85759" y="4357"/>
                  </a:cubicBezTo>
                  <a:cubicBezTo>
                    <a:pt x="84964" y="4101"/>
                    <a:pt x="84144" y="3922"/>
                    <a:pt x="83324" y="3768"/>
                  </a:cubicBezTo>
                  <a:cubicBezTo>
                    <a:pt x="80889" y="3435"/>
                    <a:pt x="78428" y="3230"/>
                    <a:pt x="75968" y="3204"/>
                  </a:cubicBezTo>
                  <a:cubicBezTo>
                    <a:pt x="71406" y="3101"/>
                    <a:pt x="66844" y="2999"/>
                    <a:pt x="62307" y="2871"/>
                  </a:cubicBezTo>
                  <a:cubicBezTo>
                    <a:pt x="57335" y="2717"/>
                    <a:pt x="52363" y="2538"/>
                    <a:pt x="47416" y="2358"/>
                  </a:cubicBezTo>
                  <a:cubicBezTo>
                    <a:pt x="42598" y="2204"/>
                    <a:pt x="37779" y="2153"/>
                    <a:pt x="32961" y="2486"/>
                  </a:cubicBezTo>
                  <a:cubicBezTo>
                    <a:pt x="29654" y="2666"/>
                    <a:pt x="26348" y="3153"/>
                    <a:pt x="23144" y="3973"/>
                  </a:cubicBezTo>
                  <a:cubicBezTo>
                    <a:pt x="18915" y="5049"/>
                    <a:pt x="15225" y="6843"/>
                    <a:pt x="12175" y="9483"/>
                  </a:cubicBezTo>
                  <a:cubicBezTo>
                    <a:pt x="10201" y="11226"/>
                    <a:pt x="8484" y="13225"/>
                    <a:pt x="7049" y="15455"/>
                  </a:cubicBezTo>
                  <a:cubicBezTo>
                    <a:pt x="5716" y="17531"/>
                    <a:pt x="4563" y="19761"/>
                    <a:pt x="3640" y="22093"/>
                  </a:cubicBezTo>
                  <a:cubicBezTo>
                    <a:pt x="2717" y="24451"/>
                    <a:pt x="1820" y="26809"/>
                    <a:pt x="897" y="29167"/>
                  </a:cubicBezTo>
                  <a:cubicBezTo>
                    <a:pt x="769" y="29526"/>
                    <a:pt x="615" y="29885"/>
                    <a:pt x="436" y="30218"/>
                  </a:cubicBezTo>
                  <a:cubicBezTo>
                    <a:pt x="359" y="30320"/>
                    <a:pt x="154" y="30397"/>
                    <a:pt x="0" y="30474"/>
                  </a:cubicBezTo>
                  <a:lnTo>
                    <a:pt x="0" y="22375"/>
                  </a:lnTo>
                  <a:cubicBezTo>
                    <a:pt x="180" y="22298"/>
                    <a:pt x="359" y="22221"/>
                    <a:pt x="436" y="22093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21" name="Google Shape;119;p5"/>
            <p:cNvSpPr/>
            <p:nvPr/>
          </p:nvSpPr>
          <p:spPr>
            <a:xfrm flipH="1">
              <a:off x="6346440" y="2531520"/>
              <a:ext cx="2795400" cy="2610720"/>
            </a:xfrm>
            <a:custGeom>
              <a:avLst/>
              <a:gdLst>
                <a:gd name="textAreaLeft" fmla="*/ -360 w 2795400"/>
                <a:gd name="textAreaRight" fmla="*/ 2795400 w 2795400"/>
                <a:gd name="textAreaTop" fmla="*/ 0 h 2610720"/>
                <a:gd name="textAreaBottom" fmla="*/ 2611080 h 2610720"/>
              </a:gdLst>
              <a:ahLst/>
              <a:cxnLst/>
              <a:rect l="textAreaLeft" t="textAreaTop" r="textAreaRight" b="textAreaBottom"/>
              <a:pathLst>
                <a:path w="87040" h="89322">
                  <a:moveTo>
                    <a:pt x="948" y="33499"/>
                  </a:moveTo>
                  <a:cubicBezTo>
                    <a:pt x="3511" y="30244"/>
                    <a:pt x="5869" y="26784"/>
                    <a:pt x="7997" y="23196"/>
                  </a:cubicBezTo>
                  <a:cubicBezTo>
                    <a:pt x="9047" y="21351"/>
                    <a:pt x="10098" y="19531"/>
                    <a:pt x="11200" y="17711"/>
                  </a:cubicBezTo>
                  <a:cubicBezTo>
                    <a:pt x="12456" y="15558"/>
                    <a:pt x="13943" y="13533"/>
                    <a:pt x="15583" y="11662"/>
                  </a:cubicBezTo>
                  <a:cubicBezTo>
                    <a:pt x="19069" y="7818"/>
                    <a:pt x="23528" y="4999"/>
                    <a:pt x="28962" y="3204"/>
                  </a:cubicBezTo>
                  <a:cubicBezTo>
                    <a:pt x="31858" y="2282"/>
                    <a:pt x="34806" y="1615"/>
                    <a:pt x="37830" y="1180"/>
                  </a:cubicBezTo>
                  <a:cubicBezTo>
                    <a:pt x="42520" y="513"/>
                    <a:pt x="47236" y="154"/>
                    <a:pt x="51978" y="103"/>
                  </a:cubicBezTo>
                  <a:cubicBezTo>
                    <a:pt x="56335" y="1"/>
                    <a:pt x="60692" y="26"/>
                    <a:pt x="65075" y="52"/>
                  </a:cubicBezTo>
                  <a:cubicBezTo>
                    <a:pt x="68125" y="78"/>
                    <a:pt x="71200" y="257"/>
                    <a:pt x="74250" y="616"/>
                  </a:cubicBezTo>
                  <a:cubicBezTo>
                    <a:pt x="76173" y="795"/>
                    <a:pt x="78044" y="1180"/>
                    <a:pt x="79863" y="1769"/>
                  </a:cubicBezTo>
                  <a:cubicBezTo>
                    <a:pt x="82862" y="2769"/>
                    <a:pt x="84887" y="4537"/>
                    <a:pt x="85861" y="7075"/>
                  </a:cubicBezTo>
                  <a:cubicBezTo>
                    <a:pt x="86373" y="8407"/>
                    <a:pt x="86681" y="9817"/>
                    <a:pt x="86758" y="11252"/>
                  </a:cubicBezTo>
                  <a:cubicBezTo>
                    <a:pt x="87040" y="14943"/>
                    <a:pt x="86707" y="18634"/>
                    <a:pt x="86450" y="22324"/>
                  </a:cubicBezTo>
                  <a:cubicBezTo>
                    <a:pt x="86194" y="25656"/>
                    <a:pt x="85886" y="29014"/>
                    <a:pt x="85681" y="32346"/>
                  </a:cubicBezTo>
                  <a:cubicBezTo>
                    <a:pt x="85323" y="37882"/>
                    <a:pt x="85169" y="43444"/>
                    <a:pt x="85297" y="48980"/>
                  </a:cubicBezTo>
                  <a:cubicBezTo>
                    <a:pt x="85374" y="53875"/>
                    <a:pt x="85630" y="58745"/>
                    <a:pt x="85886" y="63640"/>
                  </a:cubicBezTo>
                  <a:cubicBezTo>
                    <a:pt x="86092" y="67484"/>
                    <a:pt x="86348" y="71329"/>
                    <a:pt x="86527" y="75173"/>
                  </a:cubicBezTo>
                  <a:cubicBezTo>
                    <a:pt x="86784" y="79710"/>
                    <a:pt x="86732" y="84246"/>
                    <a:pt x="86425" y="88783"/>
                  </a:cubicBezTo>
                  <a:cubicBezTo>
                    <a:pt x="86450" y="88962"/>
                    <a:pt x="86476" y="89142"/>
                    <a:pt x="86527" y="89321"/>
                  </a:cubicBezTo>
                  <a:lnTo>
                    <a:pt x="83580" y="89321"/>
                  </a:lnTo>
                  <a:cubicBezTo>
                    <a:pt x="83605" y="88886"/>
                    <a:pt x="83605" y="88450"/>
                    <a:pt x="83657" y="88014"/>
                  </a:cubicBezTo>
                  <a:cubicBezTo>
                    <a:pt x="83836" y="85810"/>
                    <a:pt x="84118" y="83580"/>
                    <a:pt x="84221" y="81376"/>
                  </a:cubicBezTo>
                  <a:cubicBezTo>
                    <a:pt x="84502" y="75814"/>
                    <a:pt x="84323" y="70278"/>
                    <a:pt x="84144" y="64742"/>
                  </a:cubicBezTo>
                  <a:cubicBezTo>
                    <a:pt x="84041" y="61385"/>
                    <a:pt x="83913" y="58053"/>
                    <a:pt x="83836" y="54695"/>
                  </a:cubicBezTo>
                  <a:cubicBezTo>
                    <a:pt x="83657" y="47083"/>
                    <a:pt x="83708" y="39471"/>
                    <a:pt x="84195" y="31859"/>
                  </a:cubicBezTo>
                  <a:cubicBezTo>
                    <a:pt x="84451" y="28296"/>
                    <a:pt x="84605" y="24734"/>
                    <a:pt x="84810" y="21171"/>
                  </a:cubicBezTo>
                  <a:cubicBezTo>
                    <a:pt x="84989" y="18557"/>
                    <a:pt x="84938" y="15968"/>
                    <a:pt x="84707" y="13380"/>
                  </a:cubicBezTo>
                  <a:cubicBezTo>
                    <a:pt x="84554" y="11842"/>
                    <a:pt x="84195" y="10355"/>
                    <a:pt x="83631" y="8946"/>
                  </a:cubicBezTo>
                  <a:cubicBezTo>
                    <a:pt x="82580" y="6562"/>
                    <a:pt x="80658" y="4845"/>
                    <a:pt x="77839" y="3820"/>
                  </a:cubicBezTo>
                  <a:cubicBezTo>
                    <a:pt x="76660" y="3410"/>
                    <a:pt x="75481" y="3076"/>
                    <a:pt x="74276" y="2846"/>
                  </a:cubicBezTo>
                  <a:cubicBezTo>
                    <a:pt x="71124" y="2282"/>
                    <a:pt x="67971" y="2000"/>
                    <a:pt x="64793" y="1974"/>
                  </a:cubicBezTo>
                  <a:cubicBezTo>
                    <a:pt x="57770" y="1769"/>
                    <a:pt x="50748" y="2051"/>
                    <a:pt x="43776" y="2871"/>
                  </a:cubicBezTo>
                  <a:cubicBezTo>
                    <a:pt x="40444" y="3230"/>
                    <a:pt x="37164" y="3871"/>
                    <a:pt x="33934" y="4768"/>
                  </a:cubicBezTo>
                  <a:cubicBezTo>
                    <a:pt x="28731" y="6229"/>
                    <a:pt x="24144" y="8484"/>
                    <a:pt x="20350" y="11765"/>
                  </a:cubicBezTo>
                  <a:cubicBezTo>
                    <a:pt x="18223" y="13636"/>
                    <a:pt x="16301" y="15763"/>
                    <a:pt x="14660" y="18095"/>
                  </a:cubicBezTo>
                  <a:cubicBezTo>
                    <a:pt x="13379" y="19864"/>
                    <a:pt x="12174" y="21684"/>
                    <a:pt x="10944" y="23478"/>
                  </a:cubicBezTo>
                  <a:cubicBezTo>
                    <a:pt x="7971" y="27912"/>
                    <a:pt x="4716" y="32141"/>
                    <a:pt x="1205" y="36165"/>
                  </a:cubicBezTo>
                  <a:cubicBezTo>
                    <a:pt x="974" y="36421"/>
                    <a:pt x="743" y="36677"/>
                    <a:pt x="513" y="36908"/>
                  </a:cubicBezTo>
                  <a:cubicBezTo>
                    <a:pt x="333" y="36985"/>
                    <a:pt x="179" y="37036"/>
                    <a:pt x="0" y="37062"/>
                  </a:cubicBezTo>
                  <a:lnTo>
                    <a:pt x="0" y="34242"/>
                  </a:lnTo>
                  <a:cubicBezTo>
                    <a:pt x="564" y="34217"/>
                    <a:pt x="692" y="33807"/>
                    <a:pt x="948" y="3349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22" name="Google Shape;120;p5"/>
            <p:cNvSpPr/>
            <p:nvPr/>
          </p:nvSpPr>
          <p:spPr>
            <a:xfrm flipH="1">
              <a:off x="7662240" y="4084200"/>
              <a:ext cx="1479960" cy="1058400"/>
            </a:xfrm>
            <a:custGeom>
              <a:avLst/>
              <a:gdLst>
                <a:gd name="textAreaLeft" fmla="*/ -360 w 1479960"/>
                <a:gd name="textAreaRight" fmla="*/ 1479960 w 1479960"/>
                <a:gd name="textAreaTop" fmla="*/ 0 h 1058400"/>
                <a:gd name="textAreaBottom" fmla="*/ 1058760 h 1058400"/>
              </a:gdLst>
              <a:ahLst/>
              <a:cxnLst/>
              <a:rect l="textAreaLeft" t="textAreaTop" r="textAreaRight" b="textAreaBottom"/>
              <a:pathLst>
                <a:path w="46083" h="36216">
                  <a:moveTo>
                    <a:pt x="11149" y="6818"/>
                  </a:moveTo>
                  <a:cubicBezTo>
                    <a:pt x="13994" y="5357"/>
                    <a:pt x="16916" y="4101"/>
                    <a:pt x="19940" y="3050"/>
                  </a:cubicBezTo>
                  <a:cubicBezTo>
                    <a:pt x="23785" y="1717"/>
                    <a:pt x="27757" y="641"/>
                    <a:pt x="31935" y="231"/>
                  </a:cubicBezTo>
                  <a:cubicBezTo>
                    <a:pt x="33806" y="0"/>
                    <a:pt x="35703" y="26"/>
                    <a:pt x="37599" y="308"/>
                  </a:cubicBezTo>
                  <a:cubicBezTo>
                    <a:pt x="40265" y="769"/>
                    <a:pt x="42315" y="1948"/>
                    <a:pt x="43725" y="3896"/>
                  </a:cubicBezTo>
                  <a:cubicBezTo>
                    <a:pt x="44314" y="4742"/>
                    <a:pt x="44776" y="5664"/>
                    <a:pt x="45109" y="6664"/>
                  </a:cubicBezTo>
                  <a:cubicBezTo>
                    <a:pt x="45622" y="8330"/>
                    <a:pt x="45929" y="10098"/>
                    <a:pt x="45980" y="11867"/>
                  </a:cubicBezTo>
                  <a:cubicBezTo>
                    <a:pt x="46083" y="14635"/>
                    <a:pt x="45929" y="17454"/>
                    <a:pt x="45468" y="20196"/>
                  </a:cubicBezTo>
                  <a:cubicBezTo>
                    <a:pt x="44904" y="23887"/>
                    <a:pt x="44109" y="27501"/>
                    <a:pt x="43110" y="31089"/>
                  </a:cubicBezTo>
                  <a:cubicBezTo>
                    <a:pt x="42725" y="32473"/>
                    <a:pt x="42341" y="33832"/>
                    <a:pt x="41982" y="35216"/>
                  </a:cubicBezTo>
                  <a:cubicBezTo>
                    <a:pt x="41905" y="35523"/>
                    <a:pt x="41649" y="35856"/>
                    <a:pt x="41905" y="36215"/>
                  </a:cubicBezTo>
                  <a:lnTo>
                    <a:pt x="38701" y="36215"/>
                  </a:lnTo>
                  <a:cubicBezTo>
                    <a:pt x="38804" y="35600"/>
                    <a:pt x="38881" y="34959"/>
                    <a:pt x="39009" y="34370"/>
                  </a:cubicBezTo>
                  <a:cubicBezTo>
                    <a:pt x="39752" y="31140"/>
                    <a:pt x="40444" y="27885"/>
                    <a:pt x="40880" y="24630"/>
                  </a:cubicBezTo>
                  <a:cubicBezTo>
                    <a:pt x="41264" y="21683"/>
                    <a:pt x="41495" y="18710"/>
                    <a:pt x="41188" y="15737"/>
                  </a:cubicBezTo>
                  <a:cubicBezTo>
                    <a:pt x="41085" y="14276"/>
                    <a:pt x="40777" y="12866"/>
                    <a:pt x="40291" y="11508"/>
                  </a:cubicBezTo>
                  <a:cubicBezTo>
                    <a:pt x="40009" y="10790"/>
                    <a:pt x="39650" y="10098"/>
                    <a:pt x="39240" y="9432"/>
                  </a:cubicBezTo>
                  <a:cubicBezTo>
                    <a:pt x="37779" y="7074"/>
                    <a:pt x="35395" y="5690"/>
                    <a:pt x="32268" y="5203"/>
                  </a:cubicBezTo>
                  <a:cubicBezTo>
                    <a:pt x="30423" y="4947"/>
                    <a:pt x="28552" y="4921"/>
                    <a:pt x="26707" y="5126"/>
                  </a:cubicBezTo>
                  <a:cubicBezTo>
                    <a:pt x="22554" y="5562"/>
                    <a:pt x="18505" y="6664"/>
                    <a:pt x="14660" y="8330"/>
                  </a:cubicBezTo>
                  <a:cubicBezTo>
                    <a:pt x="10944" y="9919"/>
                    <a:pt x="7356" y="11790"/>
                    <a:pt x="3896" y="13917"/>
                  </a:cubicBezTo>
                  <a:cubicBezTo>
                    <a:pt x="2896" y="14532"/>
                    <a:pt x="1922" y="15173"/>
                    <a:pt x="923" y="15788"/>
                  </a:cubicBezTo>
                  <a:cubicBezTo>
                    <a:pt x="666" y="16019"/>
                    <a:pt x="333" y="16121"/>
                    <a:pt x="0" y="16121"/>
                  </a:cubicBezTo>
                  <a:lnTo>
                    <a:pt x="0" y="13123"/>
                  </a:lnTo>
                  <a:cubicBezTo>
                    <a:pt x="513" y="13123"/>
                    <a:pt x="820" y="12815"/>
                    <a:pt x="1179" y="12584"/>
                  </a:cubicBezTo>
                  <a:cubicBezTo>
                    <a:pt x="4383" y="10508"/>
                    <a:pt x="7689" y="8586"/>
                    <a:pt x="11149" y="681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23" name="Google Shape;121;p5"/>
            <p:cNvSpPr/>
            <p:nvPr/>
          </p:nvSpPr>
          <p:spPr>
            <a:xfrm flipH="1">
              <a:off x="6502320" y="0"/>
              <a:ext cx="2639880" cy="1050840"/>
            </a:xfrm>
            <a:custGeom>
              <a:avLst/>
              <a:gdLst>
                <a:gd name="textAreaLeft" fmla="*/ -360 w 2639880"/>
                <a:gd name="textAreaRight" fmla="*/ 2639880 w 2639880"/>
                <a:gd name="textAreaTop" fmla="*/ 0 h 1050840"/>
                <a:gd name="textAreaBottom" fmla="*/ 1051200 h 1050840"/>
              </a:gdLst>
              <a:ahLst/>
              <a:cxnLst/>
              <a:rect l="textAreaLeft" t="textAreaTop" r="textAreaRight" b="textAreaBottom"/>
              <a:pathLst>
                <a:path w="82196" h="35959">
                  <a:moveTo>
                    <a:pt x="74737" y="6049"/>
                  </a:moveTo>
                  <a:cubicBezTo>
                    <a:pt x="72918" y="7766"/>
                    <a:pt x="71431" y="9791"/>
                    <a:pt x="70355" y="12046"/>
                  </a:cubicBezTo>
                  <a:cubicBezTo>
                    <a:pt x="69663" y="13558"/>
                    <a:pt x="69047" y="15096"/>
                    <a:pt x="68535" y="16685"/>
                  </a:cubicBezTo>
                  <a:cubicBezTo>
                    <a:pt x="67612" y="19402"/>
                    <a:pt x="66715" y="22144"/>
                    <a:pt x="65587" y="24784"/>
                  </a:cubicBezTo>
                  <a:cubicBezTo>
                    <a:pt x="64742" y="26809"/>
                    <a:pt x="63716" y="28782"/>
                    <a:pt x="62486" y="30628"/>
                  </a:cubicBezTo>
                  <a:cubicBezTo>
                    <a:pt x="61692" y="31832"/>
                    <a:pt x="60718" y="32935"/>
                    <a:pt x="59616" y="33857"/>
                  </a:cubicBezTo>
                  <a:cubicBezTo>
                    <a:pt x="57924" y="35216"/>
                    <a:pt x="55848" y="35959"/>
                    <a:pt x="53695" y="35933"/>
                  </a:cubicBezTo>
                  <a:cubicBezTo>
                    <a:pt x="51773" y="35933"/>
                    <a:pt x="49851" y="35626"/>
                    <a:pt x="48005" y="35087"/>
                  </a:cubicBezTo>
                  <a:cubicBezTo>
                    <a:pt x="45750" y="34395"/>
                    <a:pt x="43546" y="33575"/>
                    <a:pt x="41393" y="32576"/>
                  </a:cubicBezTo>
                  <a:cubicBezTo>
                    <a:pt x="37933" y="31012"/>
                    <a:pt x="34575" y="29295"/>
                    <a:pt x="31243" y="27552"/>
                  </a:cubicBezTo>
                  <a:cubicBezTo>
                    <a:pt x="24682" y="24169"/>
                    <a:pt x="18095" y="20786"/>
                    <a:pt x="11405" y="17582"/>
                  </a:cubicBezTo>
                  <a:cubicBezTo>
                    <a:pt x="8022" y="15993"/>
                    <a:pt x="4639" y="14378"/>
                    <a:pt x="1256" y="12789"/>
                  </a:cubicBezTo>
                  <a:cubicBezTo>
                    <a:pt x="871" y="12610"/>
                    <a:pt x="513" y="12354"/>
                    <a:pt x="0" y="12405"/>
                  </a:cubicBezTo>
                  <a:lnTo>
                    <a:pt x="0" y="11277"/>
                  </a:lnTo>
                  <a:cubicBezTo>
                    <a:pt x="179" y="11252"/>
                    <a:pt x="359" y="11252"/>
                    <a:pt x="538" y="11277"/>
                  </a:cubicBezTo>
                  <a:cubicBezTo>
                    <a:pt x="897" y="11405"/>
                    <a:pt x="1205" y="11559"/>
                    <a:pt x="1538" y="11713"/>
                  </a:cubicBezTo>
                  <a:cubicBezTo>
                    <a:pt x="11072" y="16044"/>
                    <a:pt x="20504" y="20504"/>
                    <a:pt x="29885" y="25092"/>
                  </a:cubicBezTo>
                  <a:cubicBezTo>
                    <a:pt x="33370" y="26809"/>
                    <a:pt x="36882" y="28475"/>
                    <a:pt x="40521" y="29961"/>
                  </a:cubicBezTo>
                  <a:cubicBezTo>
                    <a:pt x="42315" y="30705"/>
                    <a:pt x="44186" y="31345"/>
                    <a:pt x="46083" y="31884"/>
                  </a:cubicBezTo>
                  <a:cubicBezTo>
                    <a:pt x="47749" y="32345"/>
                    <a:pt x="49466" y="32576"/>
                    <a:pt x="51209" y="32550"/>
                  </a:cubicBezTo>
                  <a:cubicBezTo>
                    <a:pt x="53131" y="32550"/>
                    <a:pt x="55002" y="31909"/>
                    <a:pt x="56514" y="30730"/>
                  </a:cubicBezTo>
                  <a:cubicBezTo>
                    <a:pt x="57437" y="29987"/>
                    <a:pt x="58232" y="29167"/>
                    <a:pt x="58949" y="28244"/>
                  </a:cubicBezTo>
                  <a:cubicBezTo>
                    <a:pt x="59821" y="27117"/>
                    <a:pt x="60590" y="25938"/>
                    <a:pt x="61256" y="24682"/>
                  </a:cubicBezTo>
                  <a:cubicBezTo>
                    <a:pt x="62384" y="22580"/>
                    <a:pt x="63358" y="20401"/>
                    <a:pt x="64229" y="18197"/>
                  </a:cubicBezTo>
                  <a:cubicBezTo>
                    <a:pt x="65049" y="16147"/>
                    <a:pt x="65844" y="14096"/>
                    <a:pt x="66715" y="12046"/>
                  </a:cubicBezTo>
                  <a:cubicBezTo>
                    <a:pt x="67792" y="9560"/>
                    <a:pt x="69355" y="7279"/>
                    <a:pt x="71329" y="5408"/>
                  </a:cubicBezTo>
                  <a:cubicBezTo>
                    <a:pt x="72764" y="4075"/>
                    <a:pt x="74302" y="2871"/>
                    <a:pt x="75942" y="1794"/>
                  </a:cubicBezTo>
                  <a:cubicBezTo>
                    <a:pt x="76813" y="1205"/>
                    <a:pt x="77685" y="589"/>
                    <a:pt x="78556" y="0"/>
                  </a:cubicBezTo>
                  <a:lnTo>
                    <a:pt x="82196" y="0"/>
                  </a:lnTo>
                  <a:cubicBezTo>
                    <a:pt x="81273" y="692"/>
                    <a:pt x="80376" y="1410"/>
                    <a:pt x="79453" y="2102"/>
                  </a:cubicBezTo>
                  <a:cubicBezTo>
                    <a:pt x="77813" y="3332"/>
                    <a:pt x="76224" y="4639"/>
                    <a:pt x="74737" y="604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24" name="Google Shape;122;p5"/>
            <p:cNvSpPr/>
            <p:nvPr/>
          </p:nvSpPr>
          <p:spPr>
            <a:xfrm flipH="1">
              <a:off x="2026080" y="0"/>
              <a:ext cx="1460880" cy="649080"/>
            </a:xfrm>
            <a:custGeom>
              <a:avLst/>
              <a:gdLst>
                <a:gd name="textAreaLeft" fmla="*/ 360 w 1460880"/>
                <a:gd name="textAreaRight" fmla="*/ 1461600 w 1460880"/>
                <a:gd name="textAreaTop" fmla="*/ 0 h 649080"/>
                <a:gd name="textAreaBottom" fmla="*/ 649440 h 649080"/>
              </a:gdLst>
              <a:ahLst/>
              <a:cxnLst/>
              <a:rect l="textAreaLeft" t="textAreaTop" r="textAreaRight" b="textAreaBottom"/>
              <a:pathLst>
                <a:path w="45495" h="22222">
                  <a:moveTo>
                    <a:pt x="39240" y="3024"/>
                  </a:moveTo>
                  <a:cubicBezTo>
                    <a:pt x="32192" y="6356"/>
                    <a:pt x="25528" y="10406"/>
                    <a:pt x="19377" y="15173"/>
                  </a:cubicBezTo>
                  <a:cubicBezTo>
                    <a:pt x="18173" y="16096"/>
                    <a:pt x="16968" y="17018"/>
                    <a:pt x="15738" y="17890"/>
                  </a:cubicBezTo>
                  <a:cubicBezTo>
                    <a:pt x="14482" y="18761"/>
                    <a:pt x="13277" y="19556"/>
                    <a:pt x="11996" y="20325"/>
                  </a:cubicBezTo>
                  <a:cubicBezTo>
                    <a:pt x="11150" y="20837"/>
                    <a:pt x="10253" y="21247"/>
                    <a:pt x="9305" y="21555"/>
                  </a:cubicBezTo>
                  <a:cubicBezTo>
                    <a:pt x="7228" y="22221"/>
                    <a:pt x="5357" y="21914"/>
                    <a:pt x="3743" y="20658"/>
                  </a:cubicBezTo>
                  <a:cubicBezTo>
                    <a:pt x="2923" y="19991"/>
                    <a:pt x="2231" y="19197"/>
                    <a:pt x="1744" y="18274"/>
                  </a:cubicBezTo>
                  <a:cubicBezTo>
                    <a:pt x="1077" y="16993"/>
                    <a:pt x="616" y="15634"/>
                    <a:pt x="411" y="14199"/>
                  </a:cubicBezTo>
                  <a:cubicBezTo>
                    <a:pt x="26" y="11508"/>
                    <a:pt x="1" y="8765"/>
                    <a:pt x="334" y="6049"/>
                  </a:cubicBezTo>
                  <a:cubicBezTo>
                    <a:pt x="539" y="4050"/>
                    <a:pt x="821" y="2025"/>
                    <a:pt x="1103" y="0"/>
                  </a:cubicBezTo>
                  <a:lnTo>
                    <a:pt x="3589" y="0"/>
                  </a:lnTo>
                  <a:cubicBezTo>
                    <a:pt x="3486" y="897"/>
                    <a:pt x="3384" y="1820"/>
                    <a:pt x="3307" y="2717"/>
                  </a:cubicBezTo>
                  <a:cubicBezTo>
                    <a:pt x="3025" y="5075"/>
                    <a:pt x="2846" y="7458"/>
                    <a:pt x="3128" y="9842"/>
                  </a:cubicBezTo>
                  <a:cubicBezTo>
                    <a:pt x="3256" y="11021"/>
                    <a:pt x="3563" y="12200"/>
                    <a:pt x="4025" y="13302"/>
                  </a:cubicBezTo>
                  <a:cubicBezTo>
                    <a:pt x="4332" y="14045"/>
                    <a:pt x="4742" y="14712"/>
                    <a:pt x="5281" y="15301"/>
                  </a:cubicBezTo>
                  <a:cubicBezTo>
                    <a:pt x="5768" y="15839"/>
                    <a:pt x="6383" y="16275"/>
                    <a:pt x="7075" y="16557"/>
                  </a:cubicBezTo>
                  <a:cubicBezTo>
                    <a:pt x="8074" y="16941"/>
                    <a:pt x="9176" y="16967"/>
                    <a:pt x="10176" y="16634"/>
                  </a:cubicBezTo>
                  <a:cubicBezTo>
                    <a:pt x="10996" y="16378"/>
                    <a:pt x="11765" y="16070"/>
                    <a:pt x="12508" y="15686"/>
                  </a:cubicBezTo>
                  <a:cubicBezTo>
                    <a:pt x="13636" y="15070"/>
                    <a:pt x="14764" y="14404"/>
                    <a:pt x="15815" y="13686"/>
                  </a:cubicBezTo>
                  <a:cubicBezTo>
                    <a:pt x="17737" y="12405"/>
                    <a:pt x="19582" y="11072"/>
                    <a:pt x="21453" y="9739"/>
                  </a:cubicBezTo>
                  <a:cubicBezTo>
                    <a:pt x="26630" y="6049"/>
                    <a:pt x="32167" y="2896"/>
                    <a:pt x="37985" y="359"/>
                  </a:cubicBezTo>
                  <a:cubicBezTo>
                    <a:pt x="38241" y="256"/>
                    <a:pt x="38446" y="128"/>
                    <a:pt x="38651" y="0"/>
                  </a:cubicBezTo>
                  <a:lnTo>
                    <a:pt x="45494" y="0"/>
                  </a:lnTo>
                  <a:cubicBezTo>
                    <a:pt x="45264" y="154"/>
                    <a:pt x="45007" y="308"/>
                    <a:pt x="44777" y="436"/>
                  </a:cubicBezTo>
                  <a:cubicBezTo>
                    <a:pt x="42931" y="1307"/>
                    <a:pt x="41060" y="2153"/>
                    <a:pt x="39240" y="3024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25" name="Google Shape;123;p5"/>
            <p:cNvSpPr/>
            <p:nvPr/>
          </p:nvSpPr>
          <p:spPr>
            <a:xfrm flipH="1">
              <a:off x="7418160" y="3830040"/>
              <a:ext cx="1724400" cy="1312200"/>
            </a:xfrm>
            <a:custGeom>
              <a:avLst/>
              <a:gdLst>
                <a:gd name="textAreaLeft" fmla="*/ 360 w 1724400"/>
                <a:gd name="textAreaRight" fmla="*/ 1725120 w 1724400"/>
                <a:gd name="textAreaTop" fmla="*/ 0 h 1312200"/>
                <a:gd name="textAreaBottom" fmla="*/ 1312560 h 1312200"/>
              </a:gdLst>
              <a:ahLst/>
              <a:cxnLst/>
              <a:rect l="textAreaLeft" t="textAreaTop" r="textAreaRight" b="textAreaBottom"/>
              <a:pathLst>
                <a:path w="53696" h="44905">
                  <a:moveTo>
                    <a:pt x="5024" y="14199"/>
                  </a:moveTo>
                  <a:cubicBezTo>
                    <a:pt x="12456" y="9766"/>
                    <a:pt x="20350" y="6100"/>
                    <a:pt x="28552" y="3281"/>
                  </a:cubicBezTo>
                  <a:cubicBezTo>
                    <a:pt x="31602" y="2179"/>
                    <a:pt x="34729" y="1308"/>
                    <a:pt x="37907" y="667"/>
                  </a:cubicBezTo>
                  <a:cubicBezTo>
                    <a:pt x="40085" y="180"/>
                    <a:pt x="42315" y="0"/>
                    <a:pt x="44545" y="129"/>
                  </a:cubicBezTo>
                  <a:cubicBezTo>
                    <a:pt x="47621" y="359"/>
                    <a:pt x="49902" y="1590"/>
                    <a:pt x="51363" y="3845"/>
                  </a:cubicBezTo>
                  <a:cubicBezTo>
                    <a:pt x="52003" y="4819"/>
                    <a:pt x="52516" y="5921"/>
                    <a:pt x="52824" y="7074"/>
                  </a:cubicBezTo>
                  <a:cubicBezTo>
                    <a:pt x="53413" y="9150"/>
                    <a:pt x="53695" y="11329"/>
                    <a:pt x="53669" y="13482"/>
                  </a:cubicBezTo>
                  <a:cubicBezTo>
                    <a:pt x="53695" y="16250"/>
                    <a:pt x="53464" y="18992"/>
                    <a:pt x="53003" y="21735"/>
                  </a:cubicBezTo>
                  <a:cubicBezTo>
                    <a:pt x="52414" y="25297"/>
                    <a:pt x="51619" y="28834"/>
                    <a:pt x="50645" y="32346"/>
                  </a:cubicBezTo>
                  <a:cubicBezTo>
                    <a:pt x="49620" y="36216"/>
                    <a:pt x="48390" y="40060"/>
                    <a:pt x="47134" y="43879"/>
                  </a:cubicBezTo>
                  <a:cubicBezTo>
                    <a:pt x="47031" y="44212"/>
                    <a:pt x="46980" y="44545"/>
                    <a:pt x="46929" y="44904"/>
                  </a:cubicBezTo>
                  <a:lnTo>
                    <a:pt x="45314" y="44904"/>
                  </a:lnTo>
                  <a:cubicBezTo>
                    <a:pt x="45314" y="44648"/>
                    <a:pt x="45340" y="44392"/>
                    <a:pt x="45391" y="44161"/>
                  </a:cubicBezTo>
                  <a:cubicBezTo>
                    <a:pt x="45545" y="43648"/>
                    <a:pt x="45724" y="43136"/>
                    <a:pt x="45904" y="42623"/>
                  </a:cubicBezTo>
                  <a:cubicBezTo>
                    <a:pt x="48082" y="35780"/>
                    <a:pt x="50004" y="28885"/>
                    <a:pt x="50901" y="21837"/>
                  </a:cubicBezTo>
                  <a:cubicBezTo>
                    <a:pt x="51260" y="19223"/>
                    <a:pt x="51337" y="16583"/>
                    <a:pt x="51183" y="13969"/>
                  </a:cubicBezTo>
                  <a:cubicBezTo>
                    <a:pt x="51106" y="12636"/>
                    <a:pt x="50876" y="11329"/>
                    <a:pt x="50543" y="10047"/>
                  </a:cubicBezTo>
                  <a:cubicBezTo>
                    <a:pt x="50184" y="8715"/>
                    <a:pt x="49594" y="7433"/>
                    <a:pt x="48774" y="6305"/>
                  </a:cubicBezTo>
                  <a:cubicBezTo>
                    <a:pt x="47493" y="4588"/>
                    <a:pt x="45673" y="3512"/>
                    <a:pt x="43264" y="3102"/>
                  </a:cubicBezTo>
                  <a:cubicBezTo>
                    <a:pt x="41470" y="2845"/>
                    <a:pt x="39624" y="2820"/>
                    <a:pt x="37830" y="3076"/>
                  </a:cubicBezTo>
                  <a:cubicBezTo>
                    <a:pt x="35805" y="3307"/>
                    <a:pt x="33806" y="3691"/>
                    <a:pt x="31858" y="4204"/>
                  </a:cubicBezTo>
                  <a:cubicBezTo>
                    <a:pt x="25989" y="5742"/>
                    <a:pt x="20299" y="7818"/>
                    <a:pt x="14814" y="10406"/>
                  </a:cubicBezTo>
                  <a:cubicBezTo>
                    <a:pt x="10175" y="12636"/>
                    <a:pt x="5664" y="15122"/>
                    <a:pt x="1333" y="17890"/>
                  </a:cubicBezTo>
                  <a:cubicBezTo>
                    <a:pt x="923" y="18147"/>
                    <a:pt x="436" y="18352"/>
                    <a:pt x="0" y="18608"/>
                  </a:cubicBezTo>
                  <a:lnTo>
                    <a:pt x="0" y="17096"/>
                  </a:lnTo>
                  <a:cubicBezTo>
                    <a:pt x="384" y="17019"/>
                    <a:pt x="769" y="16839"/>
                    <a:pt x="1076" y="16609"/>
                  </a:cubicBezTo>
                  <a:cubicBezTo>
                    <a:pt x="2384" y="15814"/>
                    <a:pt x="3691" y="14994"/>
                    <a:pt x="5024" y="1419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26" name="Google Shape;124;p5"/>
            <p:cNvSpPr/>
            <p:nvPr/>
          </p:nvSpPr>
          <p:spPr>
            <a:xfrm flipH="1">
              <a:off x="0" y="983880"/>
              <a:ext cx="301680" cy="823680"/>
            </a:xfrm>
            <a:custGeom>
              <a:avLst/>
              <a:gdLst>
                <a:gd name="textAreaLeft" fmla="*/ 360 w 301680"/>
                <a:gd name="textAreaRight" fmla="*/ 302400 w 301680"/>
                <a:gd name="textAreaTop" fmla="*/ 0 h 823680"/>
                <a:gd name="textAreaBottom" fmla="*/ 824040 h 823680"/>
              </a:gdLst>
              <a:ahLst/>
              <a:cxnLst/>
              <a:rect l="textAreaLeft" t="textAreaTop" r="textAreaRight" b="textAreaBottom"/>
              <a:pathLst>
                <a:path w="9407" h="28194">
                  <a:moveTo>
                    <a:pt x="4050" y="24579"/>
                  </a:moveTo>
                  <a:cubicBezTo>
                    <a:pt x="1462" y="22273"/>
                    <a:pt x="129" y="19556"/>
                    <a:pt x="26" y="16429"/>
                  </a:cubicBezTo>
                  <a:cubicBezTo>
                    <a:pt x="1" y="14481"/>
                    <a:pt x="359" y="12533"/>
                    <a:pt x="1103" y="10714"/>
                  </a:cubicBezTo>
                  <a:cubicBezTo>
                    <a:pt x="2743" y="6536"/>
                    <a:pt x="5639" y="3025"/>
                    <a:pt x="9407" y="0"/>
                  </a:cubicBezTo>
                  <a:lnTo>
                    <a:pt x="9407" y="7125"/>
                  </a:lnTo>
                  <a:cubicBezTo>
                    <a:pt x="9356" y="7177"/>
                    <a:pt x="9279" y="7202"/>
                    <a:pt x="9228" y="7253"/>
                  </a:cubicBezTo>
                  <a:cubicBezTo>
                    <a:pt x="7741" y="9842"/>
                    <a:pt x="7126" y="12559"/>
                    <a:pt x="7792" y="15429"/>
                  </a:cubicBezTo>
                  <a:cubicBezTo>
                    <a:pt x="8074" y="16660"/>
                    <a:pt x="8612" y="17813"/>
                    <a:pt x="9407" y="18787"/>
                  </a:cubicBezTo>
                  <a:lnTo>
                    <a:pt x="9407" y="28193"/>
                  </a:lnTo>
                  <a:lnTo>
                    <a:pt x="8100" y="27424"/>
                  </a:lnTo>
                  <a:cubicBezTo>
                    <a:pt x="6639" y="26630"/>
                    <a:pt x="5280" y="25681"/>
                    <a:pt x="4050" y="2457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27" name="Google Shape;125;p5"/>
            <p:cNvSpPr/>
            <p:nvPr/>
          </p:nvSpPr>
          <p:spPr>
            <a:xfrm flipH="1">
              <a:off x="6772320" y="0"/>
              <a:ext cx="2369880" cy="829800"/>
            </a:xfrm>
            <a:custGeom>
              <a:avLst/>
              <a:gdLst>
                <a:gd name="textAreaLeft" fmla="*/ -360 w 2369880"/>
                <a:gd name="textAreaRight" fmla="*/ 2369880 w 2369880"/>
                <a:gd name="textAreaTop" fmla="*/ 0 h 829800"/>
                <a:gd name="textAreaBottom" fmla="*/ 830160 h 829800"/>
              </a:gdLst>
              <a:ahLst/>
              <a:cxnLst/>
              <a:rect l="textAreaLeft" t="textAreaTop" r="textAreaRight" b="textAreaBottom"/>
              <a:pathLst>
                <a:path w="73790" h="28399">
                  <a:moveTo>
                    <a:pt x="63076" y="10355"/>
                  </a:moveTo>
                  <a:cubicBezTo>
                    <a:pt x="62537" y="11405"/>
                    <a:pt x="61999" y="12482"/>
                    <a:pt x="61461" y="13558"/>
                  </a:cubicBezTo>
                  <a:cubicBezTo>
                    <a:pt x="60308" y="16044"/>
                    <a:pt x="59000" y="18479"/>
                    <a:pt x="57591" y="20863"/>
                  </a:cubicBezTo>
                  <a:cubicBezTo>
                    <a:pt x="56745" y="22247"/>
                    <a:pt x="55771" y="23554"/>
                    <a:pt x="54669" y="24784"/>
                  </a:cubicBezTo>
                  <a:cubicBezTo>
                    <a:pt x="53900" y="25630"/>
                    <a:pt x="53029" y="26373"/>
                    <a:pt x="52080" y="26988"/>
                  </a:cubicBezTo>
                  <a:cubicBezTo>
                    <a:pt x="51004" y="27680"/>
                    <a:pt x="49799" y="28090"/>
                    <a:pt x="48543" y="28244"/>
                  </a:cubicBezTo>
                  <a:cubicBezTo>
                    <a:pt x="47211" y="28398"/>
                    <a:pt x="45878" y="28347"/>
                    <a:pt x="44596" y="28090"/>
                  </a:cubicBezTo>
                  <a:cubicBezTo>
                    <a:pt x="42674" y="27757"/>
                    <a:pt x="40803" y="27245"/>
                    <a:pt x="38983" y="26604"/>
                  </a:cubicBezTo>
                  <a:cubicBezTo>
                    <a:pt x="35780" y="25502"/>
                    <a:pt x="32730" y="24195"/>
                    <a:pt x="29705" y="22836"/>
                  </a:cubicBezTo>
                  <a:cubicBezTo>
                    <a:pt x="24169" y="20401"/>
                    <a:pt x="18684" y="17941"/>
                    <a:pt x="13174" y="15481"/>
                  </a:cubicBezTo>
                  <a:cubicBezTo>
                    <a:pt x="9201" y="13686"/>
                    <a:pt x="5229" y="11944"/>
                    <a:pt x="1256" y="10175"/>
                  </a:cubicBezTo>
                  <a:cubicBezTo>
                    <a:pt x="871" y="9996"/>
                    <a:pt x="487" y="9739"/>
                    <a:pt x="0" y="9765"/>
                  </a:cubicBezTo>
                  <a:lnTo>
                    <a:pt x="0" y="9022"/>
                  </a:lnTo>
                  <a:cubicBezTo>
                    <a:pt x="461" y="9176"/>
                    <a:pt x="923" y="9329"/>
                    <a:pt x="1358" y="9509"/>
                  </a:cubicBezTo>
                  <a:cubicBezTo>
                    <a:pt x="9252" y="12943"/>
                    <a:pt x="17172" y="16378"/>
                    <a:pt x="25066" y="19838"/>
                  </a:cubicBezTo>
                  <a:cubicBezTo>
                    <a:pt x="28475" y="21299"/>
                    <a:pt x="31884" y="22708"/>
                    <a:pt x="35395" y="23990"/>
                  </a:cubicBezTo>
                  <a:cubicBezTo>
                    <a:pt x="37215" y="24656"/>
                    <a:pt x="39060" y="25194"/>
                    <a:pt x="40931" y="25656"/>
                  </a:cubicBezTo>
                  <a:cubicBezTo>
                    <a:pt x="42443" y="26014"/>
                    <a:pt x="43981" y="26194"/>
                    <a:pt x="45545" y="26168"/>
                  </a:cubicBezTo>
                  <a:cubicBezTo>
                    <a:pt x="47082" y="26168"/>
                    <a:pt x="48569" y="25758"/>
                    <a:pt x="49902" y="24989"/>
                  </a:cubicBezTo>
                  <a:cubicBezTo>
                    <a:pt x="50927" y="24374"/>
                    <a:pt x="51850" y="23656"/>
                    <a:pt x="52695" y="22811"/>
                  </a:cubicBezTo>
                  <a:cubicBezTo>
                    <a:pt x="53746" y="21734"/>
                    <a:pt x="54695" y="20555"/>
                    <a:pt x="55540" y="19299"/>
                  </a:cubicBezTo>
                  <a:cubicBezTo>
                    <a:pt x="56950" y="17198"/>
                    <a:pt x="58257" y="15045"/>
                    <a:pt x="59436" y="12815"/>
                  </a:cubicBezTo>
                  <a:cubicBezTo>
                    <a:pt x="60103" y="11585"/>
                    <a:pt x="60769" y="10355"/>
                    <a:pt x="61461" y="9150"/>
                  </a:cubicBezTo>
                  <a:cubicBezTo>
                    <a:pt x="62409" y="7510"/>
                    <a:pt x="63588" y="5997"/>
                    <a:pt x="64947" y="4665"/>
                  </a:cubicBezTo>
                  <a:cubicBezTo>
                    <a:pt x="66587" y="3076"/>
                    <a:pt x="68432" y="1717"/>
                    <a:pt x="70432" y="589"/>
                  </a:cubicBezTo>
                  <a:cubicBezTo>
                    <a:pt x="70739" y="410"/>
                    <a:pt x="70995" y="205"/>
                    <a:pt x="71277" y="0"/>
                  </a:cubicBezTo>
                  <a:lnTo>
                    <a:pt x="73789" y="0"/>
                  </a:lnTo>
                  <a:cubicBezTo>
                    <a:pt x="73123" y="410"/>
                    <a:pt x="72482" y="846"/>
                    <a:pt x="71790" y="1256"/>
                  </a:cubicBezTo>
                  <a:cubicBezTo>
                    <a:pt x="67869" y="3614"/>
                    <a:pt x="64947" y="6638"/>
                    <a:pt x="63076" y="1035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28" name="Google Shape;126;p5"/>
            <p:cNvSpPr/>
            <p:nvPr/>
          </p:nvSpPr>
          <p:spPr>
            <a:xfrm flipH="1">
              <a:off x="2507760" y="0"/>
              <a:ext cx="762840" cy="307440"/>
            </a:xfrm>
            <a:custGeom>
              <a:avLst/>
              <a:gdLst>
                <a:gd name="textAreaLeft" fmla="*/ -360 w 762840"/>
                <a:gd name="textAreaRight" fmla="*/ 762840 w 762840"/>
                <a:gd name="textAreaTop" fmla="*/ 0 h 307440"/>
                <a:gd name="textAreaBottom" fmla="*/ 307800 h 307440"/>
              </a:gdLst>
              <a:ahLst/>
              <a:cxnLst/>
              <a:rect l="textAreaLeft" t="textAreaTop" r="textAreaRight" b="textAreaBottom"/>
              <a:pathLst>
                <a:path w="23760" h="10534">
                  <a:moveTo>
                    <a:pt x="13944" y="5895"/>
                  </a:moveTo>
                  <a:cubicBezTo>
                    <a:pt x="12534" y="6792"/>
                    <a:pt x="11099" y="7663"/>
                    <a:pt x="9663" y="8509"/>
                  </a:cubicBezTo>
                  <a:cubicBezTo>
                    <a:pt x="8895" y="8945"/>
                    <a:pt x="8126" y="9329"/>
                    <a:pt x="7331" y="9688"/>
                  </a:cubicBezTo>
                  <a:cubicBezTo>
                    <a:pt x="6742" y="9919"/>
                    <a:pt x="6152" y="10124"/>
                    <a:pt x="5537" y="10252"/>
                  </a:cubicBezTo>
                  <a:cubicBezTo>
                    <a:pt x="4153" y="10534"/>
                    <a:pt x="2974" y="10226"/>
                    <a:pt x="2077" y="9329"/>
                  </a:cubicBezTo>
                  <a:cubicBezTo>
                    <a:pt x="1692" y="8919"/>
                    <a:pt x="1359" y="8458"/>
                    <a:pt x="1077" y="7971"/>
                  </a:cubicBezTo>
                  <a:cubicBezTo>
                    <a:pt x="667" y="7176"/>
                    <a:pt x="411" y="6305"/>
                    <a:pt x="283" y="5434"/>
                  </a:cubicBezTo>
                  <a:cubicBezTo>
                    <a:pt x="78" y="3947"/>
                    <a:pt x="1" y="2435"/>
                    <a:pt x="129" y="948"/>
                  </a:cubicBezTo>
                  <a:cubicBezTo>
                    <a:pt x="129" y="615"/>
                    <a:pt x="78" y="333"/>
                    <a:pt x="78" y="26"/>
                  </a:cubicBezTo>
                  <a:lnTo>
                    <a:pt x="2128" y="26"/>
                  </a:lnTo>
                  <a:cubicBezTo>
                    <a:pt x="2077" y="1025"/>
                    <a:pt x="2179" y="1999"/>
                    <a:pt x="2384" y="2973"/>
                  </a:cubicBezTo>
                  <a:cubicBezTo>
                    <a:pt x="2538" y="3870"/>
                    <a:pt x="2871" y="4716"/>
                    <a:pt x="3384" y="5459"/>
                  </a:cubicBezTo>
                  <a:cubicBezTo>
                    <a:pt x="4358" y="6792"/>
                    <a:pt x="5742" y="7279"/>
                    <a:pt x="7536" y="6818"/>
                  </a:cubicBezTo>
                  <a:cubicBezTo>
                    <a:pt x="8356" y="6613"/>
                    <a:pt x="9151" y="6305"/>
                    <a:pt x="9894" y="5946"/>
                  </a:cubicBezTo>
                  <a:cubicBezTo>
                    <a:pt x="11047" y="5408"/>
                    <a:pt x="12150" y="4793"/>
                    <a:pt x="13252" y="4178"/>
                  </a:cubicBezTo>
                  <a:cubicBezTo>
                    <a:pt x="15533" y="2896"/>
                    <a:pt x="17763" y="1563"/>
                    <a:pt x="20018" y="256"/>
                  </a:cubicBezTo>
                  <a:cubicBezTo>
                    <a:pt x="20146" y="179"/>
                    <a:pt x="20249" y="103"/>
                    <a:pt x="20351" y="0"/>
                  </a:cubicBezTo>
                  <a:lnTo>
                    <a:pt x="23760" y="0"/>
                  </a:lnTo>
                  <a:cubicBezTo>
                    <a:pt x="23581" y="154"/>
                    <a:pt x="23376" y="308"/>
                    <a:pt x="23171" y="436"/>
                  </a:cubicBezTo>
                  <a:cubicBezTo>
                    <a:pt x="19967" y="2127"/>
                    <a:pt x="16968" y="3998"/>
                    <a:pt x="13944" y="589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529" name="Google Shape;127;p5"/>
          <p:cNvSpPr/>
          <p:nvPr/>
        </p:nvSpPr>
        <p:spPr>
          <a:xfrm>
            <a:off x="222480" y="245880"/>
            <a:ext cx="8698320" cy="4651560"/>
          </a:xfrm>
          <a:prstGeom prst="roundRect">
            <a:avLst>
              <a:gd name="adj" fmla="val 10431"/>
            </a:avLst>
          </a:prstGeom>
          <a:solidFill>
            <a:schemeClr val="accent6"/>
          </a:solidFill>
          <a:ln w="0">
            <a:noFill/>
          </a:ln>
          <a:effectLst>
            <a:outerShdw blurRad="585720" algn="bl" rotWithShape="0">
              <a:schemeClr val="dk2">
                <a:alpha val="81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53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  <a:endParaRPr lang="fr-FR" sz="35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/>
    <p:bodyStyle/>
    <p:otherStyle/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7477FB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134;p6"/>
          <p:cNvSpPr/>
          <p:nvPr/>
        </p:nvSpPr>
        <p:spPr>
          <a:xfrm rot="10800000">
            <a:off x="7971120" y="1080"/>
            <a:ext cx="1171800" cy="764640"/>
          </a:xfrm>
          <a:custGeom>
            <a:avLst/>
            <a:gdLst>
              <a:gd name="textAreaLeft" fmla="*/ 0 w 1171800"/>
              <a:gd name="textAreaRight" fmla="*/ 1172160 w 1171800"/>
              <a:gd name="textAreaTop" fmla="*/ 0 h 764640"/>
              <a:gd name="textAreaBottom" fmla="*/ 765000 h 764640"/>
            </a:gdLst>
            <a:ahLst/>
            <a:cxnLst/>
            <a:rect l="textAreaLeft" t="textAreaTop" r="textAreaRight" b="textAreaBottom"/>
            <a:pathLst>
              <a:path w="36498" h="26169">
                <a:moveTo>
                  <a:pt x="641" y="9355"/>
                </a:moveTo>
                <a:cubicBezTo>
                  <a:pt x="974" y="9150"/>
                  <a:pt x="1307" y="8945"/>
                  <a:pt x="1640" y="8740"/>
                </a:cubicBezTo>
                <a:cubicBezTo>
                  <a:pt x="4690" y="6766"/>
                  <a:pt x="7894" y="5023"/>
                  <a:pt x="11200" y="3511"/>
                </a:cubicBezTo>
                <a:cubicBezTo>
                  <a:pt x="13456" y="2435"/>
                  <a:pt x="15814" y="1563"/>
                  <a:pt x="18249" y="897"/>
                </a:cubicBezTo>
                <a:cubicBezTo>
                  <a:pt x="20478" y="282"/>
                  <a:pt x="22760" y="0"/>
                  <a:pt x="25066" y="51"/>
                </a:cubicBezTo>
                <a:cubicBezTo>
                  <a:pt x="26040" y="77"/>
                  <a:pt x="27014" y="179"/>
                  <a:pt x="27988" y="384"/>
                </a:cubicBezTo>
                <a:cubicBezTo>
                  <a:pt x="30577" y="948"/>
                  <a:pt x="32525" y="2179"/>
                  <a:pt x="33934" y="4050"/>
                </a:cubicBezTo>
                <a:cubicBezTo>
                  <a:pt x="34934" y="5485"/>
                  <a:pt x="35626" y="7100"/>
                  <a:pt x="35985" y="8817"/>
                </a:cubicBezTo>
                <a:cubicBezTo>
                  <a:pt x="36318" y="10406"/>
                  <a:pt x="36497" y="12020"/>
                  <a:pt x="36497" y="13661"/>
                </a:cubicBezTo>
                <a:cubicBezTo>
                  <a:pt x="36497" y="15967"/>
                  <a:pt x="36369" y="18300"/>
                  <a:pt x="36062" y="20581"/>
                </a:cubicBezTo>
                <a:cubicBezTo>
                  <a:pt x="35857" y="22247"/>
                  <a:pt x="35651" y="23887"/>
                  <a:pt x="35472" y="25527"/>
                </a:cubicBezTo>
                <a:cubicBezTo>
                  <a:pt x="35472" y="25758"/>
                  <a:pt x="35498" y="25963"/>
                  <a:pt x="35523" y="26168"/>
                </a:cubicBezTo>
                <a:lnTo>
                  <a:pt x="26425" y="26168"/>
                </a:lnTo>
                <a:cubicBezTo>
                  <a:pt x="26066" y="24400"/>
                  <a:pt x="25733" y="22606"/>
                  <a:pt x="25066" y="20863"/>
                </a:cubicBezTo>
                <a:cubicBezTo>
                  <a:pt x="24733" y="19991"/>
                  <a:pt x="24349" y="19146"/>
                  <a:pt x="23913" y="18325"/>
                </a:cubicBezTo>
                <a:cubicBezTo>
                  <a:pt x="23477" y="17582"/>
                  <a:pt x="22990" y="16916"/>
                  <a:pt x="22426" y="16301"/>
                </a:cubicBezTo>
                <a:cubicBezTo>
                  <a:pt x="20504" y="14250"/>
                  <a:pt x="17915" y="13456"/>
                  <a:pt x="14840" y="13661"/>
                </a:cubicBezTo>
                <a:cubicBezTo>
                  <a:pt x="12584" y="13840"/>
                  <a:pt x="10380" y="14353"/>
                  <a:pt x="8304" y="15199"/>
                </a:cubicBezTo>
                <a:cubicBezTo>
                  <a:pt x="6638" y="15839"/>
                  <a:pt x="4998" y="16583"/>
                  <a:pt x="3434" y="17403"/>
                </a:cubicBezTo>
                <a:cubicBezTo>
                  <a:pt x="2666" y="17813"/>
                  <a:pt x="1922" y="18223"/>
                  <a:pt x="1128" y="18607"/>
                </a:cubicBezTo>
                <a:cubicBezTo>
                  <a:pt x="769" y="18787"/>
                  <a:pt x="384" y="18889"/>
                  <a:pt x="0" y="19043"/>
                </a:cubicBezTo>
                <a:lnTo>
                  <a:pt x="0" y="9457"/>
                </a:lnTo>
                <a:cubicBezTo>
                  <a:pt x="205" y="9509"/>
                  <a:pt x="461" y="9483"/>
                  <a:pt x="641" y="9355"/>
                </a:cubicBezTo>
                <a:close/>
              </a:path>
            </a:pathLst>
          </a:custGeom>
          <a:gradFill rotWithShape="0">
            <a:gsLst>
              <a:gs pos="0">
                <a:srgbClr val="D2DAFF"/>
              </a:gs>
              <a:gs pos="50000">
                <a:srgbClr val="AAC4FF"/>
              </a:gs>
              <a:gs pos="100000">
                <a:srgbClr val="B1B2FF"/>
              </a:gs>
            </a:gsLst>
            <a:lin ang="162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535" name="Google Shape;135;p6"/>
          <p:cNvGrpSpPr/>
          <p:nvPr/>
        </p:nvGrpSpPr>
        <p:grpSpPr>
          <a:xfrm>
            <a:off x="360" y="360"/>
            <a:ext cx="9143280" cy="5142960"/>
            <a:chOff x="360" y="360"/>
            <a:chExt cx="9143280" cy="5142960"/>
          </a:xfrm>
        </p:grpSpPr>
        <p:sp>
          <p:nvSpPr>
            <p:cNvPr id="536" name="Google Shape;136;p6"/>
            <p:cNvSpPr/>
            <p:nvPr/>
          </p:nvSpPr>
          <p:spPr>
            <a:xfrm rot="10800000">
              <a:off x="360" y="715680"/>
              <a:ext cx="3819600" cy="4427640"/>
            </a:xfrm>
            <a:custGeom>
              <a:avLst/>
              <a:gdLst>
                <a:gd name="textAreaLeft" fmla="*/ 0 w 3819600"/>
                <a:gd name="textAreaRight" fmla="*/ 3819960 w 3819600"/>
                <a:gd name="textAreaTop" fmla="*/ 0 h 4427640"/>
                <a:gd name="textAreaBottom" fmla="*/ 4428000 h 4427640"/>
              </a:gdLst>
              <a:ahLst/>
              <a:cxnLst/>
              <a:rect l="textAreaLeft" t="textAreaTop" r="textAreaRight" b="textAreaBottom"/>
              <a:pathLst>
                <a:path w="118924" h="151474">
                  <a:moveTo>
                    <a:pt x="103008" y="151473"/>
                  </a:moveTo>
                  <a:cubicBezTo>
                    <a:pt x="98522" y="151448"/>
                    <a:pt x="94063" y="150781"/>
                    <a:pt x="89731" y="149525"/>
                  </a:cubicBezTo>
                  <a:cubicBezTo>
                    <a:pt x="87425" y="148833"/>
                    <a:pt x="85118" y="148090"/>
                    <a:pt x="82862" y="147270"/>
                  </a:cubicBezTo>
                  <a:cubicBezTo>
                    <a:pt x="77531" y="145348"/>
                    <a:pt x="72200" y="143374"/>
                    <a:pt x="66869" y="141375"/>
                  </a:cubicBezTo>
                  <a:cubicBezTo>
                    <a:pt x="65024" y="140657"/>
                    <a:pt x="63178" y="139888"/>
                    <a:pt x="61384" y="139094"/>
                  </a:cubicBezTo>
                  <a:cubicBezTo>
                    <a:pt x="56130" y="136787"/>
                    <a:pt x="52414" y="133302"/>
                    <a:pt x="50158" y="128739"/>
                  </a:cubicBezTo>
                  <a:cubicBezTo>
                    <a:pt x="48979" y="126407"/>
                    <a:pt x="48031" y="123947"/>
                    <a:pt x="47288" y="121435"/>
                  </a:cubicBezTo>
                  <a:cubicBezTo>
                    <a:pt x="46493" y="118616"/>
                    <a:pt x="45724" y="115822"/>
                    <a:pt x="45084" y="112977"/>
                  </a:cubicBezTo>
                  <a:cubicBezTo>
                    <a:pt x="44545" y="110465"/>
                    <a:pt x="44161" y="107902"/>
                    <a:pt x="43776" y="105365"/>
                  </a:cubicBezTo>
                  <a:cubicBezTo>
                    <a:pt x="43469" y="103084"/>
                    <a:pt x="43187" y="100803"/>
                    <a:pt x="42982" y="98522"/>
                  </a:cubicBezTo>
                  <a:cubicBezTo>
                    <a:pt x="42444" y="93114"/>
                    <a:pt x="42187" y="87706"/>
                    <a:pt x="42674" y="82298"/>
                  </a:cubicBezTo>
                  <a:cubicBezTo>
                    <a:pt x="43161" y="77351"/>
                    <a:pt x="44340" y="72507"/>
                    <a:pt x="46160" y="67868"/>
                  </a:cubicBezTo>
                  <a:cubicBezTo>
                    <a:pt x="47518" y="64357"/>
                    <a:pt x="49236" y="60948"/>
                    <a:pt x="50902" y="57514"/>
                  </a:cubicBezTo>
                  <a:cubicBezTo>
                    <a:pt x="55028" y="49081"/>
                    <a:pt x="59975" y="40982"/>
                    <a:pt x="65460" y="33088"/>
                  </a:cubicBezTo>
                  <a:cubicBezTo>
                    <a:pt x="67664" y="29961"/>
                    <a:pt x="69765" y="26758"/>
                    <a:pt x="71867" y="23554"/>
                  </a:cubicBezTo>
                  <a:cubicBezTo>
                    <a:pt x="72585" y="22503"/>
                    <a:pt x="73200" y="21375"/>
                    <a:pt x="73789" y="20273"/>
                  </a:cubicBezTo>
                  <a:cubicBezTo>
                    <a:pt x="74456" y="19094"/>
                    <a:pt x="74917" y="17813"/>
                    <a:pt x="75148" y="16480"/>
                  </a:cubicBezTo>
                  <a:cubicBezTo>
                    <a:pt x="75225" y="15967"/>
                    <a:pt x="75225" y="15429"/>
                    <a:pt x="75148" y="14891"/>
                  </a:cubicBezTo>
                  <a:cubicBezTo>
                    <a:pt x="75020" y="13866"/>
                    <a:pt x="74251" y="13276"/>
                    <a:pt x="73097" y="12994"/>
                  </a:cubicBezTo>
                  <a:cubicBezTo>
                    <a:pt x="72303" y="12815"/>
                    <a:pt x="71508" y="12764"/>
                    <a:pt x="70714" y="12841"/>
                  </a:cubicBezTo>
                  <a:cubicBezTo>
                    <a:pt x="69560" y="12943"/>
                    <a:pt x="68407" y="13123"/>
                    <a:pt x="67254" y="13404"/>
                  </a:cubicBezTo>
                  <a:cubicBezTo>
                    <a:pt x="65460" y="13866"/>
                    <a:pt x="63691" y="14430"/>
                    <a:pt x="61974" y="15122"/>
                  </a:cubicBezTo>
                  <a:cubicBezTo>
                    <a:pt x="58693" y="16378"/>
                    <a:pt x="55489" y="17838"/>
                    <a:pt x="52414" y="19479"/>
                  </a:cubicBezTo>
                  <a:cubicBezTo>
                    <a:pt x="48339" y="21606"/>
                    <a:pt x="44468" y="23964"/>
                    <a:pt x="40624" y="26373"/>
                  </a:cubicBezTo>
                  <a:cubicBezTo>
                    <a:pt x="37830" y="28142"/>
                    <a:pt x="35011" y="29910"/>
                    <a:pt x="32192" y="31653"/>
                  </a:cubicBezTo>
                  <a:cubicBezTo>
                    <a:pt x="30193" y="32883"/>
                    <a:pt x="28142" y="34037"/>
                    <a:pt x="26040" y="35062"/>
                  </a:cubicBezTo>
                  <a:cubicBezTo>
                    <a:pt x="24169" y="36010"/>
                    <a:pt x="22196" y="36753"/>
                    <a:pt x="20171" y="37292"/>
                  </a:cubicBezTo>
                  <a:cubicBezTo>
                    <a:pt x="14686" y="38650"/>
                    <a:pt x="10073" y="37445"/>
                    <a:pt x="6228" y="34037"/>
                  </a:cubicBezTo>
                  <a:cubicBezTo>
                    <a:pt x="5229" y="33114"/>
                    <a:pt x="4383" y="32089"/>
                    <a:pt x="3717" y="30935"/>
                  </a:cubicBezTo>
                  <a:cubicBezTo>
                    <a:pt x="2563" y="29039"/>
                    <a:pt x="1717" y="27014"/>
                    <a:pt x="1205" y="24912"/>
                  </a:cubicBezTo>
                  <a:cubicBezTo>
                    <a:pt x="564" y="22452"/>
                    <a:pt x="205" y="19966"/>
                    <a:pt x="103" y="17454"/>
                  </a:cubicBezTo>
                  <a:cubicBezTo>
                    <a:pt x="0" y="15173"/>
                    <a:pt x="26" y="12866"/>
                    <a:pt x="205" y="10585"/>
                  </a:cubicBezTo>
                  <a:cubicBezTo>
                    <a:pt x="436" y="7612"/>
                    <a:pt x="667" y="4665"/>
                    <a:pt x="897" y="1692"/>
                  </a:cubicBezTo>
                  <a:cubicBezTo>
                    <a:pt x="949" y="1128"/>
                    <a:pt x="949" y="564"/>
                    <a:pt x="949" y="0"/>
                  </a:cubicBezTo>
                  <a:lnTo>
                    <a:pt x="8689" y="0"/>
                  </a:lnTo>
                  <a:cubicBezTo>
                    <a:pt x="8766" y="179"/>
                    <a:pt x="8791" y="359"/>
                    <a:pt x="8791" y="538"/>
                  </a:cubicBezTo>
                  <a:cubicBezTo>
                    <a:pt x="8586" y="2153"/>
                    <a:pt x="8356" y="3768"/>
                    <a:pt x="8151" y="5382"/>
                  </a:cubicBezTo>
                  <a:cubicBezTo>
                    <a:pt x="7715" y="8637"/>
                    <a:pt x="7587" y="11944"/>
                    <a:pt x="7817" y="15224"/>
                  </a:cubicBezTo>
                  <a:cubicBezTo>
                    <a:pt x="7946" y="16993"/>
                    <a:pt x="8330" y="18736"/>
                    <a:pt x="8945" y="20401"/>
                  </a:cubicBezTo>
                  <a:cubicBezTo>
                    <a:pt x="9355" y="21606"/>
                    <a:pt x="9996" y="22708"/>
                    <a:pt x="10816" y="23682"/>
                  </a:cubicBezTo>
                  <a:cubicBezTo>
                    <a:pt x="11559" y="24579"/>
                    <a:pt x="12482" y="25297"/>
                    <a:pt x="13507" y="25809"/>
                  </a:cubicBezTo>
                  <a:cubicBezTo>
                    <a:pt x="15071" y="26604"/>
                    <a:pt x="16865" y="26809"/>
                    <a:pt x="18531" y="26348"/>
                  </a:cubicBezTo>
                  <a:cubicBezTo>
                    <a:pt x="19530" y="26091"/>
                    <a:pt x="20504" y="25707"/>
                    <a:pt x="21427" y="25220"/>
                  </a:cubicBezTo>
                  <a:cubicBezTo>
                    <a:pt x="22785" y="24528"/>
                    <a:pt x="24093" y="23733"/>
                    <a:pt x="25323" y="22811"/>
                  </a:cubicBezTo>
                  <a:cubicBezTo>
                    <a:pt x="26630" y="21862"/>
                    <a:pt x="27963" y="20914"/>
                    <a:pt x="29193" y="19914"/>
                  </a:cubicBezTo>
                  <a:cubicBezTo>
                    <a:pt x="36190" y="14302"/>
                    <a:pt x="43930" y="9483"/>
                    <a:pt x="52183" y="5229"/>
                  </a:cubicBezTo>
                  <a:cubicBezTo>
                    <a:pt x="55464" y="3537"/>
                    <a:pt x="58796" y="1820"/>
                    <a:pt x="62204" y="256"/>
                  </a:cubicBezTo>
                  <a:cubicBezTo>
                    <a:pt x="62384" y="179"/>
                    <a:pt x="62538" y="77"/>
                    <a:pt x="62691" y="0"/>
                  </a:cubicBezTo>
                  <a:lnTo>
                    <a:pt x="118924" y="0"/>
                  </a:lnTo>
                  <a:lnTo>
                    <a:pt x="118924" y="8278"/>
                  </a:lnTo>
                  <a:cubicBezTo>
                    <a:pt x="118616" y="8407"/>
                    <a:pt x="118334" y="8535"/>
                    <a:pt x="118027" y="8663"/>
                  </a:cubicBezTo>
                  <a:cubicBezTo>
                    <a:pt x="112029" y="10995"/>
                    <a:pt x="106416" y="14225"/>
                    <a:pt x="101393" y="18274"/>
                  </a:cubicBezTo>
                  <a:cubicBezTo>
                    <a:pt x="94729" y="23554"/>
                    <a:pt x="88527" y="29372"/>
                    <a:pt x="82811" y="35651"/>
                  </a:cubicBezTo>
                  <a:cubicBezTo>
                    <a:pt x="76532" y="42571"/>
                    <a:pt x="71893" y="50158"/>
                    <a:pt x="68843" y="58411"/>
                  </a:cubicBezTo>
                  <a:cubicBezTo>
                    <a:pt x="67510" y="62025"/>
                    <a:pt x="66126" y="65587"/>
                    <a:pt x="65101" y="69252"/>
                  </a:cubicBezTo>
                  <a:cubicBezTo>
                    <a:pt x="63691" y="74096"/>
                    <a:pt x="62897" y="78992"/>
                    <a:pt x="63102" y="83964"/>
                  </a:cubicBezTo>
                  <a:cubicBezTo>
                    <a:pt x="63281" y="88654"/>
                    <a:pt x="64383" y="93216"/>
                    <a:pt x="66075" y="97702"/>
                  </a:cubicBezTo>
                  <a:cubicBezTo>
                    <a:pt x="68202" y="103238"/>
                    <a:pt x="71278" y="108389"/>
                    <a:pt x="75199" y="112849"/>
                  </a:cubicBezTo>
                  <a:cubicBezTo>
                    <a:pt x="78505" y="116668"/>
                    <a:pt x="82427" y="119923"/>
                    <a:pt x="86758" y="122486"/>
                  </a:cubicBezTo>
                  <a:cubicBezTo>
                    <a:pt x="94447" y="127073"/>
                    <a:pt x="103059" y="129201"/>
                    <a:pt x="112568" y="128739"/>
                  </a:cubicBezTo>
                  <a:cubicBezTo>
                    <a:pt x="114362" y="128663"/>
                    <a:pt x="116182" y="128432"/>
                    <a:pt x="117950" y="128073"/>
                  </a:cubicBezTo>
                  <a:cubicBezTo>
                    <a:pt x="118283" y="128022"/>
                    <a:pt x="118591" y="127894"/>
                    <a:pt x="118924" y="127817"/>
                  </a:cubicBezTo>
                  <a:lnTo>
                    <a:pt x="118924" y="149064"/>
                  </a:lnTo>
                  <a:cubicBezTo>
                    <a:pt x="118514" y="149141"/>
                    <a:pt x="118129" y="149218"/>
                    <a:pt x="117719" y="149346"/>
                  </a:cubicBezTo>
                  <a:cubicBezTo>
                    <a:pt x="112952" y="150730"/>
                    <a:pt x="108005" y="151448"/>
                    <a:pt x="103008" y="151473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37" name="Google Shape;137;p6"/>
            <p:cNvSpPr/>
            <p:nvPr/>
          </p:nvSpPr>
          <p:spPr>
            <a:xfrm rot="10800000">
              <a:off x="2516040" y="720"/>
              <a:ext cx="6626880" cy="5142240"/>
            </a:xfrm>
            <a:custGeom>
              <a:avLst/>
              <a:gdLst>
                <a:gd name="textAreaLeft" fmla="*/ 0 w 6626880"/>
                <a:gd name="textAreaRight" fmla="*/ 6627240 w 6626880"/>
                <a:gd name="textAreaTop" fmla="*/ 0 h 5142240"/>
                <a:gd name="textAreaBottom" fmla="*/ 5142600 h 5142240"/>
              </a:gdLst>
              <a:ahLst/>
              <a:cxnLst/>
              <a:rect l="textAreaLeft" t="textAreaTop" r="textAreaRight" b="textAreaBottom"/>
              <a:pathLst>
                <a:path w="206323" h="175925">
                  <a:moveTo>
                    <a:pt x="141196" y="19504"/>
                  </a:moveTo>
                  <a:cubicBezTo>
                    <a:pt x="142093" y="23041"/>
                    <a:pt x="142965" y="26604"/>
                    <a:pt x="143836" y="30166"/>
                  </a:cubicBezTo>
                  <a:cubicBezTo>
                    <a:pt x="145400" y="36318"/>
                    <a:pt x="147424" y="42315"/>
                    <a:pt x="149936" y="48133"/>
                  </a:cubicBezTo>
                  <a:cubicBezTo>
                    <a:pt x="151089" y="50824"/>
                    <a:pt x="152217" y="53515"/>
                    <a:pt x="153089" y="56283"/>
                  </a:cubicBezTo>
                  <a:cubicBezTo>
                    <a:pt x="153858" y="58770"/>
                    <a:pt x="154447" y="61333"/>
                    <a:pt x="154831" y="63921"/>
                  </a:cubicBezTo>
                  <a:cubicBezTo>
                    <a:pt x="155421" y="67612"/>
                    <a:pt x="155703" y="71277"/>
                    <a:pt x="156036" y="74968"/>
                  </a:cubicBezTo>
                  <a:cubicBezTo>
                    <a:pt x="156241" y="77813"/>
                    <a:pt x="156600" y="80658"/>
                    <a:pt x="157138" y="83477"/>
                  </a:cubicBezTo>
                  <a:cubicBezTo>
                    <a:pt x="157574" y="85912"/>
                    <a:pt x="158343" y="88270"/>
                    <a:pt x="159394" y="90525"/>
                  </a:cubicBezTo>
                  <a:cubicBezTo>
                    <a:pt x="160675" y="93191"/>
                    <a:pt x="162520" y="95549"/>
                    <a:pt x="164802" y="97420"/>
                  </a:cubicBezTo>
                  <a:cubicBezTo>
                    <a:pt x="165776" y="98214"/>
                    <a:pt x="166724" y="99034"/>
                    <a:pt x="167723" y="99803"/>
                  </a:cubicBezTo>
                  <a:cubicBezTo>
                    <a:pt x="171645" y="102751"/>
                    <a:pt x="174618" y="106826"/>
                    <a:pt x="176207" y="111490"/>
                  </a:cubicBezTo>
                  <a:cubicBezTo>
                    <a:pt x="177027" y="113797"/>
                    <a:pt x="177565" y="116155"/>
                    <a:pt x="177873" y="118590"/>
                  </a:cubicBezTo>
                  <a:cubicBezTo>
                    <a:pt x="178155" y="120820"/>
                    <a:pt x="178257" y="123075"/>
                    <a:pt x="178129" y="125331"/>
                  </a:cubicBezTo>
                  <a:cubicBezTo>
                    <a:pt x="178027" y="127330"/>
                    <a:pt x="177565" y="129278"/>
                    <a:pt x="176796" y="131123"/>
                  </a:cubicBezTo>
                  <a:cubicBezTo>
                    <a:pt x="175694" y="133686"/>
                    <a:pt x="174567" y="136249"/>
                    <a:pt x="173439" y="138812"/>
                  </a:cubicBezTo>
                  <a:cubicBezTo>
                    <a:pt x="172824" y="140222"/>
                    <a:pt x="172209" y="141631"/>
                    <a:pt x="171645" y="143067"/>
                  </a:cubicBezTo>
                  <a:cubicBezTo>
                    <a:pt x="170491" y="146040"/>
                    <a:pt x="170696" y="148987"/>
                    <a:pt x="172055" y="151909"/>
                  </a:cubicBezTo>
                  <a:cubicBezTo>
                    <a:pt x="172798" y="153447"/>
                    <a:pt x="173721" y="154882"/>
                    <a:pt x="174797" y="156215"/>
                  </a:cubicBezTo>
                  <a:cubicBezTo>
                    <a:pt x="176925" y="158829"/>
                    <a:pt x="179488" y="161136"/>
                    <a:pt x="182281" y="163263"/>
                  </a:cubicBezTo>
                  <a:cubicBezTo>
                    <a:pt x="188971" y="168415"/>
                    <a:pt x="196609" y="172387"/>
                    <a:pt x="205015" y="175386"/>
                  </a:cubicBezTo>
                  <a:cubicBezTo>
                    <a:pt x="205451" y="175540"/>
                    <a:pt x="205887" y="175745"/>
                    <a:pt x="206322" y="175924"/>
                  </a:cubicBezTo>
                  <a:lnTo>
                    <a:pt x="178539" y="175924"/>
                  </a:lnTo>
                  <a:cubicBezTo>
                    <a:pt x="178257" y="175668"/>
                    <a:pt x="178001" y="175412"/>
                    <a:pt x="177694" y="175181"/>
                  </a:cubicBezTo>
                  <a:cubicBezTo>
                    <a:pt x="174054" y="172439"/>
                    <a:pt x="170594" y="169491"/>
                    <a:pt x="167313" y="166364"/>
                  </a:cubicBezTo>
                  <a:cubicBezTo>
                    <a:pt x="164597" y="163801"/>
                    <a:pt x="162136" y="161008"/>
                    <a:pt x="159932" y="158009"/>
                  </a:cubicBezTo>
                  <a:cubicBezTo>
                    <a:pt x="157753" y="154985"/>
                    <a:pt x="156010" y="151806"/>
                    <a:pt x="154960" y="148372"/>
                  </a:cubicBezTo>
                  <a:cubicBezTo>
                    <a:pt x="154550" y="146988"/>
                    <a:pt x="154268" y="145553"/>
                    <a:pt x="154139" y="144117"/>
                  </a:cubicBezTo>
                  <a:cubicBezTo>
                    <a:pt x="153909" y="141401"/>
                    <a:pt x="154344" y="138658"/>
                    <a:pt x="155421" y="136146"/>
                  </a:cubicBezTo>
                  <a:cubicBezTo>
                    <a:pt x="156036" y="134686"/>
                    <a:pt x="156754" y="133225"/>
                    <a:pt x="157394" y="131764"/>
                  </a:cubicBezTo>
                  <a:cubicBezTo>
                    <a:pt x="157856" y="130739"/>
                    <a:pt x="158266" y="129688"/>
                    <a:pt x="158625" y="128637"/>
                  </a:cubicBezTo>
                  <a:cubicBezTo>
                    <a:pt x="159650" y="125356"/>
                    <a:pt x="159163" y="122178"/>
                    <a:pt x="157471" y="119103"/>
                  </a:cubicBezTo>
                  <a:cubicBezTo>
                    <a:pt x="156779" y="117898"/>
                    <a:pt x="155959" y="116745"/>
                    <a:pt x="154985" y="115745"/>
                  </a:cubicBezTo>
                  <a:cubicBezTo>
                    <a:pt x="154344" y="115079"/>
                    <a:pt x="153678" y="114438"/>
                    <a:pt x="152986" y="113823"/>
                  </a:cubicBezTo>
                  <a:cubicBezTo>
                    <a:pt x="152422" y="113285"/>
                    <a:pt x="151833" y="112746"/>
                    <a:pt x="151218" y="112234"/>
                  </a:cubicBezTo>
                  <a:cubicBezTo>
                    <a:pt x="147040" y="108748"/>
                    <a:pt x="144016" y="104083"/>
                    <a:pt x="142580" y="98829"/>
                  </a:cubicBezTo>
                  <a:cubicBezTo>
                    <a:pt x="141837" y="96164"/>
                    <a:pt x="141299" y="93473"/>
                    <a:pt x="140966" y="90756"/>
                  </a:cubicBezTo>
                  <a:cubicBezTo>
                    <a:pt x="140402" y="86476"/>
                    <a:pt x="139915" y="82170"/>
                    <a:pt x="139325" y="77864"/>
                  </a:cubicBezTo>
                  <a:cubicBezTo>
                    <a:pt x="138813" y="74173"/>
                    <a:pt x="138172" y="70482"/>
                    <a:pt x="137403" y="66817"/>
                  </a:cubicBezTo>
                  <a:cubicBezTo>
                    <a:pt x="136685" y="63409"/>
                    <a:pt x="136045" y="60025"/>
                    <a:pt x="135250" y="56642"/>
                  </a:cubicBezTo>
                  <a:cubicBezTo>
                    <a:pt x="133533" y="49107"/>
                    <a:pt x="131636" y="41572"/>
                    <a:pt x="129124" y="34216"/>
                  </a:cubicBezTo>
                  <a:cubicBezTo>
                    <a:pt x="128279" y="31576"/>
                    <a:pt x="127202" y="29039"/>
                    <a:pt x="125946" y="26578"/>
                  </a:cubicBezTo>
                  <a:cubicBezTo>
                    <a:pt x="125152" y="25015"/>
                    <a:pt x="124203" y="23554"/>
                    <a:pt x="123127" y="22170"/>
                  </a:cubicBezTo>
                  <a:cubicBezTo>
                    <a:pt x="122025" y="20786"/>
                    <a:pt x="120718" y="19530"/>
                    <a:pt x="119231" y="18530"/>
                  </a:cubicBezTo>
                  <a:cubicBezTo>
                    <a:pt x="118360" y="17941"/>
                    <a:pt x="117437" y="17454"/>
                    <a:pt x="116463" y="17070"/>
                  </a:cubicBezTo>
                  <a:cubicBezTo>
                    <a:pt x="113951" y="16096"/>
                    <a:pt x="111183" y="15942"/>
                    <a:pt x="108595" y="16659"/>
                  </a:cubicBezTo>
                  <a:cubicBezTo>
                    <a:pt x="107031" y="17095"/>
                    <a:pt x="105519" y="17710"/>
                    <a:pt x="104135" y="18530"/>
                  </a:cubicBezTo>
                  <a:cubicBezTo>
                    <a:pt x="101880" y="19838"/>
                    <a:pt x="99829" y="21478"/>
                    <a:pt x="98035" y="23400"/>
                  </a:cubicBezTo>
                  <a:cubicBezTo>
                    <a:pt x="95370" y="26194"/>
                    <a:pt x="93114" y="29321"/>
                    <a:pt x="91320" y="32729"/>
                  </a:cubicBezTo>
                  <a:cubicBezTo>
                    <a:pt x="90218" y="34806"/>
                    <a:pt x="89167" y="36907"/>
                    <a:pt x="88116" y="38958"/>
                  </a:cubicBezTo>
                  <a:cubicBezTo>
                    <a:pt x="86758" y="41674"/>
                    <a:pt x="85246" y="44314"/>
                    <a:pt x="83580" y="46852"/>
                  </a:cubicBezTo>
                  <a:cubicBezTo>
                    <a:pt x="82298" y="48748"/>
                    <a:pt x="80837" y="50491"/>
                    <a:pt x="79197" y="52080"/>
                  </a:cubicBezTo>
                  <a:cubicBezTo>
                    <a:pt x="78300" y="52926"/>
                    <a:pt x="77352" y="53695"/>
                    <a:pt x="76326" y="54387"/>
                  </a:cubicBezTo>
                  <a:cubicBezTo>
                    <a:pt x="73302" y="56335"/>
                    <a:pt x="69791" y="57437"/>
                    <a:pt x="66177" y="57539"/>
                  </a:cubicBezTo>
                  <a:cubicBezTo>
                    <a:pt x="62332" y="57693"/>
                    <a:pt x="58616" y="57104"/>
                    <a:pt x="55002" y="56104"/>
                  </a:cubicBezTo>
                  <a:cubicBezTo>
                    <a:pt x="50414" y="54797"/>
                    <a:pt x="45980" y="52952"/>
                    <a:pt x="41828" y="50619"/>
                  </a:cubicBezTo>
                  <a:cubicBezTo>
                    <a:pt x="37830" y="48441"/>
                    <a:pt x="34139" y="45955"/>
                    <a:pt x="30423" y="43443"/>
                  </a:cubicBezTo>
                  <a:cubicBezTo>
                    <a:pt x="26194" y="40572"/>
                    <a:pt x="21991" y="37625"/>
                    <a:pt x="17710" y="34806"/>
                  </a:cubicBezTo>
                  <a:cubicBezTo>
                    <a:pt x="12405" y="31269"/>
                    <a:pt x="6843" y="28065"/>
                    <a:pt x="1128" y="25040"/>
                  </a:cubicBezTo>
                  <a:cubicBezTo>
                    <a:pt x="769" y="24861"/>
                    <a:pt x="461" y="24605"/>
                    <a:pt x="0" y="24630"/>
                  </a:cubicBezTo>
                  <a:lnTo>
                    <a:pt x="0" y="19351"/>
                  </a:lnTo>
                  <a:cubicBezTo>
                    <a:pt x="179" y="19351"/>
                    <a:pt x="359" y="19376"/>
                    <a:pt x="538" y="19428"/>
                  </a:cubicBezTo>
                  <a:cubicBezTo>
                    <a:pt x="846" y="19556"/>
                    <a:pt x="1128" y="19709"/>
                    <a:pt x="1435" y="19863"/>
                  </a:cubicBezTo>
                  <a:cubicBezTo>
                    <a:pt x="11354" y="24964"/>
                    <a:pt x="20991" y="30653"/>
                    <a:pt x="30269" y="36907"/>
                  </a:cubicBezTo>
                  <a:cubicBezTo>
                    <a:pt x="33447" y="39060"/>
                    <a:pt x="36677" y="41136"/>
                    <a:pt x="39906" y="43187"/>
                  </a:cubicBezTo>
                  <a:cubicBezTo>
                    <a:pt x="42315" y="44724"/>
                    <a:pt x="44827" y="46083"/>
                    <a:pt x="47416" y="47287"/>
                  </a:cubicBezTo>
                  <a:cubicBezTo>
                    <a:pt x="50389" y="48723"/>
                    <a:pt x="53516" y="49773"/>
                    <a:pt x="56745" y="50440"/>
                  </a:cubicBezTo>
                  <a:cubicBezTo>
                    <a:pt x="58795" y="50876"/>
                    <a:pt x="60871" y="51029"/>
                    <a:pt x="62948" y="50952"/>
                  </a:cubicBezTo>
                  <a:cubicBezTo>
                    <a:pt x="66510" y="50799"/>
                    <a:pt x="69586" y="49748"/>
                    <a:pt x="72149" y="47697"/>
                  </a:cubicBezTo>
                  <a:cubicBezTo>
                    <a:pt x="73353" y="46723"/>
                    <a:pt x="74455" y="45570"/>
                    <a:pt x="75404" y="44314"/>
                  </a:cubicBezTo>
                  <a:cubicBezTo>
                    <a:pt x="76813" y="42443"/>
                    <a:pt x="78018" y="40418"/>
                    <a:pt x="79018" y="38266"/>
                  </a:cubicBezTo>
                  <a:cubicBezTo>
                    <a:pt x="80427" y="35190"/>
                    <a:pt x="81658" y="32037"/>
                    <a:pt x="82657" y="28808"/>
                  </a:cubicBezTo>
                  <a:cubicBezTo>
                    <a:pt x="83477" y="26091"/>
                    <a:pt x="84502" y="23477"/>
                    <a:pt x="85733" y="20940"/>
                  </a:cubicBezTo>
                  <a:cubicBezTo>
                    <a:pt x="87527" y="17454"/>
                    <a:pt x="89680" y="14148"/>
                    <a:pt x="92166" y="11123"/>
                  </a:cubicBezTo>
                  <a:cubicBezTo>
                    <a:pt x="94883" y="7817"/>
                    <a:pt x="97753" y="4562"/>
                    <a:pt x="100778" y="1435"/>
                  </a:cubicBezTo>
                  <a:cubicBezTo>
                    <a:pt x="101239" y="948"/>
                    <a:pt x="101752" y="461"/>
                    <a:pt x="102238" y="0"/>
                  </a:cubicBezTo>
                  <a:lnTo>
                    <a:pt x="125921" y="0"/>
                  </a:lnTo>
                  <a:cubicBezTo>
                    <a:pt x="126100" y="308"/>
                    <a:pt x="126485" y="384"/>
                    <a:pt x="126792" y="564"/>
                  </a:cubicBezTo>
                  <a:cubicBezTo>
                    <a:pt x="128663" y="1512"/>
                    <a:pt x="130457" y="2640"/>
                    <a:pt x="132123" y="3921"/>
                  </a:cubicBezTo>
                  <a:cubicBezTo>
                    <a:pt x="134968" y="6126"/>
                    <a:pt x="137224" y="8996"/>
                    <a:pt x="138684" y="12277"/>
                  </a:cubicBezTo>
                  <a:cubicBezTo>
                    <a:pt x="139735" y="14609"/>
                    <a:pt x="140555" y="17018"/>
                    <a:pt x="141196" y="19504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38" name="Google Shape;138;p6"/>
            <p:cNvSpPr/>
            <p:nvPr/>
          </p:nvSpPr>
          <p:spPr>
            <a:xfrm rot="10800000">
              <a:off x="4359600" y="1080"/>
              <a:ext cx="4783320" cy="3974400"/>
            </a:xfrm>
            <a:custGeom>
              <a:avLst/>
              <a:gdLst>
                <a:gd name="textAreaLeft" fmla="*/ 0 w 4783320"/>
                <a:gd name="textAreaRight" fmla="*/ 4783680 w 4783320"/>
                <a:gd name="textAreaTop" fmla="*/ 0 h 3974400"/>
                <a:gd name="textAreaBottom" fmla="*/ 3974760 h 3974400"/>
              </a:gdLst>
              <a:ahLst/>
              <a:cxnLst/>
              <a:rect l="textAreaLeft" t="textAreaTop" r="textAreaRight" b="textAreaBottom"/>
              <a:pathLst>
                <a:path w="148937" h="135968">
                  <a:moveTo>
                    <a:pt x="1307" y="308"/>
                  </a:moveTo>
                  <a:cubicBezTo>
                    <a:pt x="3306" y="897"/>
                    <a:pt x="5229" y="1615"/>
                    <a:pt x="7125" y="2435"/>
                  </a:cubicBezTo>
                  <a:cubicBezTo>
                    <a:pt x="10329" y="3819"/>
                    <a:pt x="13430" y="5331"/>
                    <a:pt x="16429" y="6972"/>
                  </a:cubicBezTo>
                  <a:cubicBezTo>
                    <a:pt x="21068" y="9483"/>
                    <a:pt x="25656" y="12021"/>
                    <a:pt x="30295" y="14507"/>
                  </a:cubicBezTo>
                  <a:cubicBezTo>
                    <a:pt x="35805" y="17505"/>
                    <a:pt x="41546" y="19992"/>
                    <a:pt x="47493" y="21991"/>
                  </a:cubicBezTo>
                  <a:cubicBezTo>
                    <a:pt x="51414" y="23323"/>
                    <a:pt x="55412" y="24374"/>
                    <a:pt x="59487" y="25169"/>
                  </a:cubicBezTo>
                  <a:cubicBezTo>
                    <a:pt x="62512" y="25758"/>
                    <a:pt x="65562" y="26040"/>
                    <a:pt x="68637" y="26040"/>
                  </a:cubicBezTo>
                  <a:cubicBezTo>
                    <a:pt x="74174" y="25989"/>
                    <a:pt x="79146" y="24631"/>
                    <a:pt x="83554" y="21863"/>
                  </a:cubicBezTo>
                  <a:cubicBezTo>
                    <a:pt x="85476" y="20632"/>
                    <a:pt x="87296" y="19248"/>
                    <a:pt x="88988" y="17736"/>
                  </a:cubicBezTo>
                  <a:cubicBezTo>
                    <a:pt x="90269" y="16608"/>
                    <a:pt x="91499" y="15455"/>
                    <a:pt x="92781" y="14353"/>
                  </a:cubicBezTo>
                  <a:cubicBezTo>
                    <a:pt x="94062" y="13225"/>
                    <a:pt x="95395" y="12149"/>
                    <a:pt x="96754" y="11124"/>
                  </a:cubicBezTo>
                  <a:cubicBezTo>
                    <a:pt x="97574" y="10534"/>
                    <a:pt x="98420" y="10021"/>
                    <a:pt x="99317" y="9535"/>
                  </a:cubicBezTo>
                  <a:cubicBezTo>
                    <a:pt x="100086" y="9124"/>
                    <a:pt x="100931" y="8817"/>
                    <a:pt x="101803" y="8637"/>
                  </a:cubicBezTo>
                  <a:cubicBezTo>
                    <a:pt x="103571" y="8202"/>
                    <a:pt x="105417" y="8432"/>
                    <a:pt x="107031" y="9278"/>
                  </a:cubicBezTo>
                  <a:cubicBezTo>
                    <a:pt x="107928" y="9765"/>
                    <a:pt x="108749" y="10380"/>
                    <a:pt x="109492" y="11098"/>
                  </a:cubicBezTo>
                  <a:cubicBezTo>
                    <a:pt x="110466" y="12072"/>
                    <a:pt x="111337" y="13123"/>
                    <a:pt x="112080" y="14302"/>
                  </a:cubicBezTo>
                  <a:cubicBezTo>
                    <a:pt x="113413" y="16326"/>
                    <a:pt x="114515" y="18505"/>
                    <a:pt x="115387" y="20786"/>
                  </a:cubicBezTo>
                  <a:cubicBezTo>
                    <a:pt x="116848" y="24528"/>
                    <a:pt x="117950" y="28424"/>
                    <a:pt x="118667" y="32371"/>
                  </a:cubicBezTo>
                  <a:cubicBezTo>
                    <a:pt x="119667" y="37471"/>
                    <a:pt x="120026" y="42648"/>
                    <a:pt x="119769" y="47826"/>
                  </a:cubicBezTo>
                  <a:cubicBezTo>
                    <a:pt x="119641" y="50056"/>
                    <a:pt x="119436" y="52311"/>
                    <a:pt x="119180" y="54566"/>
                  </a:cubicBezTo>
                  <a:cubicBezTo>
                    <a:pt x="118693" y="58795"/>
                    <a:pt x="118078" y="63024"/>
                    <a:pt x="117591" y="67253"/>
                  </a:cubicBezTo>
                  <a:cubicBezTo>
                    <a:pt x="117027" y="71610"/>
                    <a:pt x="116719" y="75993"/>
                    <a:pt x="116617" y="80401"/>
                  </a:cubicBezTo>
                  <a:cubicBezTo>
                    <a:pt x="116566" y="83374"/>
                    <a:pt x="116771" y="86348"/>
                    <a:pt x="117258" y="89295"/>
                  </a:cubicBezTo>
                  <a:cubicBezTo>
                    <a:pt x="118129" y="94498"/>
                    <a:pt x="120000" y="99444"/>
                    <a:pt x="123358" y="103930"/>
                  </a:cubicBezTo>
                  <a:cubicBezTo>
                    <a:pt x="125049" y="106262"/>
                    <a:pt x="126818" y="108543"/>
                    <a:pt x="128663" y="110824"/>
                  </a:cubicBezTo>
                  <a:cubicBezTo>
                    <a:pt x="131559" y="114412"/>
                    <a:pt x="134276" y="118129"/>
                    <a:pt x="137019" y="121794"/>
                  </a:cubicBezTo>
                  <a:cubicBezTo>
                    <a:pt x="140581" y="126561"/>
                    <a:pt x="144426" y="131123"/>
                    <a:pt x="148526" y="135429"/>
                  </a:cubicBezTo>
                  <a:cubicBezTo>
                    <a:pt x="148680" y="135583"/>
                    <a:pt x="148808" y="135788"/>
                    <a:pt x="148937" y="135967"/>
                  </a:cubicBezTo>
                  <a:lnTo>
                    <a:pt x="115028" y="135967"/>
                  </a:lnTo>
                  <a:cubicBezTo>
                    <a:pt x="114772" y="135608"/>
                    <a:pt x="114515" y="135275"/>
                    <a:pt x="114310" y="134916"/>
                  </a:cubicBezTo>
                  <a:cubicBezTo>
                    <a:pt x="111055" y="129227"/>
                    <a:pt x="108313" y="123255"/>
                    <a:pt x="106134" y="117104"/>
                  </a:cubicBezTo>
                  <a:cubicBezTo>
                    <a:pt x="104340" y="112157"/>
                    <a:pt x="102905" y="107082"/>
                    <a:pt x="101880" y="101931"/>
                  </a:cubicBezTo>
                  <a:cubicBezTo>
                    <a:pt x="101136" y="98086"/>
                    <a:pt x="100624" y="94242"/>
                    <a:pt x="100393" y="90346"/>
                  </a:cubicBezTo>
                  <a:cubicBezTo>
                    <a:pt x="100162" y="86860"/>
                    <a:pt x="100214" y="83374"/>
                    <a:pt x="100470" y="79914"/>
                  </a:cubicBezTo>
                  <a:cubicBezTo>
                    <a:pt x="100726" y="76813"/>
                    <a:pt x="101111" y="73738"/>
                    <a:pt x="101675" y="70688"/>
                  </a:cubicBezTo>
                  <a:cubicBezTo>
                    <a:pt x="102520" y="65997"/>
                    <a:pt x="103751" y="61384"/>
                    <a:pt x="104853" y="56745"/>
                  </a:cubicBezTo>
                  <a:cubicBezTo>
                    <a:pt x="105673" y="53541"/>
                    <a:pt x="106211" y="50286"/>
                    <a:pt x="106467" y="46980"/>
                  </a:cubicBezTo>
                  <a:cubicBezTo>
                    <a:pt x="106724" y="43135"/>
                    <a:pt x="106339" y="39342"/>
                    <a:pt x="105007" y="35651"/>
                  </a:cubicBezTo>
                  <a:cubicBezTo>
                    <a:pt x="104596" y="34524"/>
                    <a:pt x="104058" y="33447"/>
                    <a:pt x="103366" y="32448"/>
                  </a:cubicBezTo>
                  <a:cubicBezTo>
                    <a:pt x="102854" y="31653"/>
                    <a:pt x="102238" y="30936"/>
                    <a:pt x="101521" y="30320"/>
                  </a:cubicBezTo>
                  <a:cubicBezTo>
                    <a:pt x="99957" y="28962"/>
                    <a:pt x="98061" y="28321"/>
                    <a:pt x="95805" y="28398"/>
                  </a:cubicBezTo>
                  <a:cubicBezTo>
                    <a:pt x="94780" y="28398"/>
                    <a:pt x="93781" y="28526"/>
                    <a:pt x="92781" y="28783"/>
                  </a:cubicBezTo>
                  <a:cubicBezTo>
                    <a:pt x="91397" y="29141"/>
                    <a:pt x="90039" y="29500"/>
                    <a:pt x="88680" y="29885"/>
                  </a:cubicBezTo>
                  <a:cubicBezTo>
                    <a:pt x="86271" y="30577"/>
                    <a:pt x="83913" y="31346"/>
                    <a:pt x="81452" y="31884"/>
                  </a:cubicBezTo>
                  <a:cubicBezTo>
                    <a:pt x="76788" y="32909"/>
                    <a:pt x="72021" y="33319"/>
                    <a:pt x="67253" y="33063"/>
                  </a:cubicBezTo>
                  <a:cubicBezTo>
                    <a:pt x="61282" y="32730"/>
                    <a:pt x="55464" y="31807"/>
                    <a:pt x="49671" y="30654"/>
                  </a:cubicBezTo>
                  <a:cubicBezTo>
                    <a:pt x="43956" y="29500"/>
                    <a:pt x="38343" y="28014"/>
                    <a:pt x="32755" y="26502"/>
                  </a:cubicBezTo>
                  <a:cubicBezTo>
                    <a:pt x="28578" y="25399"/>
                    <a:pt x="24400" y="24246"/>
                    <a:pt x="20145" y="23298"/>
                  </a:cubicBezTo>
                  <a:cubicBezTo>
                    <a:pt x="17864" y="22785"/>
                    <a:pt x="15557" y="22401"/>
                    <a:pt x="13225" y="22170"/>
                  </a:cubicBezTo>
                  <a:cubicBezTo>
                    <a:pt x="11226" y="21965"/>
                    <a:pt x="9227" y="21965"/>
                    <a:pt x="7228" y="22196"/>
                  </a:cubicBezTo>
                  <a:cubicBezTo>
                    <a:pt x="4972" y="22426"/>
                    <a:pt x="2845" y="23272"/>
                    <a:pt x="1051" y="24605"/>
                  </a:cubicBezTo>
                  <a:cubicBezTo>
                    <a:pt x="846" y="24759"/>
                    <a:pt x="641" y="24912"/>
                    <a:pt x="436" y="25041"/>
                  </a:cubicBezTo>
                  <a:cubicBezTo>
                    <a:pt x="282" y="25066"/>
                    <a:pt x="154" y="25092"/>
                    <a:pt x="0" y="25092"/>
                  </a:cubicBezTo>
                  <a:lnTo>
                    <a:pt x="0" y="103"/>
                  </a:lnTo>
                  <a:cubicBezTo>
                    <a:pt x="487" y="0"/>
                    <a:pt x="897" y="180"/>
                    <a:pt x="1307" y="30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39" name="Google Shape;139;p6"/>
            <p:cNvSpPr/>
            <p:nvPr/>
          </p:nvSpPr>
          <p:spPr>
            <a:xfrm rot="10800000">
              <a:off x="360" y="360"/>
              <a:ext cx="4717800" cy="5142960"/>
            </a:xfrm>
            <a:custGeom>
              <a:avLst/>
              <a:gdLst>
                <a:gd name="textAreaLeft" fmla="*/ 0 w 4717800"/>
                <a:gd name="textAreaRight" fmla="*/ 4718160 w 4717800"/>
                <a:gd name="textAreaTop" fmla="*/ 0 h 5142960"/>
                <a:gd name="textAreaBottom" fmla="*/ 5143320 h 5142960"/>
              </a:gdLst>
              <a:ahLst/>
              <a:cxnLst/>
              <a:rect l="textAreaLeft" t="textAreaTop" r="textAreaRight" b="textAreaBottom"/>
              <a:pathLst>
                <a:path w="146887" h="175950">
                  <a:moveTo>
                    <a:pt x="114772" y="175924"/>
                  </a:moveTo>
                  <a:cubicBezTo>
                    <a:pt x="114644" y="175822"/>
                    <a:pt x="114516" y="175719"/>
                    <a:pt x="114362" y="175642"/>
                  </a:cubicBezTo>
                  <a:cubicBezTo>
                    <a:pt x="110364" y="174310"/>
                    <a:pt x="106289" y="173079"/>
                    <a:pt x="102060" y="172310"/>
                  </a:cubicBezTo>
                  <a:cubicBezTo>
                    <a:pt x="98472" y="171695"/>
                    <a:pt x="94832" y="171439"/>
                    <a:pt x="91193" y="171516"/>
                  </a:cubicBezTo>
                  <a:cubicBezTo>
                    <a:pt x="88989" y="171567"/>
                    <a:pt x="86810" y="171593"/>
                    <a:pt x="84606" y="171644"/>
                  </a:cubicBezTo>
                  <a:cubicBezTo>
                    <a:pt x="78531" y="171772"/>
                    <a:pt x="72457" y="170849"/>
                    <a:pt x="66690" y="168978"/>
                  </a:cubicBezTo>
                  <a:cubicBezTo>
                    <a:pt x="59591" y="166697"/>
                    <a:pt x="53311" y="163391"/>
                    <a:pt x="47929" y="158932"/>
                  </a:cubicBezTo>
                  <a:cubicBezTo>
                    <a:pt x="46263" y="157573"/>
                    <a:pt x="44751" y="156035"/>
                    <a:pt x="43444" y="154318"/>
                  </a:cubicBezTo>
                  <a:cubicBezTo>
                    <a:pt x="42290" y="152883"/>
                    <a:pt x="41419" y="151217"/>
                    <a:pt x="40932" y="149423"/>
                  </a:cubicBezTo>
                  <a:cubicBezTo>
                    <a:pt x="40573" y="148039"/>
                    <a:pt x="40471" y="146629"/>
                    <a:pt x="40650" y="145219"/>
                  </a:cubicBezTo>
                  <a:cubicBezTo>
                    <a:pt x="40958" y="143041"/>
                    <a:pt x="41496" y="140914"/>
                    <a:pt x="42265" y="138889"/>
                  </a:cubicBezTo>
                  <a:cubicBezTo>
                    <a:pt x="43136" y="136454"/>
                    <a:pt x="44033" y="134019"/>
                    <a:pt x="44956" y="131610"/>
                  </a:cubicBezTo>
                  <a:cubicBezTo>
                    <a:pt x="45853" y="129201"/>
                    <a:pt x="46340" y="126689"/>
                    <a:pt x="46417" y="124126"/>
                  </a:cubicBezTo>
                  <a:cubicBezTo>
                    <a:pt x="46494" y="122024"/>
                    <a:pt x="46545" y="119923"/>
                    <a:pt x="46417" y="117821"/>
                  </a:cubicBezTo>
                  <a:cubicBezTo>
                    <a:pt x="46109" y="112772"/>
                    <a:pt x="45212" y="107800"/>
                    <a:pt x="43264" y="102981"/>
                  </a:cubicBezTo>
                  <a:cubicBezTo>
                    <a:pt x="42752" y="101725"/>
                    <a:pt x="42162" y="100495"/>
                    <a:pt x="41522" y="99316"/>
                  </a:cubicBezTo>
                  <a:cubicBezTo>
                    <a:pt x="40138" y="96804"/>
                    <a:pt x="38241" y="94600"/>
                    <a:pt x="36011" y="92806"/>
                  </a:cubicBezTo>
                  <a:cubicBezTo>
                    <a:pt x="35242" y="92191"/>
                    <a:pt x="34499" y="91576"/>
                    <a:pt x="33730" y="90961"/>
                  </a:cubicBezTo>
                  <a:cubicBezTo>
                    <a:pt x="30731" y="88757"/>
                    <a:pt x="28527" y="85655"/>
                    <a:pt x="27374" y="82118"/>
                  </a:cubicBezTo>
                  <a:cubicBezTo>
                    <a:pt x="26759" y="80196"/>
                    <a:pt x="26374" y="78197"/>
                    <a:pt x="26195" y="76198"/>
                  </a:cubicBezTo>
                  <a:cubicBezTo>
                    <a:pt x="25964" y="73686"/>
                    <a:pt x="25887" y="71174"/>
                    <a:pt x="25938" y="68688"/>
                  </a:cubicBezTo>
                  <a:cubicBezTo>
                    <a:pt x="25938" y="67048"/>
                    <a:pt x="25990" y="65433"/>
                    <a:pt x="25938" y="63793"/>
                  </a:cubicBezTo>
                  <a:cubicBezTo>
                    <a:pt x="25938" y="62383"/>
                    <a:pt x="25759" y="60974"/>
                    <a:pt x="25426" y="59590"/>
                  </a:cubicBezTo>
                  <a:cubicBezTo>
                    <a:pt x="24990" y="57873"/>
                    <a:pt x="24298" y="56232"/>
                    <a:pt x="23350" y="54746"/>
                  </a:cubicBezTo>
                  <a:cubicBezTo>
                    <a:pt x="22453" y="53310"/>
                    <a:pt x="21530" y="51901"/>
                    <a:pt x="20607" y="50517"/>
                  </a:cubicBezTo>
                  <a:cubicBezTo>
                    <a:pt x="18506" y="47492"/>
                    <a:pt x="16635" y="44289"/>
                    <a:pt x="15071" y="40957"/>
                  </a:cubicBezTo>
                  <a:cubicBezTo>
                    <a:pt x="13405" y="37317"/>
                    <a:pt x="12124" y="33550"/>
                    <a:pt x="11201" y="29680"/>
                  </a:cubicBezTo>
                  <a:cubicBezTo>
                    <a:pt x="10278" y="25938"/>
                    <a:pt x="9586" y="22144"/>
                    <a:pt x="8894" y="18377"/>
                  </a:cubicBezTo>
                  <a:cubicBezTo>
                    <a:pt x="8305" y="15327"/>
                    <a:pt x="7690" y="12251"/>
                    <a:pt x="6613" y="9278"/>
                  </a:cubicBezTo>
                  <a:cubicBezTo>
                    <a:pt x="6152" y="7945"/>
                    <a:pt x="5537" y="6664"/>
                    <a:pt x="4845" y="5434"/>
                  </a:cubicBezTo>
                  <a:cubicBezTo>
                    <a:pt x="3820" y="3639"/>
                    <a:pt x="2461" y="2050"/>
                    <a:pt x="872" y="743"/>
                  </a:cubicBezTo>
                  <a:cubicBezTo>
                    <a:pt x="565" y="513"/>
                    <a:pt x="283" y="256"/>
                    <a:pt x="1" y="0"/>
                  </a:cubicBezTo>
                  <a:lnTo>
                    <a:pt x="16635" y="0"/>
                  </a:lnTo>
                  <a:cubicBezTo>
                    <a:pt x="16865" y="1128"/>
                    <a:pt x="17173" y="2281"/>
                    <a:pt x="17378" y="3409"/>
                  </a:cubicBezTo>
                  <a:cubicBezTo>
                    <a:pt x="17532" y="4306"/>
                    <a:pt x="17660" y="5203"/>
                    <a:pt x="17711" y="6126"/>
                  </a:cubicBezTo>
                  <a:cubicBezTo>
                    <a:pt x="17839" y="7817"/>
                    <a:pt x="17916" y="9509"/>
                    <a:pt x="18019" y="11175"/>
                  </a:cubicBezTo>
                  <a:cubicBezTo>
                    <a:pt x="18198" y="14532"/>
                    <a:pt x="18326" y="17890"/>
                    <a:pt x="18711" y="21222"/>
                  </a:cubicBezTo>
                  <a:cubicBezTo>
                    <a:pt x="19198" y="25374"/>
                    <a:pt x="20018" y="29474"/>
                    <a:pt x="21633" y="33447"/>
                  </a:cubicBezTo>
                  <a:cubicBezTo>
                    <a:pt x="22555" y="35754"/>
                    <a:pt x="23760" y="37932"/>
                    <a:pt x="25246" y="39906"/>
                  </a:cubicBezTo>
                  <a:cubicBezTo>
                    <a:pt x="28220" y="43853"/>
                    <a:pt x="32295" y="46749"/>
                    <a:pt x="37498" y="48569"/>
                  </a:cubicBezTo>
                  <a:cubicBezTo>
                    <a:pt x="39394" y="49210"/>
                    <a:pt x="41342" y="49697"/>
                    <a:pt x="43316" y="50184"/>
                  </a:cubicBezTo>
                  <a:cubicBezTo>
                    <a:pt x="44469" y="50491"/>
                    <a:pt x="45648" y="50773"/>
                    <a:pt x="46776" y="51106"/>
                  </a:cubicBezTo>
                  <a:cubicBezTo>
                    <a:pt x="47468" y="51337"/>
                    <a:pt x="48160" y="51619"/>
                    <a:pt x="48801" y="51952"/>
                  </a:cubicBezTo>
                  <a:cubicBezTo>
                    <a:pt x="50005" y="52593"/>
                    <a:pt x="50595" y="53541"/>
                    <a:pt x="50595" y="54720"/>
                  </a:cubicBezTo>
                  <a:cubicBezTo>
                    <a:pt x="50620" y="55489"/>
                    <a:pt x="50466" y="56232"/>
                    <a:pt x="50159" y="56950"/>
                  </a:cubicBezTo>
                  <a:cubicBezTo>
                    <a:pt x="49749" y="57898"/>
                    <a:pt x="49287" y="58872"/>
                    <a:pt x="48826" y="59820"/>
                  </a:cubicBezTo>
                  <a:cubicBezTo>
                    <a:pt x="48237" y="61051"/>
                    <a:pt x="47596" y="62255"/>
                    <a:pt x="47032" y="63485"/>
                  </a:cubicBezTo>
                  <a:cubicBezTo>
                    <a:pt x="46366" y="64895"/>
                    <a:pt x="45930" y="66382"/>
                    <a:pt x="45699" y="67919"/>
                  </a:cubicBezTo>
                  <a:cubicBezTo>
                    <a:pt x="45417" y="70098"/>
                    <a:pt x="45853" y="72328"/>
                    <a:pt x="46981" y="74224"/>
                  </a:cubicBezTo>
                  <a:cubicBezTo>
                    <a:pt x="47237" y="74660"/>
                    <a:pt x="47519" y="75070"/>
                    <a:pt x="47801" y="75455"/>
                  </a:cubicBezTo>
                  <a:cubicBezTo>
                    <a:pt x="48160" y="75993"/>
                    <a:pt x="48519" y="76506"/>
                    <a:pt x="48929" y="76992"/>
                  </a:cubicBezTo>
                  <a:cubicBezTo>
                    <a:pt x="51825" y="80478"/>
                    <a:pt x="53491" y="84400"/>
                    <a:pt x="54439" y="88526"/>
                  </a:cubicBezTo>
                  <a:cubicBezTo>
                    <a:pt x="55157" y="91781"/>
                    <a:pt x="55695" y="95087"/>
                    <a:pt x="56079" y="98394"/>
                  </a:cubicBezTo>
                  <a:cubicBezTo>
                    <a:pt x="56438" y="101546"/>
                    <a:pt x="56720" y="104698"/>
                    <a:pt x="56925" y="107851"/>
                  </a:cubicBezTo>
                  <a:cubicBezTo>
                    <a:pt x="57182" y="111465"/>
                    <a:pt x="57182" y="115053"/>
                    <a:pt x="57207" y="118667"/>
                  </a:cubicBezTo>
                  <a:cubicBezTo>
                    <a:pt x="57207" y="120384"/>
                    <a:pt x="57258" y="122101"/>
                    <a:pt x="57335" y="123818"/>
                  </a:cubicBezTo>
                  <a:cubicBezTo>
                    <a:pt x="57438" y="127330"/>
                    <a:pt x="57258" y="130841"/>
                    <a:pt x="56797" y="134327"/>
                  </a:cubicBezTo>
                  <a:cubicBezTo>
                    <a:pt x="56541" y="136249"/>
                    <a:pt x="56438" y="138197"/>
                    <a:pt x="56490" y="140145"/>
                  </a:cubicBezTo>
                  <a:cubicBezTo>
                    <a:pt x="56541" y="141657"/>
                    <a:pt x="56771" y="143169"/>
                    <a:pt x="57233" y="144604"/>
                  </a:cubicBezTo>
                  <a:cubicBezTo>
                    <a:pt x="58130" y="147398"/>
                    <a:pt x="59898" y="149782"/>
                    <a:pt x="62487" y="151730"/>
                  </a:cubicBezTo>
                  <a:cubicBezTo>
                    <a:pt x="65563" y="154062"/>
                    <a:pt x="69202" y="155574"/>
                    <a:pt x="73252" y="156369"/>
                  </a:cubicBezTo>
                  <a:cubicBezTo>
                    <a:pt x="75892" y="156856"/>
                    <a:pt x="78557" y="157189"/>
                    <a:pt x="81248" y="157342"/>
                  </a:cubicBezTo>
                  <a:cubicBezTo>
                    <a:pt x="84426" y="157573"/>
                    <a:pt x="87604" y="157778"/>
                    <a:pt x="90757" y="158214"/>
                  </a:cubicBezTo>
                  <a:cubicBezTo>
                    <a:pt x="95088" y="158803"/>
                    <a:pt x="99369" y="159829"/>
                    <a:pt x="103521" y="161238"/>
                  </a:cubicBezTo>
                  <a:cubicBezTo>
                    <a:pt x="106494" y="162238"/>
                    <a:pt x="109441" y="163340"/>
                    <a:pt x="112389" y="164416"/>
                  </a:cubicBezTo>
                  <a:cubicBezTo>
                    <a:pt x="115669" y="165621"/>
                    <a:pt x="118976" y="166800"/>
                    <a:pt x="122410" y="167748"/>
                  </a:cubicBezTo>
                  <a:cubicBezTo>
                    <a:pt x="125460" y="168594"/>
                    <a:pt x="128587" y="169107"/>
                    <a:pt x="131740" y="169286"/>
                  </a:cubicBezTo>
                  <a:cubicBezTo>
                    <a:pt x="134918" y="169414"/>
                    <a:pt x="138121" y="169158"/>
                    <a:pt x="141223" y="168492"/>
                  </a:cubicBezTo>
                  <a:cubicBezTo>
                    <a:pt x="142760" y="168184"/>
                    <a:pt x="144273" y="167748"/>
                    <a:pt x="145785" y="167364"/>
                  </a:cubicBezTo>
                  <a:cubicBezTo>
                    <a:pt x="146144" y="167287"/>
                    <a:pt x="146528" y="167184"/>
                    <a:pt x="146887" y="167108"/>
                  </a:cubicBezTo>
                  <a:lnTo>
                    <a:pt x="146887" y="175950"/>
                  </a:ln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40" name="Google Shape;140;p6"/>
            <p:cNvSpPr/>
            <p:nvPr/>
          </p:nvSpPr>
          <p:spPr>
            <a:xfrm rot="10800000">
              <a:off x="6785640" y="1080"/>
              <a:ext cx="2357280" cy="2098440"/>
            </a:xfrm>
            <a:custGeom>
              <a:avLst/>
              <a:gdLst>
                <a:gd name="textAreaLeft" fmla="*/ 0 w 2357280"/>
                <a:gd name="textAreaRight" fmla="*/ 2357640 w 2357280"/>
                <a:gd name="textAreaTop" fmla="*/ 0 h 2098440"/>
                <a:gd name="textAreaBottom" fmla="*/ 2098800 h 2098440"/>
              </a:gdLst>
              <a:ahLst/>
              <a:cxnLst/>
              <a:rect l="textAreaLeft" t="textAreaTop" r="textAreaRight" b="textAreaBottom"/>
              <a:pathLst>
                <a:path w="73405" h="71791">
                  <a:moveTo>
                    <a:pt x="15327" y="20582"/>
                  </a:moveTo>
                  <a:cubicBezTo>
                    <a:pt x="18941" y="17865"/>
                    <a:pt x="22580" y="15148"/>
                    <a:pt x="26220" y="12457"/>
                  </a:cubicBezTo>
                  <a:cubicBezTo>
                    <a:pt x="28629" y="10688"/>
                    <a:pt x="31141" y="8997"/>
                    <a:pt x="33755" y="7433"/>
                  </a:cubicBezTo>
                  <a:cubicBezTo>
                    <a:pt x="37907" y="4896"/>
                    <a:pt x="42392" y="2922"/>
                    <a:pt x="47057" y="1590"/>
                  </a:cubicBezTo>
                  <a:cubicBezTo>
                    <a:pt x="50645" y="539"/>
                    <a:pt x="54361" y="1"/>
                    <a:pt x="58103" y="1"/>
                  </a:cubicBezTo>
                  <a:cubicBezTo>
                    <a:pt x="59898" y="1"/>
                    <a:pt x="61640" y="257"/>
                    <a:pt x="63358" y="744"/>
                  </a:cubicBezTo>
                  <a:cubicBezTo>
                    <a:pt x="66408" y="1615"/>
                    <a:pt x="68689" y="3230"/>
                    <a:pt x="70201" y="5562"/>
                  </a:cubicBezTo>
                  <a:cubicBezTo>
                    <a:pt x="71277" y="7305"/>
                    <a:pt x="72021" y="9253"/>
                    <a:pt x="72405" y="11278"/>
                  </a:cubicBezTo>
                  <a:cubicBezTo>
                    <a:pt x="72995" y="14148"/>
                    <a:pt x="73276" y="17096"/>
                    <a:pt x="73302" y="20069"/>
                  </a:cubicBezTo>
                  <a:cubicBezTo>
                    <a:pt x="73405" y="24862"/>
                    <a:pt x="73276" y="29629"/>
                    <a:pt x="72918" y="34422"/>
                  </a:cubicBezTo>
                  <a:cubicBezTo>
                    <a:pt x="72764" y="36780"/>
                    <a:pt x="72610" y="39112"/>
                    <a:pt x="72405" y="41470"/>
                  </a:cubicBezTo>
                  <a:cubicBezTo>
                    <a:pt x="71867" y="47032"/>
                    <a:pt x="71124" y="52542"/>
                    <a:pt x="69688" y="58027"/>
                  </a:cubicBezTo>
                  <a:cubicBezTo>
                    <a:pt x="68561" y="62102"/>
                    <a:pt x="67074" y="66100"/>
                    <a:pt x="65254" y="69945"/>
                  </a:cubicBezTo>
                  <a:cubicBezTo>
                    <a:pt x="64972" y="70560"/>
                    <a:pt x="64716" y="71175"/>
                    <a:pt x="64434" y="71790"/>
                  </a:cubicBezTo>
                  <a:lnTo>
                    <a:pt x="50107" y="71790"/>
                  </a:lnTo>
                  <a:lnTo>
                    <a:pt x="52029" y="66100"/>
                  </a:lnTo>
                  <a:cubicBezTo>
                    <a:pt x="53541" y="61589"/>
                    <a:pt x="54977" y="57053"/>
                    <a:pt x="56104" y="52440"/>
                  </a:cubicBezTo>
                  <a:cubicBezTo>
                    <a:pt x="57155" y="48390"/>
                    <a:pt x="57847" y="44264"/>
                    <a:pt x="58206" y="40086"/>
                  </a:cubicBezTo>
                  <a:cubicBezTo>
                    <a:pt x="58488" y="37190"/>
                    <a:pt x="58411" y="34268"/>
                    <a:pt x="58027" y="31372"/>
                  </a:cubicBezTo>
                  <a:cubicBezTo>
                    <a:pt x="57822" y="29578"/>
                    <a:pt x="57309" y="27835"/>
                    <a:pt x="56514" y="26194"/>
                  </a:cubicBezTo>
                  <a:cubicBezTo>
                    <a:pt x="56130" y="25426"/>
                    <a:pt x="55669" y="24708"/>
                    <a:pt x="55105" y="24042"/>
                  </a:cubicBezTo>
                  <a:cubicBezTo>
                    <a:pt x="53721" y="22478"/>
                    <a:pt x="51850" y="21555"/>
                    <a:pt x="49543" y="21222"/>
                  </a:cubicBezTo>
                  <a:cubicBezTo>
                    <a:pt x="47467" y="20992"/>
                    <a:pt x="45365" y="21094"/>
                    <a:pt x="43341" y="21530"/>
                  </a:cubicBezTo>
                  <a:cubicBezTo>
                    <a:pt x="40803" y="22017"/>
                    <a:pt x="38317" y="22709"/>
                    <a:pt x="35908" y="23580"/>
                  </a:cubicBezTo>
                  <a:cubicBezTo>
                    <a:pt x="31371" y="25169"/>
                    <a:pt x="27014" y="27092"/>
                    <a:pt x="22708" y="29039"/>
                  </a:cubicBezTo>
                  <a:cubicBezTo>
                    <a:pt x="15352" y="32397"/>
                    <a:pt x="8202" y="36216"/>
                    <a:pt x="1333" y="40445"/>
                  </a:cubicBezTo>
                  <a:cubicBezTo>
                    <a:pt x="897" y="40701"/>
                    <a:pt x="436" y="40906"/>
                    <a:pt x="0" y="41137"/>
                  </a:cubicBezTo>
                  <a:lnTo>
                    <a:pt x="0" y="31013"/>
                  </a:lnTo>
                  <a:cubicBezTo>
                    <a:pt x="538" y="30987"/>
                    <a:pt x="871" y="30654"/>
                    <a:pt x="1256" y="30423"/>
                  </a:cubicBezTo>
                  <a:cubicBezTo>
                    <a:pt x="6126" y="27322"/>
                    <a:pt x="10790" y="24016"/>
                    <a:pt x="15327" y="20582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41" name="Google Shape;141;p6"/>
            <p:cNvSpPr/>
            <p:nvPr/>
          </p:nvSpPr>
          <p:spPr>
            <a:xfrm rot="10800000">
              <a:off x="3613680" y="0"/>
              <a:ext cx="5529240" cy="4444200"/>
            </a:xfrm>
            <a:custGeom>
              <a:avLst/>
              <a:gdLst>
                <a:gd name="textAreaLeft" fmla="*/ 0 w 5529240"/>
                <a:gd name="textAreaRight" fmla="*/ 5529600 w 5529240"/>
                <a:gd name="textAreaTop" fmla="*/ 0 h 4444200"/>
                <a:gd name="textAreaBottom" fmla="*/ 4444560 h 4444200"/>
              </a:gdLst>
              <a:ahLst/>
              <a:cxnLst/>
              <a:rect l="textAreaLeft" t="textAreaTop" r="textAreaRight" b="textAreaBottom"/>
              <a:pathLst>
                <a:path w="172158" h="152038">
                  <a:moveTo>
                    <a:pt x="21427" y="15661"/>
                  </a:moveTo>
                  <a:cubicBezTo>
                    <a:pt x="24938" y="18070"/>
                    <a:pt x="28424" y="20479"/>
                    <a:pt x="31961" y="22837"/>
                  </a:cubicBezTo>
                  <a:cubicBezTo>
                    <a:pt x="35959" y="25580"/>
                    <a:pt x="40162" y="27989"/>
                    <a:pt x="44545" y="30090"/>
                  </a:cubicBezTo>
                  <a:cubicBezTo>
                    <a:pt x="48928" y="32218"/>
                    <a:pt x="53593" y="33807"/>
                    <a:pt x="58360" y="34806"/>
                  </a:cubicBezTo>
                  <a:cubicBezTo>
                    <a:pt x="61564" y="35447"/>
                    <a:pt x="64767" y="35806"/>
                    <a:pt x="68074" y="35524"/>
                  </a:cubicBezTo>
                  <a:cubicBezTo>
                    <a:pt x="71072" y="35268"/>
                    <a:pt x="73994" y="34396"/>
                    <a:pt x="76660" y="32961"/>
                  </a:cubicBezTo>
                  <a:cubicBezTo>
                    <a:pt x="78274" y="32038"/>
                    <a:pt x="79761" y="30911"/>
                    <a:pt x="81119" y="29629"/>
                  </a:cubicBezTo>
                  <a:cubicBezTo>
                    <a:pt x="82606" y="28194"/>
                    <a:pt x="83964" y="26656"/>
                    <a:pt x="85143" y="24964"/>
                  </a:cubicBezTo>
                  <a:cubicBezTo>
                    <a:pt x="86399" y="23196"/>
                    <a:pt x="87629" y="21376"/>
                    <a:pt x="88757" y="19531"/>
                  </a:cubicBezTo>
                  <a:cubicBezTo>
                    <a:pt x="90090" y="17378"/>
                    <a:pt x="91320" y="15199"/>
                    <a:pt x="92627" y="13046"/>
                  </a:cubicBezTo>
                  <a:cubicBezTo>
                    <a:pt x="94062" y="10612"/>
                    <a:pt x="95728" y="8382"/>
                    <a:pt x="97651" y="6331"/>
                  </a:cubicBezTo>
                  <a:cubicBezTo>
                    <a:pt x="98983" y="4947"/>
                    <a:pt x="100444" y="3743"/>
                    <a:pt x="102033" y="2692"/>
                  </a:cubicBezTo>
                  <a:cubicBezTo>
                    <a:pt x="103366" y="1795"/>
                    <a:pt x="104827" y="1077"/>
                    <a:pt x="106365" y="616"/>
                  </a:cubicBezTo>
                  <a:cubicBezTo>
                    <a:pt x="107749" y="180"/>
                    <a:pt x="109159" y="1"/>
                    <a:pt x="110620" y="52"/>
                  </a:cubicBezTo>
                  <a:cubicBezTo>
                    <a:pt x="112619" y="129"/>
                    <a:pt x="114567" y="744"/>
                    <a:pt x="116233" y="1872"/>
                  </a:cubicBezTo>
                  <a:cubicBezTo>
                    <a:pt x="117437" y="2666"/>
                    <a:pt x="118514" y="3666"/>
                    <a:pt x="119436" y="4768"/>
                  </a:cubicBezTo>
                  <a:cubicBezTo>
                    <a:pt x="120538" y="6101"/>
                    <a:pt x="121487" y="7536"/>
                    <a:pt x="122281" y="9048"/>
                  </a:cubicBezTo>
                  <a:cubicBezTo>
                    <a:pt x="123358" y="11073"/>
                    <a:pt x="124280" y="13175"/>
                    <a:pt x="125024" y="15328"/>
                  </a:cubicBezTo>
                  <a:cubicBezTo>
                    <a:pt x="127228" y="21222"/>
                    <a:pt x="128817" y="27245"/>
                    <a:pt x="130252" y="33320"/>
                  </a:cubicBezTo>
                  <a:cubicBezTo>
                    <a:pt x="131713" y="39445"/>
                    <a:pt x="132995" y="45622"/>
                    <a:pt x="133994" y="51825"/>
                  </a:cubicBezTo>
                  <a:cubicBezTo>
                    <a:pt x="134609" y="55720"/>
                    <a:pt x="135096" y="59616"/>
                    <a:pt x="135481" y="63512"/>
                  </a:cubicBezTo>
                  <a:cubicBezTo>
                    <a:pt x="135788" y="66716"/>
                    <a:pt x="136070" y="69945"/>
                    <a:pt x="136429" y="73149"/>
                  </a:cubicBezTo>
                  <a:cubicBezTo>
                    <a:pt x="136737" y="75789"/>
                    <a:pt x="137326" y="78403"/>
                    <a:pt x="138198" y="80889"/>
                  </a:cubicBezTo>
                  <a:cubicBezTo>
                    <a:pt x="139658" y="85195"/>
                    <a:pt x="142196" y="89065"/>
                    <a:pt x="145553" y="92141"/>
                  </a:cubicBezTo>
                  <a:cubicBezTo>
                    <a:pt x="146117" y="92653"/>
                    <a:pt x="146707" y="93217"/>
                    <a:pt x="147245" y="93781"/>
                  </a:cubicBezTo>
                  <a:cubicBezTo>
                    <a:pt x="147834" y="94422"/>
                    <a:pt x="148450" y="95062"/>
                    <a:pt x="148988" y="95729"/>
                  </a:cubicBezTo>
                  <a:cubicBezTo>
                    <a:pt x="151166" y="98446"/>
                    <a:pt x="151935" y="101419"/>
                    <a:pt x="151269" y="104622"/>
                  </a:cubicBezTo>
                  <a:cubicBezTo>
                    <a:pt x="151038" y="105724"/>
                    <a:pt x="150705" y="106827"/>
                    <a:pt x="150423" y="107929"/>
                  </a:cubicBezTo>
                  <a:cubicBezTo>
                    <a:pt x="149962" y="109518"/>
                    <a:pt x="149449" y="111132"/>
                    <a:pt x="149065" y="112773"/>
                  </a:cubicBezTo>
                  <a:cubicBezTo>
                    <a:pt x="148398" y="115515"/>
                    <a:pt x="148347" y="118386"/>
                    <a:pt x="148885" y="121179"/>
                  </a:cubicBezTo>
                  <a:cubicBezTo>
                    <a:pt x="149449" y="123999"/>
                    <a:pt x="150423" y="126715"/>
                    <a:pt x="151781" y="129253"/>
                  </a:cubicBezTo>
                  <a:cubicBezTo>
                    <a:pt x="153858" y="133225"/>
                    <a:pt x="156600" y="136865"/>
                    <a:pt x="159701" y="140325"/>
                  </a:cubicBezTo>
                  <a:cubicBezTo>
                    <a:pt x="163264" y="144221"/>
                    <a:pt x="167134" y="147860"/>
                    <a:pt x="171235" y="151218"/>
                  </a:cubicBezTo>
                  <a:cubicBezTo>
                    <a:pt x="171568" y="151474"/>
                    <a:pt x="171850" y="151756"/>
                    <a:pt x="172157" y="152038"/>
                  </a:cubicBezTo>
                  <a:lnTo>
                    <a:pt x="166006" y="152038"/>
                  </a:lnTo>
                  <a:cubicBezTo>
                    <a:pt x="165724" y="151782"/>
                    <a:pt x="165494" y="151500"/>
                    <a:pt x="165212" y="151243"/>
                  </a:cubicBezTo>
                  <a:cubicBezTo>
                    <a:pt x="161111" y="147732"/>
                    <a:pt x="157292" y="143913"/>
                    <a:pt x="153781" y="139812"/>
                  </a:cubicBezTo>
                  <a:cubicBezTo>
                    <a:pt x="151038" y="136609"/>
                    <a:pt x="148706" y="133123"/>
                    <a:pt x="146784" y="129381"/>
                  </a:cubicBezTo>
                  <a:cubicBezTo>
                    <a:pt x="145092" y="126049"/>
                    <a:pt x="143990" y="122461"/>
                    <a:pt x="143529" y="118744"/>
                  </a:cubicBezTo>
                  <a:cubicBezTo>
                    <a:pt x="143195" y="115900"/>
                    <a:pt x="143324" y="113055"/>
                    <a:pt x="143580" y="110210"/>
                  </a:cubicBezTo>
                  <a:cubicBezTo>
                    <a:pt x="143708" y="108723"/>
                    <a:pt x="143836" y="107211"/>
                    <a:pt x="143862" y="105724"/>
                  </a:cubicBezTo>
                  <a:cubicBezTo>
                    <a:pt x="143939" y="102956"/>
                    <a:pt x="142939" y="100265"/>
                    <a:pt x="141119" y="98189"/>
                  </a:cubicBezTo>
                  <a:cubicBezTo>
                    <a:pt x="140786" y="97805"/>
                    <a:pt x="140479" y="97420"/>
                    <a:pt x="140145" y="97036"/>
                  </a:cubicBezTo>
                  <a:cubicBezTo>
                    <a:pt x="139530" y="96344"/>
                    <a:pt x="138941" y="95678"/>
                    <a:pt x="138351" y="94986"/>
                  </a:cubicBezTo>
                  <a:cubicBezTo>
                    <a:pt x="136660" y="93038"/>
                    <a:pt x="135327" y="90833"/>
                    <a:pt x="134327" y="88475"/>
                  </a:cubicBezTo>
                  <a:cubicBezTo>
                    <a:pt x="133123" y="85477"/>
                    <a:pt x="132277" y="82324"/>
                    <a:pt x="131867" y="79121"/>
                  </a:cubicBezTo>
                  <a:cubicBezTo>
                    <a:pt x="131508" y="76506"/>
                    <a:pt x="131303" y="73866"/>
                    <a:pt x="131252" y="71252"/>
                  </a:cubicBezTo>
                  <a:cubicBezTo>
                    <a:pt x="131098" y="67126"/>
                    <a:pt x="130919" y="63025"/>
                    <a:pt x="130483" y="58950"/>
                  </a:cubicBezTo>
                  <a:cubicBezTo>
                    <a:pt x="130278" y="56797"/>
                    <a:pt x="130047" y="54644"/>
                    <a:pt x="129714" y="52491"/>
                  </a:cubicBezTo>
                  <a:cubicBezTo>
                    <a:pt x="129201" y="49364"/>
                    <a:pt x="128637" y="46237"/>
                    <a:pt x="128022" y="43110"/>
                  </a:cubicBezTo>
                  <a:cubicBezTo>
                    <a:pt x="126843" y="37190"/>
                    <a:pt x="125306" y="31321"/>
                    <a:pt x="123435" y="25580"/>
                  </a:cubicBezTo>
                  <a:cubicBezTo>
                    <a:pt x="122409" y="22350"/>
                    <a:pt x="121102" y="19198"/>
                    <a:pt x="119590" y="16148"/>
                  </a:cubicBezTo>
                  <a:cubicBezTo>
                    <a:pt x="118744" y="14507"/>
                    <a:pt x="117745" y="12944"/>
                    <a:pt x="116591" y="11534"/>
                  </a:cubicBezTo>
                  <a:cubicBezTo>
                    <a:pt x="115720" y="10483"/>
                    <a:pt x="114746" y="9561"/>
                    <a:pt x="113618" y="8817"/>
                  </a:cubicBezTo>
                  <a:cubicBezTo>
                    <a:pt x="112516" y="8074"/>
                    <a:pt x="111312" y="7536"/>
                    <a:pt x="110004" y="7280"/>
                  </a:cubicBezTo>
                  <a:cubicBezTo>
                    <a:pt x="108108" y="6895"/>
                    <a:pt x="106134" y="7075"/>
                    <a:pt x="104340" y="7741"/>
                  </a:cubicBezTo>
                  <a:cubicBezTo>
                    <a:pt x="102905" y="8279"/>
                    <a:pt x="101572" y="8997"/>
                    <a:pt x="100342" y="9894"/>
                  </a:cubicBezTo>
                  <a:cubicBezTo>
                    <a:pt x="99060" y="10842"/>
                    <a:pt x="97881" y="11893"/>
                    <a:pt x="96831" y="13072"/>
                  </a:cubicBezTo>
                  <a:cubicBezTo>
                    <a:pt x="95472" y="14559"/>
                    <a:pt x="94242" y="16148"/>
                    <a:pt x="93114" y="17814"/>
                  </a:cubicBezTo>
                  <a:cubicBezTo>
                    <a:pt x="91781" y="19736"/>
                    <a:pt x="90449" y="21684"/>
                    <a:pt x="89116" y="23606"/>
                  </a:cubicBezTo>
                  <a:cubicBezTo>
                    <a:pt x="87578" y="25810"/>
                    <a:pt x="85861" y="27886"/>
                    <a:pt x="84015" y="29834"/>
                  </a:cubicBezTo>
                  <a:cubicBezTo>
                    <a:pt x="82657" y="31269"/>
                    <a:pt x="81145" y="32551"/>
                    <a:pt x="79505" y="33679"/>
                  </a:cubicBezTo>
                  <a:cubicBezTo>
                    <a:pt x="75916" y="36088"/>
                    <a:pt x="71764" y="37292"/>
                    <a:pt x="67125" y="37395"/>
                  </a:cubicBezTo>
                  <a:cubicBezTo>
                    <a:pt x="63665" y="37421"/>
                    <a:pt x="60179" y="36985"/>
                    <a:pt x="56822" y="36139"/>
                  </a:cubicBezTo>
                  <a:cubicBezTo>
                    <a:pt x="51260" y="34781"/>
                    <a:pt x="45878" y="32756"/>
                    <a:pt x="40803" y="30142"/>
                  </a:cubicBezTo>
                  <a:cubicBezTo>
                    <a:pt x="36907" y="28117"/>
                    <a:pt x="33140" y="25887"/>
                    <a:pt x="29500" y="23478"/>
                  </a:cubicBezTo>
                  <a:cubicBezTo>
                    <a:pt x="26015" y="21171"/>
                    <a:pt x="22554" y="18813"/>
                    <a:pt x="19043" y="16532"/>
                  </a:cubicBezTo>
                  <a:cubicBezTo>
                    <a:pt x="13302" y="12765"/>
                    <a:pt x="7381" y="9304"/>
                    <a:pt x="1307" y="6152"/>
                  </a:cubicBezTo>
                  <a:cubicBezTo>
                    <a:pt x="897" y="5947"/>
                    <a:pt x="436" y="5793"/>
                    <a:pt x="0" y="5588"/>
                  </a:cubicBezTo>
                  <a:lnTo>
                    <a:pt x="0" y="2974"/>
                  </a:lnTo>
                  <a:cubicBezTo>
                    <a:pt x="436" y="3153"/>
                    <a:pt x="897" y="3333"/>
                    <a:pt x="1307" y="3538"/>
                  </a:cubicBezTo>
                  <a:cubicBezTo>
                    <a:pt x="8227" y="7203"/>
                    <a:pt x="14942" y="11252"/>
                    <a:pt x="21427" y="15661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42" name="Google Shape;142;p6"/>
            <p:cNvSpPr/>
            <p:nvPr/>
          </p:nvSpPr>
          <p:spPr>
            <a:xfrm rot="10800000">
              <a:off x="360" y="1752120"/>
              <a:ext cx="1572120" cy="3028680"/>
            </a:xfrm>
            <a:custGeom>
              <a:avLst/>
              <a:gdLst>
                <a:gd name="textAreaLeft" fmla="*/ 0 w 1572120"/>
                <a:gd name="textAreaRight" fmla="*/ 1572480 w 1572120"/>
                <a:gd name="textAreaTop" fmla="*/ 0 h 3028680"/>
                <a:gd name="textAreaBottom" fmla="*/ 3029040 h 3028680"/>
              </a:gdLst>
              <a:ahLst/>
              <a:cxnLst/>
              <a:rect l="textAreaLeft" t="textAreaTop" r="textAreaRight" b="textAreaBottom"/>
              <a:pathLst>
                <a:path w="48954" h="103623">
                  <a:moveTo>
                    <a:pt x="30962" y="101188"/>
                  </a:moveTo>
                  <a:cubicBezTo>
                    <a:pt x="28040" y="100265"/>
                    <a:pt x="25220" y="99035"/>
                    <a:pt x="22529" y="97523"/>
                  </a:cubicBezTo>
                  <a:cubicBezTo>
                    <a:pt x="18223" y="95114"/>
                    <a:pt x="14302" y="92064"/>
                    <a:pt x="10944" y="88450"/>
                  </a:cubicBezTo>
                  <a:cubicBezTo>
                    <a:pt x="6049" y="83196"/>
                    <a:pt x="2794" y="77327"/>
                    <a:pt x="1179" y="70817"/>
                  </a:cubicBezTo>
                  <a:cubicBezTo>
                    <a:pt x="0" y="66024"/>
                    <a:pt x="180" y="61205"/>
                    <a:pt x="1282" y="56438"/>
                  </a:cubicBezTo>
                  <a:cubicBezTo>
                    <a:pt x="1846" y="54055"/>
                    <a:pt x="2538" y="51671"/>
                    <a:pt x="3230" y="49287"/>
                  </a:cubicBezTo>
                  <a:cubicBezTo>
                    <a:pt x="4434" y="45135"/>
                    <a:pt x="6075" y="41137"/>
                    <a:pt x="8125" y="37318"/>
                  </a:cubicBezTo>
                  <a:cubicBezTo>
                    <a:pt x="11073" y="31833"/>
                    <a:pt x="14968" y="26861"/>
                    <a:pt x="19479" y="22196"/>
                  </a:cubicBezTo>
                  <a:cubicBezTo>
                    <a:pt x="24631" y="16917"/>
                    <a:pt x="30141" y="12021"/>
                    <a:pt x="35985" y="7562"/>
                  </a:cubicBezTo>
                  <a:cubicBezTo>
                    <a:pt x="39958" y="4486"/>
                    <a:pt x="44315" y="1949"/>
                    <a:pt x="48954" y="1"/>
                  </a:cubicBezTo>
                  <a:lnTo>
                    <a:pt x="48954" y="3948"/>
                  </a:lnTo>
                  <a:cubicBezTo>
                    <a:pt x="48749" y="4025"/>
                    <a:pt x="48544" y="4076"/>
                    <a:pt x="48339" y="4179"/>
                  </a:cubicBezTo>
                  <a:cubicBezTo>
                    <a:pt x="45853" y="5383"/>
                    <a:pt x="43495" y="6793"/>
                    <a:pt x="41239" y="8433"/>
                  </a:cubicBezTo>
                  <a:cubicBezTo>
                    <a:pt x="33986" y="13687"/>
                    <a:pt x="27348" y="19428"/>
                    <a:pt x="21581" y="25836"/>
                  </a:cubicBezTo>
                  <a:cubicBezTo>
                    <a:pt x="17275" y="30654"/>
                    <a:pt x="13841" y="35883"/>
                    <a:pt x="11534" y="41573"/>
                  </a:cubicBezTo>
                  <a:cubicBezTo>
                    <a:pt x="10355" y="44443"/>
                    <a:pt x="9458" y="47442"/>
                    <a:pt x="8920" y="50492"/>
                  </a:cubicBezTo>
                  <a:cubicBezTo>
                    <a:pt x="8535" y="52645"/>
                    <a:pt x="8151" y="54772"/>
                    <a:pt x="7920" y="56925"/>
                  </a:cubicBezTo>
                  <a:cubicBezTo>
                    <a:pt x="7074" y="64614"/>
                    <a:pt x="9612" y="71432"/>
                    <a:pt x="15763" y="77275"/>
                  </a:cubicBezTo>
                  <a:cubicBezTo>
                    <a:pt x="19838" y="81145"/>
                    <a:pt x="24708" y="84119"/>
                    <a:pt x="30039" y="85964"/>
                  </a:cubicBezTo>
                  <a:cubicBezTo>
                    <a:pt x="34165" y="87399"/>
                    <a:pt x="38522" y="88091"/>
                    <a:pt x="42905" y="87989"/>
                  </a:cubicBezTo>
                  <a:cubicBezTo>
                    <a:pt x="44930" y="87963"/>
                    <a:pt x="46980" y="87707"/>
                    <a:pt x="48954" y="87194"/>
                  </a:cubicBezTo>
                  <a:lnTo>
                    <a:pt x="48954" y="102623"/>
                  </a:lnTo>
                  <a:cubicBezTo>
                    <a:pt x="48851" y="102623"/>
                    <a:pt x="48723" y="102623"/>
                    <a:pt x="48621" y="102649"/>
                  </a:cubicBezTo>
                  <a:cubicBezTo>
                    <a:pt x="42546" y="103623"/>
                    <a:pt x="36677" y="103008"/>
                    <a:pt x="30962" y="10118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43" name="Google Shape;143;p6"/>
            <p:cNvSpPr/>
            <p:nvPr/>
          </p:nvSpPr>
          <p:spPr>
            <a:xfrm rot="10800000">
              <a:off x="720" y="299880"/>
              <a:ext cx="4073760" cy="4843440"/>
            </a:xfrm>
            <a:custGeom>
              <a:avLst/>
              <a:gdLst>
                <a:gd name="textAreaLeft" fmla="*/ 0 w 4073760"/>
                <a:gd name="textAreaRight" fmla="*/ 4074120 w 4073760"/>
                <a:gd name="textAreaTop" fmla="*/ 0 h 4843440"/>
                <a:gd name="textAreaBottom" fmla="*/ 4843800 h 4843440"/>
              </a:gdLst>
              <a:ahLst/>
              <a:cxnLst/>
              <a:rect l="textAreaLeft" t="textAreaTop" r="textAreaRight" b="textAreaBottom"/>
              <a:pathLst>
                <a:path w="126844" h="165698">
                  <a:moveTo>
                    <a:pt x="114055" y="165595"/>
                  </a:moveTo>
                  <a:cubicBezTo>
                    <a:pt x="110184" y="165698"/>
                    <a:pt x="106340" y="165288"/>
                    <a:pt x="102598" y="164365"/>
                  </a:cubicBezTo>
                  <a:cubicBezTo>
                    <a:pt x="99573" y="163571"/>
                    <a:pt x="96600" y="162648"/>
                    <a:pt x="93679" y="161546"/>
                  </a:cubicBezTo>
                  <a:cubicBezTo>
                    <a:pt x="90321" y="160316"/>
                    <a:pt x="86963" y="159034"/>
                    <a:pt x="83580" y="157829"/>
                  </a:cubicBezTo>
                  <a:cubicBezTo>
                    <a:pt x="78019" y="155830"/>
                    <a:pt x="72252" y="154446"/>
                    <a:pt x="66383" y="153703"/>
                  </a:cubicBezTo>
                  <a:cubicBezTo>
                    <a:pt x="63640" y="153344"/>
                    <a:pt x="60898" y="153011"/>
                    <a:pt x="58181" y="152627"/>
                  </a:cubicBezTo>
                  <a:cubicBezTo>
                    <a:pt x="56054" y="152345"/>
                    <a:pt x="53978" y="151858"/>
                    <a:pt x="51953" y="151140"/>
                  </a:cubicBezTo>
                  <a:cubicBezTo>
                    <a:pt x="46904" y="149269"/>
                    <a:pt x="43597" y="146142"/>
                    <a:pt x="42085" y="141734"/>
                  </a:cubicBezTo>
                  <a:cubicBezTo>
                    <a:pt x="41624" y="140401"/>
                    <a:pt x="41342" y="138991"/>
                    <a:pt x="41214" y="137582"/>
                  </a:cubicBezTo>
                  <a:cubicBezTo>
                    <a:pt x="40983" y="135506"/>
                    <a:pt x="41034" y="133455"/>
                    <a:pt x="41009" y="131379"/>
                  </a:cubicBezTo>
                  <a:cubicBezTo>
                    <a:pt x="40983" y="129508"/>
                    <a:pt x="40932" y="127612"/>
                    <a:pt x="40829" y="125741"/>
                  </a:cubicBezTo>
                  <a:cubicBezTo>
                    <a:pt x="40676" y="122460"/>
                    <a:pt x="40470" y="119179"/>
                    <a:pt x="40317" y="115899"/>
                  </a:cubicBezTo>
                  <a:cubicBezTo>
                    <a:pt x="40137" y="112362"/>
                    <a:pt x="40009" y="108825"/>
                    <a:pt x="39778" y="105288"/>
                  </a:cubicBezTo>
                  <a:cubicBezTo>
                    <a:pt x="39573" y="102033"/>
                    <a:pt x="39266" y="98778"/>
                    <a:pt x="38984" y="95523"/>
                  </a:cubicBezTo>
                  <a:cubicBezTo>
                    <a:pt x="38651" y="91499"/>
                    <a:pt x="38241" y="87475"/>
                    <a:pt x="37600" y="83477"/>
                  </a:cubicBezTo>
                  <a:cubicBezTo>
                    <a:pt x="37087" y="80017"/>
                    <a:pt x="36062" y="76634"/>
                    <a:pt x="34499" y="73507"/>
                  </a:cubicBezTo>
                  <a:cubicBezTo>
                    <a:pt x="34063" y="72635"/>
                    <a:pt x="33678" y="71738"/>
                    <a:pt x="33320" y="70841"/>
                  </a:cubicBezTo>
                  <a:cubicBezTo>
                    <a:pt x="32628" y="69124"/>
                    <a:pt x="32448" y="67202"/>
                    <a:pt x="32833" y="65382"/>
                  </a:cubicBezTo>
                  <a:cubicBezTo>
                    <a:pt x="33063" y="64177"/>
                    <a:pt x="33473" y="63024"/>
                    <a:pt x="34037" y="61973"/>
                  </a:cubicBezTo>
                  <a:cubicBezTo>
                    <a:pt x="34781" y="60589"/>
                    <a:pt x="35575" y="59231"/>
                    <a:pt x="36370" y="57898"/>
                  </a:cubicBezTo>
                  <a:cubicBezTo>
                    <a:pt x="37010" y="56822"/>
                    <a:pt x="37677" y="55771"/>
                    <a:pt x="38292" y="54694"/>
                  </a:cubicBezTo>
                  <a:cubicBezTo>
                    <a:pt x="38830" y="53797"/>
                    <a:pt x="39240" y="52849"/>
                    <a:pt x="39497" y="51849"/>
                  </a:cubicBezTo>
                  <a:cubicBezTo>
                    <a:pt x="39702" y="51183"/>
                    <a:pt x="39753" y="50491"/>
                    <a:pt x="39676" y="49799"/>
                  </a:cubicBezTo>
                  <a:cubicBezTo>
                    <a:pt x="39497" y="48646"/>
                    <a:pt x="38753" y="47851"/>
                    <a:pt x="37446" y="47415"/>
                  </a:cubicBezTo>
                  <a:cubicBezTo>
                    <a:pt x="36652" y="47134"/>
                    <a:pt x="35831" y="47005"/>
                    <a:pt x="34986" y="46980"/>
                  </a:cubicBezTo>
                  <a:cubicBezTo>
                    <a:pt x="33909" y="46929"/>
                    <a:pt x="32807" y="46929"/>
                    <a:pt x="31705" y="46929"/>
                  </a:cubicBezTo>
                  <a:cubicBezTo>
                    <a:pt x="30193" y="46929"/>
                    <a:pt x="28655" y="46954"/>
                    <a:pt x="27143" y="46954"/>
                  </a:cubicBezTo>
                  <a:cubicBezTo>
                    <a:pt x="25092" y="46954"/>
                    <a:pt x="23068" y="46775"/>
                    <a:pt x="21068" y="46416"/>
                  </a:cubicBezTo>
                  <a:cubicBezTo>
                    <a:pt x="15763" y="45442"/>
                    <a:pt x="11457" y="43238"/>
                    <a:pt x="8202" y="39650"/>
                  </a:cubicBezTo>
                  <a:cubicBezTo>
                    <a:pt x="7151" y="38496"/>
                    <a:pt x="6229" y="37215"/>
                    <a:pt x="5460" y="35882"/>
                  </a:cubicBezTo>
                  <a:cubicBezTo>
                    <a:pt x="4178" y="33703"/>
                    <a:pt x="3179" y="31345"/>
                    <a:pt x="2512" y="28911"/>
                  </a:cubicBezTo>
                  <a:cubicBezTo>
                    <a:pt x="1410" y="24810"/>
                    <a:pt x="795" y="20581"/>
                    <a:pt x="693" y="16352"/>
                  </a:cubicBezTo>
                  <a:cubicBezTo>
                    <a:pt x="590" y="12507"/>
                    <a:pt x="539" y="8663"/>
                    <a:pt x="462" y="4793"/>
                  </a:cubicBezTo>
                  <a:cubicBezTo>
                    <a:pt x="462" y="3178"/>
                    <a:pt x="308" y="1589"/>
                    <a:pt x="1" y="0"/>
                  </a:cubicBezTo>
                  <a:lnTo>
                    <a:pt x="2743" y="0"/>
                  </a:lnTo>
                  <a:cubicBezTo>
                    <a:pt x="2794" y="1666"/>
                    <a:pt x="2897" y="3306"/>
                    <a:pt x="2871" y="4972"/>
                  </a:cubicBezTo>
                  <a:cubicBezTo>
                    <a:pt x="2871" y="7638"/>
                    <a:pt x="2769" y="10303"/>
                    <a:pt x="2743" y="12969"/>
                  </a:cubicBezTo>
                  <a:cubicBezTo>
                    <a:pt x="2692" y="16403"/>
                    <a:pt x="2897" y="19863"/>
                    <a:pt x="3384" y="23272"/>
                  </a:cubicBezTo>
                  <a:cubicBezTo>
                    <a:pt x="3768" y="25963"/>
                    <a:pt x="4460" y="28603"/>
                    <a:pt x="5460" y="31140"/>
                  </a:cubicBezTo>
                  <a:cubicBezTo>
                    <a:pt x="6511" y="33832"/>
                    <a:pt x="8048" y="36266"/>
                    <a:pt x="10022" y="38368"/>
                  </a:cubicBezTo>
                  <a:cubicBezTo>
                    <a:pt x="12380" y="40777"/>
                    <a:pt x="15353" y="42520"/>
                    <a:pt x="18634" y="43392"/>
                  </a:cubicBezTo>
                  <a:cubicBezTo>
                    <a:pt x="21632" y="44186"/>
                    <a:pt x="24759" y="44442"/>
                    <a:pt x="27835" y="44084"/>
                  </a:cubicBezTo>
                  <a:cubicBezTo>
                    <a:pt x="29834" y="43879"/>
                    <a:pt x="31807" y="43571"/>
                    <a:pt x="33755" y="43135"/>
                  </a:cubicBezTo>
                  <a:cubicBezTo>
                    <a:pt x="36113" y="42648"/>
                    <a:pt x="38446" y="42110"/>
                    <a:pt x="40804" y="41674"/>
                  </a:cubicBezTo>
                  <a:cubicBezTo>
                    <a:pt x="41880" y="41495"/>
                    <a:pt x="42982" y="41367"/>
                    <a:pt x="44059" y="41290"/>
                  </a:cubicBezTo>
                  <a:cubicBezTo>
                    <a:pt x="44853" y="41239"/>
                    <a:pt x="45648" y="41316"/>
                    <a:pt x="46442" y="41521"/>
                  </a:cubicBezTo>
                  <a:cubicBezTo>
                    <a:pt x="47647" y="41828"/>
                    <a:pt x="48416" y="42520"/>
                    <a:pt x="48723" y="43545"/>
                  </a:cubicBezTo>
                  <a:cubicBezTo>
                    <a:pt x="48877" y="44160"/>
                    <a:pt x="48928" y="44776"/>
                    <a:pt x="48826" y="45416"/>
                  </a:cubicBezTo>
                  <a:cubicBezTo>
                    <a:pt x="48672" y="46518"/>
                    <a:pt x="48365" y="47595"/>
                    <a:pt x="47903" y="48594"/>
                  </a:cubicBezTo>
                  <a:cubicBezTo>
                    <a:pt x="47314" y="49927"/>
                    <a:pt x="46622" y="51209"/>
                    <a:pt x="45827" y="52439"/>
                  </a:cubicBezTo>
                  <a:cubicBezTo>
                    <a:pt x="44725" y="54156"/>
                    <a:pt x="43572" y="55873"/>
                    <a:pt x="42521" y="57591"/>
                  </a:cubicBezTo>
                  <a:cubicBezTo>
                    <a:pt x="41854" y="58667"/>
                    <a:pt x="41239" y="59795"/>
                    <a:pt x="40701" y="60922"/>
                  </a:cubicBezTo>
                  <a:cubicBezTo>
                    <a:pt x="39753" y="62845"/>
                    <a:pt x="39368" y="64972"/>
                    <a:pt x="39548" y="67099"/>
                  </a:cubicBezTo>
                  <a:cubicBezTo>
                    <a:pt x="39650" y="68125"/>
                    <a:pt x="39753" y="69150"/>
                    <a:pt x="39932" y="70175"/>
                  </a:cubicBezTo>
                  <a:cubicBezTo>
                    <a:pt x="40394" y="72892"/>
                    <a:pt x="40727" y="75660"/>
                    <a:pt x="40906" y="78402"/>
                  </a:cubicBezTo>
                  <a:cubicBezTo>
                    <a:pt x="41188" y="82810"/>
                    <a:pt x="41419" y="87219"/>
                    <a:pt x="41675" y="91627"/>
                  </a:cubicBezTo>
                  <a:cubicBezTo>
                    <a:pt x="41829" y="94241"/>
                    <a:pt x="41983" y="96830"/>
                    <a:pt x="42188" y="99419"/>
                  </a:cubicBezTo>
                  <a:cubicBezTo>
                    <a:pt x="42393" y="102007"/>
                    <a:pt x="42598" y="104622"/>
                    <a:pt x="42777" y="107210"/>
                  </a:cubicBezTo>
                  <a:cubicBezTo>
                    <a:pt x="42957" y="110055"/>
                    <a:pt x="43110" y="112900"/>
                    <a:pt x="43315" y="115745"/>
                  </a:cubicBezTo>
                  <a:cubicBezTo>
                    <a:pt x="43392" y="116898"/>
                    <a:pt x="43495" y="118052"/>
                    <a:pt x="43623" y="119205"/>
                  </a:cubicBezTo>
                  <a:cubicBezTo>
                    <a:pt x="43854" y="121384"/>
                    <a:pt x="44110" y="123562"/>
                    <a:pt x="44366" y="125766"/>
                  </a:cubicBezTo>
                  <a:cubicBezTo>
                    <a:pt x="44699" y="128509"/>
                    <a:pt x="44981" y="131251"/>
                    <a:pt x="45340" y="133994"/>
                  </a:cubicBezTo>
                  <a:cubicBezTo>
                    <a:pt x="45545" y="135813"/>
                    <a:pt x="46007" y="137607"/>
                    <a:pt x="46699" y="139299"/>
                  </a:cubicBezTo>
                  <a:cubicBezTo>
                    <a:pt x="48185" y="142836"/>
                    <a:pt x="50953" y="145476"/>
                    <a:pt x="55028" y="147142"/>
                  </a:cubicBezTo>
                  <a:cubicBezTo>
                    <a:pt x="55772" y="147449"/>
                    <a:pt x="56566" y="147706"/>
                    <a:pt x="57335" y="147962"/>
                  </a:cubicBezTo>
                  <a:cubicBezTo>
                    <a:pt x="59129" y="148475"/>
                    <a:pt x="60949" y="148910"/>
                    <a:pt x="62794" y="149243"/>
                  </a:cubicBezTo>
                  <a:cubicBezTo>
                    <a:pt x="65998" y="149884"/>
                    <a:pt x="69202" y="150474"/>
                    <a:pt x="72406" y="151191"/>
                  </a:cubicBezTo>
                  <a:cubicBezTo>
                    <a:pt x="77173" y="152293"/>
                    <a:pt x="81735" y="153857"/>
                    <a:pt x="86246" y="155523"/>
                  </a:cubicBezTo>
                  <a:cubicBezTo>
                    <a:pt x="89655" y="156804"/>
                    <a:pt x="93063" y="158086"/>
                    <a:pt x="96524" y="159290"/>
                  </a:cubicBezTo>
                  <a:cubicBezTo>
                    <a:pt x="100471" y="160674"/>
                    <a:pt x="104546" y="161571"/>
                    <a:pt x="108698" y="161905"/>
                  </a:cubicBezTo>
                  <a:cubicBezTo>
                    <a:pt x="111517" y="162135"/>
                    <a:pt x="114311" y="162084"/>
                    <a:pt x="117104" y="161725"/>
                  </a:cubicBezTo>
                  <a:cubicBezTo>
                    <a:pt x="120026" y="161341"/>
                    <a:pt x="122923" y="160726"/>
                    <a:pt x="125767" y="159880"/>
                  </a:cubicBezTo>
                  <a:cubicBezTo>
                    <a:pt x="126126" y="159752"/>
                    <a:pt x="126485" y="159675"/>
                    <a:pt x="126844" y="159598"/>
                  </a:cubicBezTo>
                  <a:lnTo>
                    <a:pt x="126844" y="163160"/>
                  </a:lnTo>
                  <a:cubicBezTo>
                    <a:pt x="125972" y="163442"/>
                    <a:pt x="125075" y="163750"/>
                    <a:pt x="124178" y="163981"/>
                  </a:cubicBezTo>
                  <a:cubicBezTo>
                    <a:pt x="120872" y="164903"/>
                    <a:pt x="117489" y="165442"/>
                    <a:pt x="114055" y="16559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44" name="Google Shape;144;p6"/>
            <p:cNvSpPr/>
            <p:nvPr/>
          </p:nvSpPr>
          <p:spPr>
            <a:xfrm rot="10800000">
              <a:off x="7029000" y="4515840"/>
              <a:ext cx="2113920" cy="627480"/>
            </a:xfrm>
            <a:custGeom>
              <a:avLst/>
              <a:gdLst>
                <a:gd name="textAreaLeft" fmla="*/ 0 w 2113920"/>
                <a:gd name="textAreaRight" fmla="*/ 2114280 w 2113920"/>
                <a:gd name="textAreaTop" fmla="*/ 0 h 627480"/>
                <a:gd name="textAreaBottom" fmla="*/ 627840 h 627480"/>
              </a:gdLst>
              <a:ahLst/>
              <a:cxnLst/>
              <a:rect l="textAreaLeft" t="textAreaTop" r="textAreaRight" b="textAreaBottom"/>
              <a:pathLst>
                <a:path w="65819" h="21478">
                  <a:moveTo>
                    <a:pt x="65152" y="513"/>
                  </a:moveTo>
                  <a:cubicBezTo>
                    <a:pt x="62179" y="2230"/>
                    <a:pt x="59616" y="4537"/>
                    <a:pt x="57565" y="7305"/>
                  </a:cubicBezTo>
                  <a:cubicBezTo>
                    <a:pt x="56591" y="8637"/>
                    <a:pt x="55617" y="9970"/>
                    <a:pt x="54643" y="11328"/>
                  </a:cubicBezTo>
                  <a:cubicBezTo>
                    <a:pt x="53311" y="13148"/>
                    <a:pt x="51875" y="14865"/>
                    <a:pt x="50312" y="16506"/>
                  </a:cubicBezTo>
                  <a:cubicBezTo>
                    <a:pt x="49210" y="17659"/>
                    <a:pt x="47954" y="18684"/>
                    <a:pt x="46596" y="19530"/>
                  </a:cubicBezTo>
                  <a:cubicBezTo>
                    <a:pt x="45032" y="20504"/>
                    <a:pt x="43264" y="21119"/>
                    <a:pt x="41418" y="21350"/>
                  </a:cubicBezTo>
                  <a:cubicBezTo>
                    <a:pt x="39983" y="21478"/>
                    <a:pt x="38548" y="21401"/>
                    <a:pt x="37112" y="21145"/>
                  </a:cubicBezTo>
                  <a:cubicBezTo>
                    <a:pt x="35088" y="20786"/>
                    <a:pt x="33088" y="20299"/>
                    <a:pt x="31141" y="19658"/>
                  </a:cubicBezTo>
                  <a:cubicBezTo>
                    <a:pt x="27578" y="18556"/>
                    <a:pt x="24118" y="17275"/>
                    <a:pt x="20735" y="15891"/>
                  </a:cubicBezTo>
                  <a:cubicBezTo>
                    <a:pt x="14250" y="13251"/>
                    <a:pt x="7817" y="10585"/>
                    <a:pt x="1358" y="7945"/>
                  </a:cubicBezTo>
                  <a:cubicBezTo>
                    <a:pt x="923" y="7766"/>
                    <a:pt x="538" y="7510"/>
                    <a:pt x="0" y="7510"/>
                  </a:cubicBezTo>
                  <a:lnTo>
                    <a:pt x="0" y="0"/>
                  </a:lnTo>
                  <a:lnTo>
                    <a:pt x="14122" y="0"/>
                  </a:lnTo>
                  <a:cubicBezTo>
                    <a:pt x="14302" y="51"/>
                    <a:pt x="14481" y="103"/>
                    <a:pt x="14660" y="128"/>
                  </a:cubicBezTo>
                  <a:cubicBezTo>
                    <a:pt x="18761" y="487"/>
                    <a:pt x="22888" y="718"/>
                    <a:pt x="27040" y="359"/>
                  </a:cubicBezTo>
                  <a:cubicBezTo>
                    <a:pt x="28116" y="282"/>
                    <a:pt x="29218" y="282"/>
                    <a:pt x="30295" y="0"/>
                  </a:cubicBezTo>
                  <a:lnTo>
                    <a:pt x="65818" y="0"/>
                  </a:lnTo>
                  <a:cubicBezTo>
                    <a:pt x="65613" y="179"/>
                    <a:pt x="65382" y="359"/>
                    <a:pt x="65152" y="513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45" name="Google Shape;145;p6"/>
            <p:cNvSpPr/>
            <p:nvPr/>
          </p:nvSpPr>
          <p:spPr>
            <a:xfrm rot="10800000">
              <a:off x="6056280" y="3743280"/>
              <a:ext cx="3086640" cy="1400040"/>
            </a:xfrm>
            <a:custGeom>
              <a:avLst/>
              <a:gdLst>
                <a:gd name="textAreaLeft" fmla="*/ 0 w 3086640"/>
                <a:gd name="textAreaRight" fmla="*/ 3087000 w 3086640"/>
                <a:gd name="textAreaTop" fmla="*/ 0 h 1400040"/>
                <a:gd name="textAreaBottom" fmla="*/ 1400400 h 1400040"/>
              </a:gdLst>
              <a:ahLst/>
              <a:cxnLst/>
              <a:rect l="textAreaLeft" t="textAreaTop" r="textAreaRight" b="textAreaBottom"/>
              <a:pathLst>
                <a:path w="96113" h="47903">
                  <a:moveTo>
                    <a:pt x="90141" y="6894"/>
                  </a:moveTo>
                  <a:cubicBezTo>
                    <a:pt x="89141" y="8073"/>
                    <a:pt x="88168" y="9252"/>
                    <a:pt x="87194" y="10457"/>
                  </a:cubicBezTo>
                  <a:cubicBezTo>
                    <a:pt x="83862" y="14532"/>
                    <a:pt x="81376" y="19248"/>
                    <a:pt x="79915" y="24323"/>
                  </a:cubicBezTo>
                  <a:cubicBezTo>
                    <a:pt x="79018" y="27552"/>
                    <a:pt x="77967" y="30705"/>
                    <a:pt x="76762" y="33832"/>
                  </a:cubicBezTo>
                  <a:cubicBezTo>
                    <a:pt x="75839" y="36138"/>
                    <a:pt x="74712" y="38368"/>
                    <a:pt x="73379" y="40470"/>
                  </a:cubicBezTo>
                  <a:cubicBezTo>
                    <a:pt x="72482" y="41828"/>
                    <a:pt x="71457" y="43084"/>
                    <a:pt x="70303" y="44186"/>
                  </a:cubicBezTo>
                  <a:cubicBezTo>
                    <a:pt x="68484" y="45878"/>
                    <a:pt x="66228" y="47005"/>
                    <a:pt x="63819" y="47492"/>
                  </a:cubicBezTo>
                  <a:cubicBezTo>
                    <a:pt x="61871" y="47851"/>
                    <a:pt x="59872" y="47902"/>
                    <a:pt x="57924" y="47646"/>
                  </a:cubicBezTo>
                  <a:cubicBezTo>
                    <a:pt x="55182" y="47313"/>
                    <a:pt x="52490" y="46621"/>
                    <a:pt x="49953" y="45570"/>
                  </a:cubicBezTo>
                  <a:cubicBezTo>
                    <a:pt x="47441" y="44571"/>
                    <a:pt x="45032" y="43392"/>
                    <a:pt x="42674" y="42059"/>
                  </a:cubicBezTo>
                  <a:cubicBezTo>
                    <a:pt x="39342" y="40188"/>
                    <a:pt x="36164" y="38189"/>
                    <a:pt x="32986" y="36138"/>
                  </a:cubicBezTo>
                  <a:cubicBezTo>
                    <a:pt x="27117" y="32422"/>
                    <a:pt x="21222" y="28731"/>
                    <a:pt x="15096" y="25297"/>
                  </a:cubicBezTo>
                  <a:cubicBezTo>
                    <a:pt x="10534" y="22734"/>
                    <a:pt x="5869" y="20248"/>
                    <a:pt x="1128" y="17890"/>
                  </a:cubicBezTo>
                  <a:cubicBezTo>
                    <a:pt x="795" y="17659"/>
                    <a:pt x="410" y="17531"/>
                    <a:pt x="0" y="17480"/>
                  </a:cubicBezTo>
                  <a:lnTo>
                    <a:pt x="0" y="13533"/>
                  </a:lnTo>
                  <a:cubicBezTo>
                    <a:pt x="513" y="13738"/>
                    <a:pt x="1025" y="13943"/>
                    <a:pt x="1512" y="14173"/>
                  </a:cubicBezTo>
                  <a:cubicBezTo>
                    <a:pt x="11790" y="19043"/>
                    <a:pt x="21837" y="24195"/>
                    <a:pt x="31679" y="29628"/>
                  </a:cubicBezTo>
                  <a:cubicBezTo>
                    <a:pt x="34908" y="31422"/>
                    <a:pt x="38214" y="33165"/>
                    <a:pt x="41521" y="34857"/>
                  </a:cubicBezTo>
                  <a:cubicBezTo>
                    <a:pt x="43802" y="36061"/>
                    <a:pt x="46160" y="37061"/>
                    <a:pt x="48595" y="37881"/>
                  </a:cubicBezTo>
                  <a:cubicBezTo>
                    <a:pt x="50594" y="38599"/>
                    <a:pt x="52721" y="39034"/>
                    <a:pt x="54848" y="39188"/>
                  </a:cubicBezTo>
                  <a:cubicBezTo>
                    <a:pt x="58001" y="39342"/>
                    <a:pt x="60666" y="38547"/>
                    <a:pt x="62819" y="36574"/>
                  </a:cubicBezTo>
                  <a:cubicBezTo>
                    <a:pt x="63998" y="35498"/>
                    <a:pt x="64998" y="34242"/>
                    <a:pt x="65844" y="32858"/>
                  </a:cubicBezTo>
                  <a:cubicBezTo>
                    <a:pt x="67125" y="30756"/>
                    <a:pt x="68176" y="28526"/>
                    <a:pt x="68996" y="26219"/>
                  </a:cubicBezTo>
                  <a:cubicBezTo>
                    <a:pt x="69945" y="23451"/>
                    <a:pt x="70816" y="20658"/>
                    <a:pt x="71739" y="17890"/>
                  </a:cubicBezTo>
                  <a:cubicBezTo>
                    <a:pt x="72097" y="16788"/>
                    <a:pt x="72456" y="15711"/>
                    <a:pt x="72866" y="14635"/>
                  </a:cubicBezTo>
                  <a:cubicBezTo>
                    <a:pt x="73866" y="12097"/>
                    <a:pt x="75353" y="9765"/>
                    <a:pt x="77223" y="7766"/>
                  </a:cubicBezTo>
                  <a:cubicBezTo>
                    <a:pt x="78633" y="6254"/>
                    <a:pt x="80120" y="4844"/>
                    <a:pt x="81709" y="3511"/>
                  </a:cubicBezTo>
                  <a:cubicBezTo>
                    <a:pt x="82836" y="2537"/>
                    <a:pt x="83964" y="1589"/>
                    <a:pt x="85092" y="589"/>
                  </a:cubicBezTo>
                  <a:cubicBezTo>
                    <a:pt x="85271" y="410"/>
                    <a:pt x="85451" y="205"/>
                    <a:pt x="85630" y="0"/>
                  </a:cubicBezTo>
                  <a:lnTo>
                    <a:pt x="96113" y="0"/>
                  </a:lnTo>
                  <a:cubicBezTo>
                    <a:pt x="95857" y="333"/>
                    <a:pt x="95626" y="641"/>
                    <a:pt x="95370" y="948"/>
                  </a:cubicBezTo>
                  <a:cubicBezTo>
                    <a:pt x="93627" y="2922"/>
                    <a:pt x="91884" y="4895"/>
                    <a:pt x="90141" y="6894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46" name="Google Shape;146;p6"/>
            <p:cNvSpPr/>
            <p:nvPr/>
          </p:nvSpPr>
          <p:spPr>
            <a:xfrm rot="10800000">
              <a:off x="5669280" y="1080"/>
              <a:ext cx="3473640" cy="3142800"/>
            </a:xfrm>
            <a:custGeom>
              <a:avLst/>
              <a:gdLst>
                <a:gd name="textAreaLeft" fmla="*/ 0 w 3473640"/>
                <a:gd name="textAreaRight" fmla="*/ 3474000 w 3473640"/>
                <a:gd name="textAreaTop" fmla="*/ 0 h 3142800"/>
                <a:gd name="textAreaBottom" fmla="*/ 3143160 h 3142800"/>
              </a:gdLst>
              <a:ahLst/>
              <a:cxnLst/>
              <a:rect l="textAreaLeft" t="textAreaTop" r="textAreaRight" b="textAreaBottom"/>
              <a:pathLst>
                <a:path w="108160" h="107519">
                  <a:moveTo>
                    <a:pt x="897" y="6280"/>
                  </a:moveTo>
                  <a:cubicBezTo>
                    <a:pt x="1717" y="5331"/>
                    <a:pt x="2614" y="4486"/>
                    <a:pt x="3588" y="3717"/>
                  </a:cubicBezTo>
                  <a:cubicBezTo>
                    <a:pt x="5869" y="1923"/>
                    <a:pt x="8586" y="769"/>
                    <a:pt x="11457" y="359"/>
                  </a:cubicBezTo>
                  <a:cubicBezTo>
                    <a:pt x="12918" y="129"/>
                    <a:pt x="14378" y="0"/>
                    <a:pt x="15865" y="0"/>
                  </a:cubicBezTo>
                  <a:cubicBezTo>
                    <a:pt x="19197" y="26"/>
                    <a:pt x="22503" y="308"/>
                    <a:pt x="25784" y="846"/>
                  </a:cubicBezTo>
                  <a:cubicBezTo>
                    <a:pt x="30423" y="1513"/>
                    <a:pt x="35011" y="2410"/>
                    <a:pt x="39573" y="3281"/>
                  </a:cubicBezTo>
                  <a:cubicBezTo>
                    <a:pt x="46954" y="4716"/>
                    <a:pt x="54387" y="5998"/>
                    <a:pt x="61948" y="6664"/>
                  </a:cubicBezTo>
                  <a:cubicBezTo>
                    <a:pt x="65306" y="6997"/>
                    <a:pt x="68689" y="7151"/>
                    <a:pt x="72097" y="7100"/>
                  </a:cubicBezTo>
                  <a:cubicBezTo>
                    <a:pt x="75968" y="6997"/>
                    <a:pt x="79863" y="6587"/>
                    <a:pt x="83682" y="5921"/>
                  </a:cubicBezTo>
                  <a:cubicBezTo>
                    <a:pt x="85605" y="5613"/>
                    <a:pt x="87552" y="5280"/>
                    <a:pt x="89500" y="4998"/>
                  </a:cubicBezTo>
                  <a:cubicBezTo>
                    <a:pt x="90910" y="4793"/>
                    <a:pt x="92371" y="4742"/>
                    <a:pt x="93806" y="4896"/>
                  </a:cubicBezTo>
                  <a:cubicBezTo>
                    <a:pt x="95985" y="5101"/>
                    <a:pt x="97779" y="5895"/>
                    <a:pt x="99086" y="7382"/>
                  </a:cubicBezTo>
                  <a:cubicBezTo>
                    <a:pt x="99573" y="7946"/>
                    <a:pt x="100009" y="8561"/>
                    <a:pt x="100419" y="9227"/>
                  </a:cubicBezTo>
                  <a:cubicBezTo>
                    <a:pt x="101034" y="10304"/>
                    <a:pt x="101495" y="11483"/>
                    <a:pt x="101777" y="12687"/>
                  </a:cubicBezTo>
                  <a:cubicBezTo>
                    <a:pt x="102623" y="15942"/>
                    <a:pt x="102572" y="19223"/>
                    <a:pt x="102162" y="22504"/>
                  </a:cubicBezTo>
                  <a:cubicBezTo>
                    <a:pt x="101752" y="25246"/>
                    <a:pt x="101239" y="27988"/>
                    <a:pt x="100547" y="30680"/>
                  </a:cubicBezTo>
                  <a:cubicBezTo>
                    <a:pt x="99394" y="35549"/>
                    <a:pt x="98317" y="40445"/>
                    <a:pt x="97625" y="45417"/>
                  </a:cubicBezTo>
                  <a:cubicBezTo>
                    <a:pt x="97164" y="48518"/>
                    <a:pt x="96882" y="51619"/>
                    <a:pt x="96779" y="54772"/>
                  </a:cubicBezTo>
                  <a:cubicBezTo>
                    <a:pt x="96677" y="58052"/>
                    <a:pt x="96728" y="61333"/>
                    <a:pt x="96959" y="64639"/>
                  </a:cubicBezTo>
                  <a:cubicBezTo>
                    <a:pt x="97241" y="68484"/>
                    <a:pt x="97728" y="72303"/>
                    <a:pt x="98445" y="76121"/>
                  </a:cubicBezTo>
                  <a:cubicBezTo>
                    <a:pt x="99188" y="80222"/>
                    <a:pt x="100188" y="84297"/>
                    <a:pt x="101341" y="88373"/>
                  </a:cubicBezTo>
                  <a:cubicBezTo>
                    <a:pt x="103059" y="94524"/>
                    <a:pt x="105160" y="100572"/>
                    <a:pt x="107646" y="106493"/>
                  </a:cubicBezTo>
                  <a:cubicBezTo>
                    <a:pt x="107800" y="106826"/>
                    <a:pt x="108005" y="107185"/>
                    <a:pt x="108159" y="107518"/>
                  </a:cubicBezTo>
                  <a:lnTo>
                    <a:pt x="102238" y="107518"/>
                  </a:lnTo>
                  <a:cubicBezTo>
                    <a:pt x="102238" y="107364"/>
                    <a:pt x="102213" y="107211"/>
                    <a:pt x="102187" y="107057"/>
                  </a:cubicBezTo>
                  <a:cubicBezTo>
                    <a:pt x="101726" y="105340"/>
                    <a:pt x="101239" y="103648"/>
                    <a:pt x="100778" y="101931"/>
                  </a:cubicBezTo>
                  <a:cubicBezTo>
                    <a:pt x="98753" y="94370"/>
                    <a:pt x="96907" y="86809"/>
                    <a:pt x="95575" y="79146"/>
                  </a:cubicBezTo>
                  <a:cubicBezTo>
                    <a:pt x="94729" y="74353"/>
                    <a:pt x="94165" y="69509"/>
                    <a:pt x="93883" y="64665"/>
                  </a:cubicBezTo>
                  <a:cubicBezTo>
                    <a:pt x="93499" y="57770"/>
                    <a:pt x="93781" y="50850"/>
                    <a:pt x="94780" y="44033"/>
                  </a:cubicBezTo>
                  <a:cubicBezTo>
                    <a:pt x="95370" y="39753"/>
                    <a:pt x="96215" y="35524"/>
                    <a:pt x="97087" y="31295"/>
                  </a:cubicBezTo>
                  <a:cubicBezTo>
                    <a:pt x="97728" y="28475"/>
                    <a:pt x="98189" y="25630"/>
                    <a:pt x="98496" y="22734"/>
                  </a:cubicBezTo>
                  <a:cubicBezTo>
                    <a:pt x="98702" y="20556"/>
                    <a:pt x="98573" y="18351"/>
                    <a:pt x="98112" y="16199"/>
                  </a:cubicBezTo>
                  <a:cubicBezTo>
                    <a:pt x="97830" y="14840"/>
                    <a:pt x="97317" y="13533"/>
                    <a:pt x="96549" y="12380"/>
                  </a:cubicBezTo>
                  <a:cubicBezTo>
                    <a:pt x="95344" y="10586"/>
                    <a:pt x="93524" y="9458"/>
                    <a:pt x="91064" y="9022"/>
                  </a:cubicBezTo>
                  <a:cubicBezTo>
                    <a:pt x="89603" y="8766"/>
                    <a:pt x="88142" y="8689"/>
                    <a:pt x="86655" y="8766"/>
                  </a:cubicBezTo>
                  <a:cubicBezTo>
                    <a:pt x="83810" y="8945"/>
                    <a:pt x="80991" y="9125"/>
                    <a:pt x="78146" y="9304"/>
                  </a:cubicBezTo>
                  <a:cubicBezTo>
                    <a:pt x="75224" y="9484"/>
                    <a:pt x="72303" y="9560"/>
                    <a:pt x="69381" y="9509"/>
                  </a:cubicBezTo>
                  <a:cubicBezTo>
                    <a:pt x="64306" y="9407"/>
                    <a:pt x="59231" y="9073"/>
                    <a:pt x="54182" y="8510"/>
                  </a:cubicBezTo>
                  <a:cubicBezTo>
                    <a:pt x="49620" y="7971"/>
                    <a:pt x="45032" y="7459"/>
                    <a:pt x="40444" y="6895"/>
                  </a:cubicBezTo>
                  <a:cubicBezTo>
                    <a:pt x="35575" y="6305"/>
                    <a:pt x="30679" y="5767"/>
                    <a:pt x="25758" y="5562"/>
                  </a:cubicBezTo>
                  <a:cubicBezTo>
                    <a:pt x="22683" y="5408"/>
                    <a:pt x="19607" y="5588"/>
                    <a:pt x="16583" y="6049"/>
                  </a:cubicBezTo>
                  <a:cubicBezTo>
                    <a:pt x="12149" y="6741"/>
                    <a:pt x="8407" y="8484"/>
                    <a:pt x="5382" y="11252"/>
                  </a:cubicBezTo>
                  <a:cubicBezTo>
                    <a:pt x="3742" y="12790"/>
                    <a:pt x="2307" y="14558"/>
                    <a:pt x="1102" y="16455"/>
                  </a:cubicBezTo>
                  <a:cubicBezTo>
                    <a:pt x="923" y="16737"/>
                    <a:pt x="743" y="17019"/>
                    <a:pt x="589" y="17275"/>
                  </a:cubicBezTo>
                  <a:cubicBezTo>
                    <a:pt x="461" y="17480"/>
                    <a:pt x="231" y="17634"/>
                    <a:pt x="0" y="17685"/>
                  </a:cubicBezTo>
                  <a:lnTo>
                    <a:pt x="0" y="6972"/>
                  </a:lnTo>
                  <a:cubicBezTo>
                    <a:pt x="359" y="6844"/>
                    <a:pt x="692" y="6587"/>
                    <a:pt x="897" y="6280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47" name="Google Shape;147;p6"/>
            <p:cNvSpPr/>
            <p:nvPr/>
          </p:nvSpPr>
          <p:spPr>
            <a:xfrm rot="10800000">
              <a:off x="6543360" y="360"/>
              <a:ext cx="2599560" cy="2420280"/>
            </a:xfrm>
            <a:custGeom>
              <a:avLst/>
              <a:gdLst>
                <a:gd name="textAreaLeft" fmla="*/ 0 w 2599560"/>
                <a:gd name="textAreaRight" fmla="*/ 2599920 w 2599560"/>
                <a:gd name="textAreaTop" fmla="*/ 0 h 2420280"/>
                <a:gd name="textAreaBottom" fmla="*/ 2420640 h 2420280"/>
              </a:gdLst>
              <a:ahLst/>
              <a:cxnLst/>
              <a:rect l="textAreaLeft" t="textAreaTop" r="textAreaRight" b="textAreaBottom"/>
              <a:pathLst>
                <a:path w="80940" h="82811">
                  <a:moveTo>
                    <a:pt x="1333" y="34498"/>
                  </a:moveTo>
                  <a:cubicBezTo>
                    <a:pt x="3921" y="32294"/>
                    <a:pt x="6331" y="29962"/>
                    <a:pt x="8637" y="27553"/>
                  </a:cubicBezTo>
                  <a:cubicBezTo>
                    <a:pt x="12097" y="24016"/>
                    <a:pt x="15378" y="20376"/>
                    <a:pt x="18659" y="16737"/>
                  </a:cubicBezTo>
                  <a:cubicBezTo>
                    <a:pt x="20248" y="14943"/>
                    <a:pt x="21939" y="13251"/>
                    <a:pt x="23708" y="11662"/>
                  </a:cubicBezTo>
                  <a:cubicBezTo>
                    <a:pt x="27681" y="8125"/>
                    <a:pt x="32320" y="5408"/>
                    <a:pt x="37369" y="3717"/>
                  </a:cubicBezTo>
                  <a:cubicBezTo>
                    <a:pt x="39983" y="2820"/>
                    <a:pt x="42674" y="2102"/>
                    <a:pt x="45365" y="1589"/>
                  </a:cubicBezTo>
                  <a:cubicBezTo>
                    <a:pt x="49312" y="846"/>
                    <a:pt x="53311" y="385"/>
                    <a:pt x="57309" y="205"/>
                  </a:cubicBezTo>
                  <a:cubicBezTo>
                    <a:pt x="60513" y="0"/>
                    <a:pt x="63742" y="103"/>
                    <a:pt x="66946" y="462"/>
                  </a:cubicBezTo>
                  <a:cubicBezTo>
                    <a:pt x="68740" y="667"/>
                    <a:pt x="70508" y="1051"/>
                    <a:pt x="72226" y="1615"/>
                  </a:cubicBezTo>
                  <a:cubicBezTo>
                    <a:pt x="75481" y="2717"/>
                    <a:pt x="77787" y="4588"/>
                    <a:pt x="79018" y="7331"/>
                  </a:cubicBezTo>
                  <a:cubicBezTo>
                    <a:pt x="79274" y="7920"/>
                    <a:pt x="79505" y="8510"/>
                    <a:pt x="79710" y="9125"/>
                  </a:cubicBezTo>
                  <a:cubicBezTo>
                    <a:pt x="80197" y="10791"/>
                    <a:pt x="80504" y="12508"/>
                    <a:pt x="80607" y="14225"/>
                  </a:cubicBezTo>
                  <a:cubicBezTo>
                    <a:pt x="80940" y="17736"/>
                    <a:pt x="80837" y="21222"/>
                    <a:pt x="80760" y="24733"/>
                  </a:cubicBezTo>
                  <a:cubicBezTo>
                    <a:pt x="80581" y="31243"/>
                    <a:pt x="80376" y="37753"/>
                    <a:pt x="80222" y="44289"/>
                  </a:cubicBezTo>
                  <a:cubicBezTo>
                    <a:pt x="80094" y="49364"/>
                    <a:pt x="80043" y="54438"/>
                    <a:pt x="79966" y="59488"/>
                  </a:cubicBezTo>
                  <a:cubicBezTo>
                    <a:pt x="79889" y="63101"/>
                    <a:pt x="79658" y="66690"/>
                    <a:pt x="79274" y="70278"/>
                  </a:cubicBezTo>
                  <a:cubicBezTo>
                    <a:pt x="78889" y="74225"/>
                    <a:pt x="78172" y="78146"/>
                    <a:pt x="77121" y="81965"/>
                  </a:cubicBezTo>
                  <a:cubicBezTo>
                    <a:pt x="77044" y="82247"/>
                    <a:pt x="76993" y="82529"/>
                    <a:pt x="76967" y="82811"/>
                  </a:cubicBezTo>
                  <a:lnTo>
                    <a:pt x="70816" y="82811"/>
                  </a:lnTo>
                  <a:cubicBezTo>
                    <a:pt x="70918" y="82478"/>
                    <a:pt x="71021" y="82119"/>
                    <a:pt x="71149" y="81811"/>
                  </a:cubicBezTo>
                  <a:cubicBezTo>
                    <a:pt x="72379" y="78864"/>
                    <a:pt x="73328" y="75839"/>
                    <a:pt x="74020" y="72738"/>
                  </a:cubicBezTo>
                  <a:cubicBezTo>
                    <a:pt x="74994" y="68381"/>
                    <a:pt x="75660" y="63947"/>
                    <a:pt x="76019" y="59513"/>
                  </a:cubicBezTo>
                  <a:cubicBezTo>
                    <a:pt x="76403" y="55130"/>
                    <a:pt x="76634" y="50748"/>
                    <a:pt x="76762" y="46365"/>
                  </a:cubicBezTo>
                  <a:cubicBezTo>
                    <a:pt x="76865" y="43623"/>
                    <a:pt x="76993" y="40855"/>
                    <a:pt x="77095" y="38112"/>
                  </a:cubicBezTo>
                  <a:cubicBezTo>
                    <a:pt x="77275" y="32909"/>
                    <a:pt x="77403" y="27706"/>
                    <a:pt x="77198" y="22503"/>
                  </a:cubicBezTo>
                  <a:cubicBezTo>
                    <a:pt x="77121" y="20222"/>
                    <a:pt x="76813" y="17941"/>
                    <a:pt x="76301" y="15712"/>
                  </a:cubicBezTo>
                  <a:cubicBezTo>
                    <a:pt x="75942" y="14071"/>
                    <a:pt x="75301" y="12508"/>
                    <a:pt x="74455" y="11073"/>
                  </a:cubicBezTo>
                  <a:cubicBezTo>
                    <a:pt x="73123" y="8971"/>
                    <a:pt x="71149" y="7407"/>
                    <a:pt x="68535" y="6459"/>
                  </a:cubicBezTo>
                  <a:cubicBezTo>
                    <a:pt x="67715" y="6177"/>
                    <a:pt x="66895" y="5947"/>
                    <a:pt x="66074" y="5741"/>
                  </a:cubicBezTo>
                  <a:cubicBezTo>
                    <a:pt x="63511" y="5203"/>
                    <a:pt x="60897" y="4998"/>
                    <a:pt x="58283" y="5101"/>
                  </a:cubicBezTo>
                  <a:cubicBezTo>
                    <a:pt x="52619" y="5255"/>
                    <a:pt x="47031" y="6280"/>
                    <a:pt x="41675" y="8099"/>
                  </a:cubicBezTo>
                  <a:cubicBezTo>
                    <a:pt x="36856" y="9765"/>
                    <a:pt x="32345" y="12200"/>
                    <a:pt x="28296" y="15276"/>
                  </a:cubicBezTo>
                  <a:cubicBezTo>
                    <a:pt x="26040" y="16967"/>
                    <a:pt x="23939" y="18787"/>
                    <a:pt x="21888" y="20607"/>
                  </a:cubicBezTo>
                  <a:cubicBezTo>
                    <a:pt x="18172" y="23913"/>
                    <a:pt x="14455" y="27245"/>
                    <a:pt x="10739" y="30551"/>
                  </a:cubicBezTo>
                  <a:cubicBezTo>
                    <a:pt x="7715" y="33242"/>
                    <a:pt x="4537" y="35754"/>
                    <a:pt x="1230" y="38112"/>
                  </a:cubicBezTo>
                  <a:cubicBezTo>
                    <a:pt x="1000" y="38292"/>
                    <a:pt x="769" y="38445"/>
                    <a:pt x="538" y="38573"/>
                  </a:cubicBezTo>
                  <a:cubicBezTo>
                    <a:pt x="359" y="38625"/>
                    <a:pt x="179" y="38625"/>
                    <a:pt x="0" y="38625"/>
                  </a:cubicBezTo>
                  <a:lnTo>
                    <a:pt x="0" y="35242"/>
                  </a:lnTo>
                  <a:cubicBezTo>
                    <a:pt x="179" y="35242"/>
                    <a:pt x="359" y="35216"/>
                    <a:pt x="513" y="35165"/>
                  </a:cubicBezTo>
                  <a:cubicBezTo>
                    <a:pt x="820" y="34960"/>
                    <a:pt x="1076" y="34729"/>
                    <a:pt x="1333" y="3449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48" name="Google Shape;148;p6"/>
            <p:cNvSpPr/>
            <p:nvPr/>
          </p:nvSpPr>
          <p:spPr>
            <a:xfrm rot="10800000">
              <a:off x="360" y="522360"/>
              <a:ext cx="3917520" cy="4620960"/>
            </a:xfrm>
            <a:custGeom>
              <a:avLst/>
              <a:gdLst>
                <a:gd name="textAreaLeft" fmla="*/ 0 w 3917520"/>
                <a:gd name="textAreaRight" fmla="*/ 3917880 w 3917520"/>
                <a:gd name="textAreaTop" fmla="*/ 0 h 4620960"/>
                <a:gd name="textAreaBottom" fmla="*/ 4621320 h 4620960"/>
              </a:gdLst>
              <a:ahLst/>
              <a:cxnLst/>
              <a:rect l="textAreaLeft" t="textAreaTop" r="textAreaRight" b="textAreaBottom"/>
              <a:pathLst>
                <a:path w="121974" h="158086">
                  <a:moveTo>
                    <a:pt x="100009" y="157368"/>
                  </a:moveTo>
                  <a:cubicBezTo>
                    <a:pt x="96703" y="156856"/>
                    <a:pt x="93473" y="156061"/>
                    <a:pt x="90321" y="154959"/>
                  </a:cubicBezTo>
                  <a:cubicBezTo>
                    <a:pt x="88065" y="154190"/>
                    <a:pt x="85810" y="153370"/>
                    <a:pt x="83554" y="152498"/>
                  </a:cubicBezTo>
                  <a:cubicBezTo>
                    <a:pt x="78685" y="150679"/>
                    <a:pt x="73789" y="148885"/>
                    <a:pt x="68740" y="147424"/>
                  </a:cubicBezTo>
                  <a:cubicBezTo>
                    <a:pt x="65818" y="146578"/>
                    <a:pt x="62871" y="145758"/>
                    <a:pt x="59923" y="144938"/>
                  </a:cubicBezTo>
                  <a:cubicBezTo>
                    <a:pt x="58155" y="144425"/>
                    <a:pt x="56412" y="143810"/>
                    <a:pt x="54721" y="143041"/>
                  </a:cubicBezTo>
                  <a:cubicBezTo>
                    <a:pt x="50876" y="141298"/>
                    <a:pt x="48185" y="138709"/>
                    <a:pt x="46647" y="135326"/>
                  </a:cubicBezTo>
                  <a:cubicBezTo>
                    <a:pt x="46083" y="133994"/>
                    <a:pt x="45596" y="132635"/>
                    <a:pt x="45263" y="131251"/>
                  </a:cubicBezTo>
                  <a:cubicBezTo>
                    <a:pt x="44443" y="128124"/>
                    <a:pt x="43776" y="124997"/>
                    <a:pt x="43213" y="121819"/>
                  </a:cubicBezTo>
                  <a:cubicBezTo>
                    <a:pt x="42879" y="119871"/>
                    <a:pt x="42546" y="117924"/>
                    <a:pt x="42290" y="115950"/>
                  </a:cubicBezTo>
                  <a:cubicBezTo>
                    <a:pt x="41982" y="113515"/>
                    <a:pt x="41777" y="111080"/>
                    <a:pt x="41521" y="108646"/>
                  </a:cubicBezTo>
                  <a:cubicBezTo>
                    <a:pt x="41239" y="105698"/>
                    <a:pt x="40957" y="102725"/>
                    <a:pt x="40726" y="99752"/>
                  </a:cubicBezTo>
                  <a:cubicBezTo>
                    <a:pt x="40445" y="96010"/>
                    <a:pt x="40240" y="92242"/>
                    <a:pt x="40163" y="88500"/>
                  </a:cubicBezTo>
                  <a:cubicBezTo>
                    <a:pt x="39983" y="81247"/>
                    <a:pt x="40445" y="73994"/>
                    <a:pt x="41598" y="66843"/>
                  </a:cubicBezTo>
                  <a:cubicBezTo>
                    <a:pt x="41957" y="64357"/>
                    <a:pt x="42700" y="61922"/>
                    <a:pt x="43751" y="59641"/>
                  </a:cubicBezTo>
                  <a:cubicBezTo>
                    <a:pt x="44520" y="58052"/>
                    <a:pt x="45391" y="56488"/>
                    <a:pt x="46263" y="54925"/>
                  </a:cubicBezTo>
                  <a:cubicBezTo>
                    <a:pt x="47749" y="52362"/>
                    <a:pt x="49313" y="49799"/>
                    <a:pt x="50799" y="47236"/>
                  </a:cubicBezTo>
                  <a:cubicBezTo>
                    <a:pt x="52183" y="44852"/>
                    <a:pt x="53413" y="42392"/>
                    <a:pt x="54439" y="39855"/>
                  </a:cubicBezTo>
                  <a:cubicBezTo>
                    <a:pt x="55002" y="38573"/>
                    <a:pt x="55387" y="37215"/>
                    <a:pt x="55592" y="35831"/>
                  </a:cubicBezTo>
                  <a:cubicBezTo>
                    <a:pt x="55720" y="35113"/>
                    <a:pt x="55694" y="34395"/>
                    <a:pt x="55541" y="33678"/>
                  </a:cubicBezTo>
                  <a:cubicBezTo>
                    <a:pt x="55207" y="32473"/>
                    <a:pt x="54310" y="31756"/>
                    <a:pt x="52824" y="31627"/>
                  </a:cubicBezTo>
                  <a:cubicBezTo>
                    <a:pt x="52132" y="31551"/>
                    <a:pt x="51440" y="31576"/>
                    <a:pt x="50773" y="31679"/>
                  </a:cubicBezTo>
                  <a:cubicBezTo>
                    <a:pt x="49851" y="31807"/>
                    <a:pt x="48928" y="32012"/>
                    <a:pt x="48031" y="32268"/>
                  </a:cubicBezTo>
                  <a:cubicBezTo>
                    <a:pt x="46032" y="32832"/>
                    <a:pt x="44084" y="33524"/>
                    <a:pt x="42187" y="34344"/>
                  </a:cubicBezTo>
                  <a:cubicBezTo>
                    <a:pt x="39804" y="35318"/>
                    <a:pt x="37446" y="36343"/>
                    <a:pt x="35062" y="37317"/>
                  </a:cubicBezTo>
                  <a:cubicBezTo>
                    <a:pt x="32961" y="38163"/>
                    <a:pt x="30833" y="39009"/>
                    <a:pt x="28655" y="39752"/>
                  </a:cubicBezTo>
                  <a:cubicBezTo>
                    <a:pt x="26399" y="40572"/>
                    <a:pt x="24067" y="41136"/>
                    <a:pt x="21683" y="41418"/>
                  </a:cubicBezTo>
                  <a:cubicBezTo>
                    <a:pt x="16506" y="41956"/>
                    <a:pt x="12021" y="40752"/>
                    <a:pt x="8202" y="37804"/>
                  </a:cubicBezTo>
                  <a:cubicBezTo>
                    <a:pt x="6920" y="36779"/>
                    <a:pt x="5818" y="35574"/>
                    <a:pt x="4896" y="34242"/>
                  </a:cubicBezTo>
                  <a:cubicBezTo>
                    <a:pt x="3742" y="32576"/>
                    <a:pt x="2845" y="30782"/>
                    <a:pt x="2179" y="28885"/>
                  </a:cubicBezTo>
                  <a:cubicBezTo>
                    <a:pt x="846" y="25117"/>
                    <a:pt x="333" y="21273"/>
                    <a:pt x="154" y="17377"/>
                  </a:cubicBezTo>
                  <a:cubicBezTo>
                    <a:pt x="0" y="13148"/>
                    <a:pt x="257" y="8919"/>
                    <a:pt x="487" y="4690"/>
                  </a:cubicBezTo>
                  <a:cubicBezTo>
                    <a:pt x="564" y="3127"/>
                    <a:pt x="564" y="1563"/>
                    <a:pt x="590" y="0"/>
                  </a:cubicBezTo>
                  <a:lnTo>
                    <a:pt x="1717" y="0"/>
                  </a:lnTo>
                  <a:cubicBezTo>
                    <a:pt x="1692" y="1153"/>
                    <a:pt x="1717" y="2332"/>
                    <a:pt x="1641" y="3486"/>
                  </a:cubicBezTo>
                  <a:cubicBezTo>
                    <a:pt x="1512" y="6254"/>
                    <a:pt x="1333" y="9047"/>
                    <a:pt x="1179" y="11841"/>
                  </a:cubicBezTo>
                  <a:cubicBezTo>
                    <a:pt x="1000" y="14917"/>
                    <a:pt x="1102" y="18044"/>
                    <a:pt x="1461" y="21119"/>
                  </a:cubicBezTo>
                  <a:cubicBezTo>
                    <a:pt x="1717" y="23349"/>
                    <a:pt x="2179" y="25553"/>
                    <a:pt x="2871" y="27680"/>
                  </a:cubicBezTo>
                  <a:cubicBezTo>
                    <a:pt x="3640" y="30166"/>
                    <a:pt x="4870" y="32473"/>
                    <a:pt x="6510" y="34524"/>
                  </a:cubicBezTo>
                  <a:cubicBezTo>
                    <a:pt x="7792" y="36113"/>
                    <a:pt x="9407" y="37445"/>
                    <a:pt x="11252" y="38394"/>
                  </a:cubicBezTo>
                  <a:cubicBezTo>
                    <a:pt x="14148" y="39906"/>
                    <a:pt x="17429" y="40572"/>
                    <a:pt x="20684" y="40265"/>
                  </a:cubicBezTo>
                  <a:cubicBezTo>
                    <a:pt x="22709" y="40085"/>
                    <a:pt x="24682" y="39650"/>
                    <a:pt x="26604" y="39009"/>
                  </a:cubicBezTo>
                  <a:cubicBezTo>
                    <a:pt x="29014" y="38214"/>
                    <a:pt x="31372" y="37266"/>
                    <a:pt x="33627" y="36138"/>
                  </a:cubicBezTo>
                  <a:cubicBezTo>
                    <a:pt x="36626" y="34652"/>
                    <a:pt x="39599" y="33140"/>
                    <a:pt x="42597" y="31679"/>
                  </a:cubicBezTo>
                  <a:cubicBezTo>
                    <a:pt x="44955" y="30525"/>
                    <a:pt x="47313" y="29372"/>
                    <a:pt x="49723" y="28296"/>
                  </a:cubicBezTo>
                  <a:cubicBezTo>
                    <a:pt x="51184" y="27655"/>
                    <a:pt x="52721" y="27142"/>
                    <a:pt x="54259" y="26604"/>
                  </a:cubicBezTo>
                  <a:cubicBezTo>
                    <a:pt x="55361" y="26219"/>
                    <a:pt x="56515" y="25989"/>
                    <a:pt x="57668" y="25861"/>
                  </a:cubicBezTo>
                  <a:cubicBezTo>
                    <a:pt x="58386" y="25784"/>
                    <a:pt x="59103" y="25809"/>
                    <a:pt x="59821" y="25938"/>
                  </a:cubicBezTo>
                  <a:cubicBezTo>
                    <a:pt x="60923" y="26143"/>
                    <a:pt x="61641" y="26706"/>
                    <a:pt x="61923" y="27603"/>
                  </a:cubicBezTo>
                  <a:cubicBezTo>
                    <a:pt x="62076" y="28014"/>
                    <a:pt x="62153" y="28449"/>
                    <a:pt x="62153" y="28885"/>
                  </a:cubicBezTo>
                  <a:cubicBezTo>
                    <a:pt x="62128" y="29474"/>
                    <a:pt x="62076" y="30064"/>
                    <a:pt x="61948" y="30653"/>
                  </a:cubicBezTo>
                  <a:cubicBezTo>
                    <a:pt x="61564" y="32473"/>
                    <a:pt x="60795" y="34216"/>
                    <a:pt x="59949" y="35933"/>
                  </a:cubicBezTo>
                  <a:cubicBezTo>
                    <a:pt x="58437" y="39086"/>
                    <a:pt x="56694" y="42136"/>
                    <a:pt x="54951" y="45186"/>
                  </a:cubicBezTo>
                  <a:cubicBezTo>
                    <a:pt x="52824" y="48928"/>
                    <a:pt x="50671" y="52670"/>
                    <a:pt x="48595" y="56437"/>
                  </a:cubicBezTo>
                  <a:cubicBezTo>
                    <a:pt x="46852" y="59513"/>
                    <a:pt x="45494" y="62768"/>
                    <a:pt x="44520" y="66177"/>
                  </a:cubicBezTo>
                  <a:cubicBezTo>
                    <a:pt x="43161" y="71123"/>
                    <a:pt x="42316" y="76198"/>
                    <a:pt x="41982" y="81324"/>
                  </a:cubicBezTo>
                  <a:cubicBezTo>
                    <a:pt x="41700" y="86219"/>
                    <a:pt x="41752" y="91166"/>
                    <a:pt x="42111" y="96061"/>
                  </a:cubicBezTo>
                  <a:cubicBezTo>
                    <a:pt x="42316" y="99086"/>
                    <a:pt x="42597" y="102110"/>
                    <a:pt x="42931" y="105134"/>
                  </a:cubicBezTo>
                  <a:cubicBezTo>
                    <a:pt x="43238" y="108338"/>
                    <a:pt x="43623" y="111516"/>
                    <a:pt x="44084" y="114669"/>
                  </a:cubicBezTo>
                  <a:cubicBezTo>
                    <a:pt x="44699" y="119103"/>
                    <a:pt x="45647" y="123511"/>
                    <a:pt x="46878" y="127817"/>
                  </a:cubicBezTo>
                  <a:cubicBezTo>
                    <a:pt x="47390" y="129713"/>
                    <a:pt x="48057" y="131584"/>
                    <a:pt x="48877" y="133378"/>
                  </a:cubicBezTo>
                  <a:cubicBezTo>
                    <a:pt x="50492" y="136787"/>
                    <a:pt x="53157" y="139427"/>
                    <a:pt x="56976" y="141247"/>
                  </a:cubicBezTo>
                  <a:cubicBezTo>
                    <a:pt x="57950" y="141683"/>
                    <a:pt x="58898" y="142118"/>
                    <a:pt x="59923" y="142503"/>
                  </a:cubicBezTo>
                  <a:cubicBezTo>
                    <a:pt x="61333" y="143015"/>
                    <a:pt x="62768" y="143528"/>
                    <a:pt x="64204" y="143989"/>
                  </a:cubicBezTo>
                  <a:cubicBezTo>
                    <a:pt x="68817" y="145450"/>
                    <a:pt x="73431" y="146860"/>
                    <a:pt x="77941" y="148551"/>
                  </a:cubicBezTo>
                  <a:cubicBezTo>
                    <a:pt x="81171" y="149730"/>
                    <a:pt x="84451" y="150935"/>
                    <a:pt x="87706" y="152140"/>
                  </a:cubicBezTo>
                  <a:cubicBezTo>
                    <a:pt x="89859" y="152934"/>
                    <a:pt x="92038" y="153652"/>
                    <a:pt x="94268" y="154216"/>
                  </a:cubicBezTo>
                  <a:cubicBezTo>
                    <a:pt x="98727" y="155446"/>
                    <a:pt x="103341" y="155984"/>
                    <a:pt x="107954" y="155830"/>
                  </a:cubicBezTo>
                  <a:cubicBezTo>
                    <a:pt x="111261" y="155677"/>
                    <a:pt x="114567" y="155190"/>
                    <a:pt x="117796" y="154395"/>
                  </a:cubicBezTo>
                  <a:cubicBezTo>
                    <a:pt x="119206" y="154087"/>
                    <a:pt x="120616" y="153703"/>
                    <a:pt x="121974" y="153190"/>
                  </a:cubicBezTo>
                  <a:lnTo>
                    <a:pt x="121974" y="155266"/>
                  </a:lnTo>
                  <a:cubicBezTo>
                    <a:pt x="119308" y="156112"/>
                    <a:pt x="116566" y="156779"/>
                    <a:pt x="113824" y="157240"/>
                  </a:cubicBezTo>
                  <a:cubicBezTo>
                    <a:pt x="109236" y="158034"/>
                    <a:pt x="104571" y="158086"/>
                    <a:pt x="100009" y="15736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49" name="Google Shape;149;p6"/>
            <p:cNvSpPr/>
            <p:nvPr/>
          </p:nvSpPr>
          <p:spPr>
            <a:xfrm rot="10800000">
              <a:off x="4045680" y="360"/>
              <a:ext cx="5097240" cy="4172040"/>
            </a:xfrm>
            <a:custGeom>
              <a:avLst/>
              <a:gdLst>
                <a:gd name="textAreaLeft" fmla="*/ 0 w 5097240"/>
                <a:gd name="textAreaRight" fmla="*/ 5097600 w 5097240"/>
                <a:gd name="textAreaTop" fmla="*/ 0 h 4172040"/>
                <a:gd name="textAreaBottom" fmla="*/ 4172400 h 4172040"/>
              </a:gdLst>
              <a:ahLst/>
              <a:cxnLst/>
              <a:rect l="textAreaLeft" t="textAreaTop" r="textAreaRight" b="textAreaBottom"/>
              <a:pathLst>
                <a:path w="158702" h="142734">
                  <a:moveTo>
                    <a:pt x="1256" y="436"/>
                  </a:moveTo>
                  <a:cubicBezTo>
                    <a:pt x="5331" y="2358"/>
                    <a:pt x="9329" y="4460"/>
                    <a:pt x="13123" y="6741"/>
                  </a:cubicBezTo>
                  <a:cubicBezTo>
                    <a:pt x="17403" y="9304"/>
                    <a:pt x="21606" y="11893"/>
                    <a:pt x="25810" y="14533"/>
                  </a:cubicBezTo>
                  <a:cubicBezTo>
                    <a:pt x="29295" y="16686"/>
                    <a:pt x="32781" y="18864"/>
                    <a:pt x="36446" y="20838"/>
                  </a:cubicBezTo>
                  <a:cubicBezTo>
                    <a:pt x="41239" y="23426"/>
                    <a:pt x="46288" y="25579"/>
                    <a:pt x="51491" y="27220"/>
                  </a:cubicBezTo>
                  <a:cubicBezTo>
                    <a:pt x="56079" y="28680"/>
                    <a:pt x="60795" y="29783"/>
                    <a:pt x="65716" y="30013"/>
                  </a:cubicBezTo>
                  <a:cubicBezTo>
                    <a:pt x="68766" y="30193"/>
                    <a:pt x="71841" y="29859"/>
                    <a:pt x="74789" y="29065"/>
                  </a:cubicBezTo>
                  <a:cubicBezTo>
                    <a:pt x="77890" y="28168"/>
                    <a:pt x="80786" y="26656"/>
                    <a:pt x="83272" y="24605"/>
                  </a:cubicBezTo>
                  <a:cubicBezTo>
                    <a:pt x="84913" y="23272"/>
                    <a:pt x="86476" y="21786"/>
                    <a:pt x="87886" y="20197"/>
                  </a:cubicBezTo>
                  <a:cubicBezTo>
                    <a:pt x="89500" y="18352"/>
                    <a:pt x="91089" y="16455"/>
                    <a:pt x="92678" y="14610"/>
                  </a:cubicBezTo>
                  <a:cubicBezTo>
                    <a:pt x="93960" y="13123"/>
                    <a:pt x="95241" y="11636"/>
                    <a:pt x="96574" y="10201"/>
                  </a:cubicBezTo>
                  <a:cubicBezTo>
                    <a:pt x="97728" y="8971"/>
                    <a:pt x="99035" y="7920"/>
                    <a:pt x="100496" y="7074"/>
                  </a:cubicBezTo>
                  <a:cubicBezTo>
                    <a:pt x="101546" y="6434"/>
                    <a:pt x="102725" y="5947"/>
                    <a:pt x="103930" y="5639"/>
                  </a:cubicBezTo>
                  <a:cubicBezTo>
                    <a:pt x="106006" y="5075"/>
                    <a:pt x="108236" y="5357"/>
                    <a:pt x="110107" y="6408"/>
                  </a:cubicBezTo>
                  <a:cubicBezTo>
                    <a:pt x="110696" y="6741"/>
                    <a:pt x="111260" y="7126"/>
                    <a:pt x="111773" y="7561"/>
                  </a:cubicBezTo>
                  <a:cubicBezTo>
                    <a:pt x="112644" y="8253"/>
                    <a:pt x="113439" y="9073"/>
                    <a:pt x="114105" y="9971"/>
                  </a:cubicBezTo>
                  <a:cubicBezTo>
                    <a:pt x="115028" y="11175"/>
                    <a:pt x="115874" y="12431"/>
                    <a:pt x="116566" y="13764"/>
                  </a:cubicBezTo>
                  <a:cubicBezTo>
                    <a:pt x="118360" y="17147"/>
                    <a:pt x="119821" y="20684"/>
                    <a:pt x="120923" y="24349"/>
                  </a:cubicBezTo>
                  <a:cubicBezTo>
                    <a:pt x="122819" y="30295"/>
                    <a:pt x="124203" y="36421"/>
                    <a:pt x="125075" y="42597"/>
                  </a:cubicBezTo>
                  <a:cubicBezTo>
                    <a:pt x="125562" y="45929"/>
                    <a:pt x="125844" y="49287"/>
                    <a:pt x="125946" y="52619"/>
                  </a:cubicBezTo>
                  <a:cubicBezTo>
                    <a:pt x="126126" y="57617"/>
                    <a:pt x="125972" y="62589"/>
                    <a:pt x="125818" y="67561"/>
                  </a:cubicBezTo>
                  <a:cubicBezTo>
                    <a:pt x="125639" y="72533"/>
                    <a:pt x="125972" y="77480"/>
                    <a:pt x="126843" y="82375"/>
                  </a:cubicBezTo>
                  <a:cubicBezTo>
                    <a:pt x="127459" y="85835"/>
                    <a:pt x="128766" y="89116"/>
                    <a:pt x="130714" y="92063"/>
                  </a:cubicBezTo>
                  <a:cubicBezTo>
                    <a:pt x="131457" y="93140"/>
                    <a:pt x="132174" y="94242"/>
                    <a:pt x="132918" y="95344"/>
                  </a:cubicBezTo>
                  <a:cubicBezTo>
                    <a:pt x="134353" y="97420"/>
                    <a:pt x="135378" y="99727"/>
                    <a:pt x="135968" y="102187"/>
                  </a:cubicBezTo>
                  <a:cubicBezTo>
                    <a:pt x="136506" y="104494"/>
                    <a:pt x="137019" y="106801"/>
                    <a:pt x="137506" y="109107"/>
                  </a:cubicBezTo>
                  <a:cubicBezTo>
                    <a:pt x="139171" y="116745"/>
                    <a:pt x="142503" y="123870"/>
                    <a:pt x="147450" y="130457"/>
                  </a:cubicBezTo>
                  <a:cubicBezTo>
                    <a:pt x="150808" y="134891"/>
                    <a:pt x="154575" y="138992"/>
                    <a:pt x="158702" y="142734"/>
                  </a:cubicBezTo>
                  <a:lnTo>
                    <a:pt x="155318" y="142734"/>
                  </a:lnTo>
                  <a:lnTo>
                    <a:pt x="153114" y="140453"/>
                  </a:lnTo>
                  <a:cubicBezTo>
                    <a:pt x="145656" y="132789"/>
                    <a:pt x="139915" y="124332"/>
                    <a:pt x="136275" y="114951"/>
                  </a:cubicBezTo>
                  <a:cubicBezTo>
                    <a:pt x="135378" y="112619"/>
                    <a:pt x="134507" y="110286"/>
                    <a:pt x="133661" y="107954"/>
                  </a:cubicBezTo>
                  <a:cubicBezTo>
                    <a:pt x="132661" y="105212"/>
                    <a:pt x="131354" y="102597"/>
                    <a:pt x="129740" y="100162"/>
                  </a:cubicBezTo>
                  <a:cubicBezTo>
                    <a:pt x="128817" y="98804"/>
                    <a:pt x="127945" y="97394"/>
                    <a:pt x="127100" y="95985"/>
                  </a:cubicBezTo>
                  <a:cubicBezTo>
                    <a:pt x="125331" y="93114"/>
                    <a:pt x="124152" y="89936"/>
                    <a:pt x="123640" y="86604"/>
                  </a:cubicBezTo>
                  <a:cubicBezTo>
                    <a:pt x="123230" y="83913"/>
                    <a:pt x="123024" y="81171"/>
                    <a:pt x="122999" y="78454"/>
                  </a:cubicBezTo>
                  <a:cubicBezTo>
                    <a:pt x="122896" y="73789"/>
                    <a:pt x="123178" y="69125"/>
                    <a:pt x="123511" y="64460"/>
                  </a:cubicBezTo>
                  <a:cubicBezTo>
                    <a:pt x="123793" y="60205"/>
                    <a:pt x="123973" y="55951"/>
                    <a:pt x="123845" y="51696"/>
                  </a:cubicBezTo>
                  <a:cubicBezTo>
                    <a:pt x="123768" y="48723"/>
                    <a:pt x="123537" y="45750"/>
                    <a:pt x="123127" y="42777"/>
                  </a:cubicBezTo>
                  <a:cubicBezTo>
                    <a:pt x="122691" y="39650"/>
                    <a:pt x="122102" y="36523"/>
                    <a:pt x="121359" y="33422"/>
                  </a:cubicBezTo>
                  <a:cubicBezTo>
                    <a:pt x="120461" y="29449"/>
                    <a:pt x="119231" y="25579"/>
                    <a:pt x="117719" y="21786"/>
                  </a:cubicBezTo>
                  <a:cubicBezTo>
                    <a:pt x="116694" y="19249"/>
                    <a:pt x="115438" y="16839"/>
                    <a:pt x="113951" y="14558"/>
                  </a:cubicBezTo>
                  <a:cubicBezTo>
                    <a:pt x="113208" y="13431"/>
                    <a:pt x="112337" y="12405"/>
                    <a:pt x="111388" y="11457"/>
                  </a:cubicBezTo>
                  <a:cubicBezTo>
                    <a:pt x="110620" y="10714"/>
                    <a:pt x="109748" y="10099"/>
                    <a:pt x="108825" y="9612"/>
                  </a:cubicBezTo>
                  <a:cubicBezTo>
                    <a:pt x="107236" y="8792"/>
                    <a:pt x="105442" y="8535"/>
                    <a:pt x="103699" y="8868"/>
                  </a:cubicBezTo>
                  <a:cubicBezTo>
                    <a:pt x="102777" y="9048"/>
                    <a:pt x="101880" y="9330"/>
                    <a:pt x="101059" y="9714"/>
                  </a:cubicBezTo>
                  <a:cubicBezTo>
                    <a:pt x="99881" y="10252"/>
                    <a:pt x="98804" y="10944"/>
                    <a:pt x="97830" y="11790"/>
                  </a:cubicBezTo>
                  <a:cubicBezTo>
                    <a:pt x="96651" y="12841"/>
                    <a:pt x="95472" y="13918"/>
                    <a:pt x="94396" y="15045"/>
                  </a:cubicBezTo>
                  <a:cubicBezTo>
                    <a:pt x="92935" y="16532"/>
                    <a:pt x="91602" y="18095"/>
                    <a:pt x="90167" y="19582"/>
                  </a:cubicBezTo>
                  <a:cubicBezTo>
                    <a:pt x="88731" y="21094"/>
                    <a:pt x="87296" y="22504"/>
                    <a:pt x="85810" y="23939"/>
                  </a:cubicBezTo>
                  <a:cubicBezTo>
                    <a:pt x="84502" y="25143"/>
                    <a:pt x="83093" y="26246"/>
                    <a:pt x="81555" y="27194"/>
                  </a:cubicBezTo>
                  <a:cubicBezTo>
                    <a:pt x="77890" y="29501"/>
                    <a:pt x="73738" y="30705"/>
                    <a:pt x="69150" y="30910"/>
                  </a:cubicBezTo>
                  <a:cubicBezTo>
                    <a:pt x="65408" y="31038"/>
                    <a:pt x="61666" y="30680"/>
                    <a:pt x="58001" y="29834"/>
                  </a:cubicBezTo>
                  <a:cubicBezTo>
                    <a:pt x="51747" y="28450"/>
                    <a:pt x="45673" y="26374"/>
                    <a:pt x="39855" y="23657"/>
                  </a:cubicBezTo>
                  <a:cubicBezTo>
                    <a:pt x="35754" y="21709"/>
                    <a:pt x="31756" y="19531"/>
                    <a:pt x="27886" y="17147"/>
                  </a:cubicBezTo>
                  <a:cubicBezTo>
                    <a:pt x="23452" y="14507"/>
                    <a:pt x="19069" y="11842"/>
                    <a:pt x="14609" y="9227"/>
                  </a:cubicBezTo>
                  <a:cubicBezTo>
                    <a:pt x="10560" y="6844"/>
                    <a:pt x="6356" y="4665"/>
                    <a:pt x="2076" y="2768"/>
                  </a:cubicBezTo>
                  <a:cubicBezTo>
                    <a:pt x="1615" y="2538"/>
                    <a:pt x="1128" y="2358"/>
                    <a:pt x="641" y="2153"/>
                  </a:cubicBezTo>
                  <a:cubicBezTo>
                    <a:pt x="436" y="2128"/>
                    <a:pt x="205" y="2102"/>
                    <a:pt x="0" y="2128"/>
                  </a:cubicBezTo>
                  <a:lnTo>
                    <a:pt x="0" y="52"/>
                  </a:lnTo>
                  <a:cubicBezTo>
                    <a:pt x="513" y="0"/>
                    <a:pt x="871" y="257"/>
                    <a:pt x="1256" y="436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50" name="Google Shape;150;p6"/>
            <p:cNvSpPr/>
            <p:nvPr/>
          </p:nvSpPr>
          <p:spPr>
            <a:xfrm rot="10800000">
              <a:off x="7971120" y="1080"/>
              <a:ext cx="1171800" cy="764640"/>
            </a:xfrm>
            <a:custGeom>
              <a:avLst/>
              <a:gdLst>
                <a:gd name="textAreaLeft" fmla="*/ 0 w 1171800"/>
                <a:gd name="textAreaRight" fmla="*/ 1172160 w 1171800"/>
                <a:gd name="textAreaTop" fmla="*/ 0 h 764640"/>
                <a:gd name="textAreaBottom" fmla="*/ 765000 h 764640"/>
              </a:gdLst>
              <a:ahLst/>
              <a:cxnLst/>
              <a:rect l="textAreaLeft" t="textAreaTop" r="textAreaRight" b="textAreaBottom"/>
              <a:pathLst>
                <a:path w="36498" h="26169">
                  <a:moveTo>
                    <a:pt x="641" y="9355"/>
                  </a:moveTo>
                  <a:cubicBezTo>
                    <a:pt x="974" y="9150"/>
                    <a:pt x="1307" y="8945"/>
                    <a:pt x="1640" y="8740"/>
                  </a:cubicBezTo>
                  <a:cubicBezTo>
                    <a:pt x="4690" y="6766"/>
                    <a:pt x="7894" y="5023"/>
                    <a:pt x="11200" y="3511"/>
                  </a:cubicBezTo>
                  <a:cubicBezTo>
                    <a:pt x="13456" y="2435"/>
                    <a:pt x="15814" y="1563"/>
                    <a:pt x="18249" y="897"/>
                  </a:cubicBezTo>
                  <a:cubicBezTo>
                    <a:pt x="20478" y="282"/>
                    <a:pt x="22760" y="0"/>
                    <a:pt x="25066" y="51"/>
                  </a:cubicBezTo>
                  <a:cubicBezTo>
                    <a:pt x="26040" y="77"/>
                    <a:pt x="27014" y="179"/>
                    <a:pt x="27988" y="384"/>
                  </a:cubicBezTo>
                  <a:cubicBezTo>
                    <a:pt x="30577" y="948"/>
                    <a:pt x="32525" y="2179"/>
                    <a:pt x="33934" y="4050"/>
                  </a:cubicBezTo>
                  <a:cubicBezTo>
                    <a:pt x="34934" y="5485"/>
                    <a:pt x="35626" y="7100"/>
                    <a:pt x="35985" y="8817"/>
                  </a:cubicBezTo>
                  <a:cubicBezTo>
                    <a:pt x="36318" y="10406"/>
                    <a:pt x="36497" y="12020"/>
                    <a:pt x="36497" y="13661"/>
                  </a:cubicBezTo>
                  <a:cubicBezTo>
                    <a:pt x="36497" y="15967"/>
                    <a:pt x="36369" y="18300"/>
                    <a:pt x="36062" y="20581"/>
                  </a:cubicBezTo>
                  <a:cubicBezTo>
                    <a:pt x="35857" y="22247"/>
                    <a:pt x="35651" y="23887"/>
                    <a:pt x="35472" y="25527"/>
                  </a:cubicBezTo>
                  <a:cubicBezTo>
                    <a:pt x="35472" y="25758"/>
                    <a:pt x="35498" y="25963"/>
                    <a:pt x="35523" y="26168"/>
                  </a:cubicBezTo>
                  <a:lnTo>
                    <a:pt x="26425" y="26168"/>
                  </a:lnTo>
                  <a:cubicBezTo>
                    <a:pt x="26066" y="24400"/>
                    <a:pt x="25733" y="22606"/>
                    <a:pt x="25066" y="20863"/>
                  </a:cubicBezTo>
                  <a:cubicBezTo>
                    <a:pt x="24733" y="19991"/>
                    <a:pt x="24349" y="19146"/>
                    <a:pt x="23913" y="18325"/>
                  </a:cubicBezTo>
                  <a:cubicBezTo>
                    <a:pt x="23477" y="17582"/>
                    <a:pt x="22990" y="16916"/>
                    <a:pt x="22426" y="16301"/>
                  </a:cubicBezTo>
                  <a:cubicBezTo>
                    <a:pt x="20504" y="14250"/>
                    <a:pt x="17915" y="13456"/>
                    <a:pt x="14840" y="13661"/>
                  </a:cubicBezTo>
                  <a:cubicBezTo>
                    <a:pt x="12584" y="13840"/>
                    <a:pt x="10380" y="14353"/>
                    <a:pt x="8304" y="15199"/>
                  </a:cubicBezTo>
                  <a:cubicBezTo>
                    <a:pt x="6638" y="15839"/>
                    <a:pt x="4998" y="16583"/>
                    <a:pt x="3434" y="17403"/>
                  </a:cubicBezTo>
                  <a:cubicBezTo>
                    <a:pt x="2666" y="17813"/>
                    <a:pt x="1922" y="18223"/>
                    <a:pt x="1128" y="18607"/>
                  </a:cubicBezTo>
                  <a:cubicBezTo>
                    <a:pt x="769" y="18787"/>
                    <a:pt x="384" y="18889"/>
                    <a:pt x="0" y="19043"/>
                  </a:cubicBezTo>
                  <a:lnTo>
                    <a:pt x="0" y="9457"/>
                  </a:lnTo>
                  <a:cubicBezTo>
                    <a:pt x="205" y="9509"/>
                    <a:pt x="461" y="9483"/>
                    <a:pt x="641" y="935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51" name="Google Shape;151;p6"/>
            <p:cNvSpPr/>
            <p:nvPr/>
          </p:nvSpPr>
          <p:spPr>
            <a:xfrm rot="10800000">
              <a:off x="720" y="2671920"/>
              <a:ext cx="996480" cy="1850400"/>
            </a:xfrm>
            <a:custGeom>
              <a:avLst/>
              <a:gdLst>
                <a:gd name="textAreaLeft" fmla="*/ 0 w 996480"/>
                <a:gd name="textAreaRight" fmla="*/ 996840 w 996480"/>
                <a:gd name="textAreaTop" fmla="*/ 0 h 1850400"/>
                <a:gd name="textAreaBottom" fmla="*/ 1850760 h 1850400"/>
              </a:gdLst>
              <a:ahLst/>
              <a:cxnLst/>
              <a:rect l="textAreaLeft" t="textAreaTop" r="textAreaRight" b="textAreaBottom"/>
              <a:pathLst>
                <a:path w="31039" h="63307">
                  <a:moveTo>
                    <a:pt x="20172" y="62948"/>
                  </a:moveTo>
                  <a:cubicBezTo>
                    <a:pt x="16660" y="62537"/>
                    <a:pt x="13303" y="61615"/>
                    <a:pt x="10381" y="59872"/>
                  </a:cubicBezTo>
                  <a:cubicBezTo>
                    <a:pt x="6050" y="57283"/>
                    <a:pt x="3128" y="53874"/>
                    <a:pt x="1641" y="49620"/>
                  </a:cubicBezTo>
                  <a:cubicBezTo>
                    <a:pt x="513" y="46288"/>
                    <a:pt x="1" y="42802"/>
                    <a:pt x="129" y="39317"/>
                  </a:cubicBezTo>
                  <a:cubicBezTo>
                    <a:pt x="283" y="34985"/>
                    <a:pt x="1564" y="30884"/>
                    <a:pt x="3615" y="26937"/>
                  </a:cubicBezTo>
                  <a:cubicBezTo>
                    <a:pt x="5998" y="22350"/>
                    <a:pt x="9202" y="18198"/>
                    <a:pt x="12995" y="14327"/>
                  </a:cubicBezTo>
                  <a:cubicBezTo>
                    <a:pt x="17327" y="9970"/>
                    <a:pt x="22043" y="6023"/>
                    <a:pt x="27066" y="2486"/>
                  </a:cubicBezTo>
                  <a:cubicBezTo>
                    <a:pt x="28194" y="1692"/>
                    <a:pt x="29373" y="974"/>
                    <a:pt x="30552" y="205"/>
                  </a:cubicBezTo>
                  <a:cubicBezTo>
                    <a:pt x="30706" y="128"/>
                    <a:pt x="30860" y="52"/>
                    <a:pt x="31039" y="0"/>
                  </a:cubicBezTo>
                  <a:lnTo>
                    <a:pt x="31039" y="2640"/>
                  </a:lnTo>
                  <a:cubicBezTo>
                    <a:pt x="30936" y="2691"/>
                    <a:pt x="30834" y="2743"/>
                    <a:pt x="30757" y="2794"/>
                  </a:cubicBezTo>
                  <a:cubicBezTo>
                    <a:pt x="27425" y="5024"/>
                    <a:pt x="24221" y="7484"/>
                    <a:pt x="21171" y="10124"/>
                  </a:cubicBezTo>
                  <a:cubicBezTo>
                    <a:pt x="17660" y="13097"/>
                    <a:pt x="14508" y="16455"/>
                    <a:pt x="11765" y="20120"/>
                  </a:cubicBezTo>
                  <a:cubicBezTo>
                    <a:pt x="9407" y="23349"/>
                    <a:pt x="7485" y="26758"/>
                    <a:pt x="6357" y="30423"/>
                  </a:cubicBezTo>
                  <a:cubicBezTo>
                    <a:pt x="4461" y="36446"/>
                    <a:pt x="5332" y="42213"/>
                    <a:pt x="8818" y="47723"/>
                  </a:cubicBezTo>
                  <a:cubicBezTo>
                    <a:pt x="10022" y="49646"/>
                    <a:pt x="11586" y="51337"/>
                    <a:pt x="13405" y="52696"/>
                  </a:cubicBezTo>
                  <a:cubicBezTo>
                    <a:pt x="15917" y="54515"/>
                    <a:pt x="18813" y="55669"/>
                    <a:pt x="22043" y="56361"/>
                  </a:cubicBezTo>
                  <a:cubicBezTo>
                    <a:pt x="24298" y="56822"/>
                    <a:pt x="26579" y="57104"/>
                    <a:pt x="28886" y="57206"/>
                  </a:cubicBezTo>
                  <a:lnTo>
                    <a:pt x="31039" y="57335"/>
                  </a:lnTo>
                  <a:lnTo>
                    <a:pt x="31039" y="62768"/>
                  </a:lnTo>
                  <a:cubicBezTo>
                    <a:pt x="30860" y="62819"/>
                    <a:pt x="30680" y="62871"/>
                    <a:pt x="30501" y="62896"/>
                  </a:cubicBezTo>
                  <a:cubicBezTo>
                    <a:pt x="27066" y="63306"/>
                    <a:pt x="23606" y="63306"/>
                    <a:pt x="20172" y="6294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52" name="Google Shape;152;p6"/>
            <p:cNvSpPr/>
            <p:nvPr/>
          </p:nvSpPr>
          <p:spPr>
            <a:xfrm rot="10800000">
              <a:off x="6049440" y="0"/>
              <a:ext cx="3094200" cy="2824920"/>
            </a:xfrm>
            <a:custGeom>
              <a:avLst/>
              <a:gdLst>
                <a:gd name="textAreaLeft" fmla="*/ 0 w 3094200"/>
                <a:gd name="textAreaRight" fmla="*/ 3094560 w 3094200"/>
                <a:gd name="textAreaTop" fmla="*/ 0 h 2824920"/>
                <a:gd name="textAreaBottom" fmla="*/ 2825280 h 2824920"/>
              </a:gdLst>
              <a:ahLst/>
              <a:cxnLst/>
              <a:rect l="textAreaLeft" t="textAreaTop" r="textAreaRight" b="textAreaBottom"/>
              <a:pathLst>
                <a:path w="96344" h="96651">
                  <a:moveTo>
                    <a:pt x="436" y="22093"/>
                  </a:moveTo>
                  <a:cubicBezTo>
                    <a:pt x="564" y="21837"/>
                    <a:pt x="667" y="21581"/>
                    <a:pt x="769" y="21299"/>
                  </a:cubicBezTo>
                  <a:cubicBezTo>
                    <a:pt x="1692" y="18582"/>
                    <a:pt x="2897" y="15968"/>
                    <a:pt x="4357" y="13507"/>
                  </a:cubicBezTo>
                  <a:cubicBezTo>
                    <a:pt x="5767" y="11149"/>
                    <a:pt x="7459" y="9022"/>
                    <a:pt x="9432" y="7177"/>
                  </a:cubicBezTo>
                  <a:cubicBezTo>
                    <a:pt x="12277" y="4485"/>
                    <a:pt x="15763" y="2614"/>
                    <a:pt x="19889" y="1564"/>
                  </a:cubicBezTo>
                  <a:cubicBezTo>
                    <a:pt x="21555" y="1128"/>
                    <a:pt x="23273" y="795"/>
                    <a:pt x="24990" y="564"/>
                  </a:cubicBezTo>
                  <a:cubicBezTo>
                    <a:pt x="27886" y="205"/>
                    <a:pt x="30782" y="26"/>
                    <a:pt x="33704" y="26"/>
                  </a:cubicBezTo>
                  <a:cubicBezTo>
                    <a:pt x="39035" y="0"/>
                    <a:pt x="44315" y="359"/>
                    <a:pt x="49620" y="667"/>
                  </a:cubicBezTo>
                  <a:cubicBezTo>
                    <a:pt x="53337" y="897"/>
                    <a:pt x="57027" y="1128"/>
                    <a:pt x="60744" y="1307"/>
                  </a:cubicBezTo>
                  <a:cubicBezTo>
                    <a:pt x="65024" y="1512"/>
                    <a:pt x="69304" y="1589"/>
                    <a:pt x="73610" y="1615"/>
                  </a:cubicBezTo>
                  <a:cubicBezTo>
                    <a:pt x="76481" y="1615"/>
                    <a:pt x="79377" y="1666"/>
                    <a:pt x="82247" y="1743"/>
                  </a:cubicBezTo>
                  <a:cubicBezTo>
                    <a:pt x="83913" y="1769"/>
                    <a:pt x="85579" y="1948"/>
                    <a:pt x="87194" y="2307"/>
                  </a:cubicBezTo>
                  <a:cubicBezTo>
                    <a:pt x="89962" y="2948"/>
                    <a:pt x="91910" y="4357"/>
                    <a:pt x="93012" y="6587"/>
                  </a:cubicBezTo>
                  <a:cubicBezTo>
                    <a:pt x="93576" y="7792"/>
                    <a:pt x="93960" y="9073"/>
                    <a:pt x="94088" y="10406"/>
                  </a:cubicBezTo>
                  <a:cubicBezTo>
                    <a:pt x="94319" y="12482"/>
                    <a:pt x="94294" y="14609"/>
                    <a:pt x="93986" y="16685"/>
                  </a:cubicBezTo>
                  <a:cubicBezTo>
                    <a:pt x="93602" y="19761"/>
                    <a:pt x="93115" y="22836"/>
                    <a:pt x="92628" y="25912"/>
                  </a:cubicBezTo>
                  <a:cubicBezTo>
                    <a:pt x="92038" y="29577"/>
                    <a:pt x="91525" y="33242"/>
                    <a:pt x="91167" y="36933"/>
                  </a:cubicBezTo>
                  <a:cubicBezTo>
                    <a:pt x="90757" y="40983"/>
                    <a:pt x="90577" y="45058"/>
                    <a:pt x="90577" y="49133"/>
                  </a:cubicBezTo>
                  <a:cubicBezTo>
                    <a:pt x="90577" y="51465"/>
                    <a:pt x="90654" y="53823"/>
                    <a:pt x="90782" y="56181"/>
                  </a:cubicBezTo>
                  <a:cubicBezTo>
                    <a:pt x="90910" y="58513"/>
                    <a:pt x="91090" y="60923"/>
                    <a:pt x="91346" y="63306"/>
                  </a:cubicBezTo>
                  <a:cubicBezTo>
                    <a:pt x="91551" y="65510"/>
                    <a:pt x="91807" y="67715"/>
                    <a:pt x="92141" y="69919"/>
                  </a:cubicBezTo>
                  <a:cubicBezTo>
                    <a:pt x="92525" y="72661"/>
                    <a:pt x="92935" y="75404"/>
                    <a:pt x="93371" y="78120"/>
                  </a:cubicBezTo>
                  <a:cubicBezTo>
                    <a:pt x="93858" y="81170"/>
                    <a:pt x="94396" y="84220"/>
                    <a:pt x="94883" y="87245"/>
                  </a:cubicBezTo>
                  <a:cubicBezTo>
                    <a:pt x="95396" y="90372"/>
                    <a:pt x="95857" y="93524"/>
                    <a:pt x="96344" y="96651"/>
                  </a:cubicBezTo>
                  <a:lnTo>
                    <a:pt x="93627" y="96651"/>
                  </a:lnTo>
                  <a:cubicBezTo>
                    <a:pt x="93627" y="96446"/>
                    <a:pt x="93627" y="96215"/>
                    <a:pt x="93602" y="96010"/>
                  </a:cubicBezTo>
                  <a:cubicBezTo>
                    <a:pt x="93191" y="91269"/>
                    <a:pt x="92551" y="86527"/>
                    <a:pt x="91936" y="81811"/>
                  </a:cubicBezTo>
                  <a:cubicBezTo>
                    <a:pt x="91525" y="78659"/>
                    <a:pt x="91064" y="75532"/>
                    <a:pt x="90705" y="72379"/>
                  </a:cubicBezTo>
                  <a:cubicBezTo>
                    <a:pt x="90321" y="69124"/>
                    <a:pt x="90013" y="65895"/>
                    <a:pt x="89680" y="62640"/>
                  </a:cubicBezTo>
                  <a:cubicBezTo>
                    <a:pt x="89321" y="58924"/>
                    <a:pt x="89193" y="55207"/>
                    <a:pt x="89116" y="51465"/>
                  </a:cubicBezTo>
                  <a:cubicBezTo>
                    <a:pt x="89065" y="47749"/>
                    <a:pt x="89219" y="43956"/>
                    <a:pt x="89475" y="40214"/>
                  </a:cubicBezTo>
                  <a:cubicBezTo>
                    <a:pt x="89706" y="36805"/>
                    <a:pt x="90065" y="33396"/>
                    <a:pt x="90500" y="30013"/>
                  </a:cubicBezTo>
                  <a:cubicBezTo>
                    <a:pt x="90936" y="26399"/>
                    <a:pt x="91449" y="22785"/>
                    <a:pt x="91910" y="19171"/>
                  </a:cubicBezTo>
                  <a:cubicBezTo>
                    <a:pt x="92217" y="16890"/>
                    <a:pt x="92269" y="14558"/>
                    <a:pt x="92038" y="12226"/>
                  </a:cubicBezTo>
                  <a:cubicBezTo>
                    <a:pt x="91910" y="11047"/>
                    <a:pt x="91602" y="9868"/>
                    <a:pt x="91141" y="8766"/>
                  </a:cubicBezTo>
                  <a:cubicBezTo>
                    <a:pt x="90167" y="6613"/>
                    <a:pt x="88399" y="5101"/>
                    <a:pt x="85759" y="4357"/>
                  </a:cubicBezTo>
                  <a:cubicBezTo>
                    <a:pt x="84964" y="4101"/>
                    <a:pt x="84144" y="3922"/>
                    <a:pt x="83324" y="3768"/>
                  </a:cubicBezTo>
                  <a:cubicBezTo>
                    <a:pt x="80889" y="3435"/>
                    <a:pt x="78428" y="3230"/>
                    <a:pt x="75968" y="3204"/>
                  </a:cubicBezTo>
                  <a:cubicBezTo>
                    <a:pt x="71406" y="3101"/>
                    <a:pt x="66844" y="2999"/>
                    <a:pt x="62307" y="2871"/>
                  </a:cubicBezTo>
                  <a:cubicBezTo>
                    <a:pt x="57335" y="2717"/>
                    <a:pt x="52363" y="2538"/>
                    <a:pt x="47416" y="2358"/>
                  </a:cubicBezTo>
                  <a:cubicBezTo>
                    <a:pt x="42598" y="2204"/>
                    <a:pt x="37779" y="2153"/>
                    <a:pt x="32961" y="2486"/>
                  </a:cubicBezTo>
                  <a:cubicBezTo>
                    <a:pt x="29654" y="2666"/>
                    <a:pt x="26348" y="3153"/>
                    <a:pt x="23144" y="3973"/>
                  </a:cubicBezTo>
                  <a:cubicBezTo>
                    <a:pt x="18915" y="5049"/>
                    <a:pt x="15225" y="6843"/>
                    <a:pt x="12175" y="9483"/>
                  </a:cubicBezTo>
                  <a:cubicBezTo>
                    <a:pt x="10201" y="11226"/>
                    <a:pt x="8484" y="13225"/>
                    <a:pt x="7049" y="15455"/>
                  </a:cubicBezTo>
                  <a:cubicBezTo>
                    <a:pt x="5716" y="17531"/>
                    <a:pt x="4563" y="19761"/>
                    <a:pt x="3640" y="22093"/>
                  </a:cubicBezTo>
                  <a:cubicBezTo>
                    <a:pt x="2717" y="24451"/>
                    <a:pt x="1820" y="26809"/>
                    <a:pt x="897" y="29167"/>
                  </a:cubicBezTo>
                  <a:cubicBezTo>
                    <a:pt x="769" y="29526"/>
                    <a:pt x="615" y="29885"/>
                    <a:pt x="436" y="30218"/>
                  </a:cubicBezTo>
                  <a:cubicBezTo>
                    <a:pt x="359" y="30320"/>
                    <a:pt x="154" y="30397"/>
                    <a:pt x="0" y="30474"/>
                  </a:cubicBezTo>
                  <a:lnTo>
                    <a:pt x="0" y="22375"/>
                  </a:lnTo>
                  <a:cubicBezTo>
                    <a:pt x="180" y="22298"/>
                    <a:pt x="359" y="22221"/>
                    <a:pt x="436" y="22093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53" name="Google Shape;153;p6"/>
            <p:cNvSpPr/>
            <p:nvPr/>
          </p:nvSpPr>
          <p:spPr>
            <a:xfrm rot="10800000">
              <a:off x="6347520" y="720"/>
              <a:ext cx="2795400" cy="2610720"/>
            </a:xfrm>
            <a:custGeom>
              <a:avLst/>
              <a:gdLst>
                <a:gd name="textAreaLeft" fmla="*/ 0 w 2795400"/>
                <a:gd name="textAreaRight" fmla="*/ 2795760 w 2795400"/>
                <a:gd name="textAreaTop" fmla="*/ 0 h 2610720"/>
                <a:gd name="textAreaBottom" fmla="*/ 2611080 h 2610720"/>
              </a:gdLst>
              <a:ahLst/>
              <a:cxnLst/>
              <a:rect l="textAreaLeft" t="textAreaTop" r="textAreaRight" b="textAreaBottom"/>
              <a:pathLst>
                <a:path w="87040" h="89322">
                  <a:moveTo>
                    <a:pt x="948" y="33499"/>
                  </a:moveTo>
                  <a:cubicBezTo>
                    <a:pt x="3511" y="30244"/>
                    <a:pt x="5869" y="26784"/>
                    <a:pt x="7997" y="23196"/>
                  </a:cubicBezTo>
                  <a:cubicBezTo>
                    <a:pt x="9047" y="21351"/>
                    <a:pt x="10098" y="19531"/>
                    <a:pt x="11200" y="17711"/>
                  </a:cubicBezTo>
                  <a:cubicBezTo>
                    <a:pt x="12456" y="15558"/>
                    <a:pt x="13943" y="13533"/>
                    <a:pt x="15583" y="11662"/>
                  </a:cubicBezTo>
                  <a:cubicBezTo>
                    <a:pt x="19069" y="7818"/>
                    <a:pt x="23528" y="4999"/>
                    <a:pt x="28962" y="3204"/>
                  </a:cubicBezTo>
                  <a:cubicBezTo>
                    <a:pt x="31858" y="2282"/>
                    <a:pt x="34806" y="1615"/>
                    <a:pt x="37830" y="1180"/>
                  </a:cubicBezTo>
                  <a:cubicBezTo>
                    <a:pt x="42520" y="513"/>
                    <a:pt x="47236" y="154"/>
                    <a:pt x="51978" y="103"/>
                  </a:cubicBezTo>
                  <a:cubicBezTo>
                    <a:pt x="56335" y="1"/>
                    <a:pt x="60692" y="26"/>
                    <a:pt x="65075" y="52"/>
                  </a:cubicBezTo>
                  <a:cubicBezTo>
                    <a:pt x="68125" y="78"/>
                    <a:pt x="71200" y="257"/>
                    <a:pt x="74250" y="616"/>
                  </a:cubicBezTo>
                  <a:cubicBezTo>
                    <a:pt x="76173" y="795"/>
                    <a:pt x="78044" y="1180"/>
                    <a:pt x="79863" y="1769"/>
                  </a:cubicBezTo>
                  <a:cubicBezTo>
                    <a:pt x="82862" y="2769"/>
                    <a:pt x="84887" y="4537"/>
                    <a:pt x="85861" y="7075"/>
                  </a:cubicBezTo>
                  <a:cubicBezTo>
                    <a:pt x="86373" y="8407"/>
                    <a:pt x="86681" y="9817"/>
                    <a:pt x="86758" y="11252"/>
                  </a:cubicBezTo>
                  <a:cubicBezTo>
                    <a:pt x="87040" y="14943"/>
                    <a:pt x="86707" y="18634"/>
                    <a:pt x="86450" y="22324"/>
                  </a:cubicBezTo>
                  <a:cubicBezTo>
                    <a:pt x="86194" y="25656"/>
                    <a:pt x="85886" y="29014"/>
                    <a:pt x="85681" y="32346"/>
                  </a:cubicBezTo>
                  <a:cubicBezTo>
                    <a:pt x="85323" y="37882"/>
                    <a:pt x="85169" y="43444"/>
                    <a:pt x="85297" y="48980"/>
                  </a:cubicBezTo>
                  <a:cubicBezTo>
                    <a:pt x="85374" y="53875"/>
                    <a:pt x="85630" y="58745"/>
                    <a:pt x="85886" y="63640"/>
                  </a:cubicBezTo>
                  <a:cubicBezTo>
                    <a:pt x="86092" y="67484"/>
                    <a:pt x="86348" y="71329"/>
                    <a:pt x="86527" y="75173"/>
                  </a:cubicBezTo>
                  <a:cubicBezTo>
                    <a:pt x="86784" y="79710"/>
                    <a:pt x="86732" y="84246"/>
                    <a:pt x="86425" y="88783"/>
                  </a:cubicBezTo>
                  <a:cubicBezTo>
                    <a:pt x="86450" y="88962"/>
                    <a:pt x="86476" y="89142"/>
                    <a:pt x="86527" y="89321"/>
                  </a:cubicBezTo>
                  <a:lnTo>
                    <a:pt x="83580" y="89321"/>
                  </a:lnTo>
                  <a:cubicBezTo>
                    <a:pt x="83605" y="88886"/>
                    <a:pt x="83605" y="88450"/>
                    <a:pt x="83657" y="88014"/>
                  </a:cubicBezTo>
                  <a:cubicBezTo>
                    <a:pt x="83836" y="85810"/>
                    <a:pt x="84118" y="83580"/>
                    <a:pt x="84221" y="81376"/>
                  </a:cubicBezTo>
                  <a:cubicBezTo>
                    <a:pt x="84502" y="75814"/>
                    <a:pt x="84323" y="70278"/>
                    <a:pt x="84144" y="64742"/>
                  </a:cubicBezTo>
                  <a:cubicBezTo>
                    <a:pt x="84041" y="61385"/>
                    <a:pt x="83913" y="58053"/>
                    <a:pt x="83836" y="54695"/>
                  </a:cubicBezTo>
                  <a:cubicBezTo>
                    <a:pt x="83657" y="47083"/>
                    <a:pt x="83708" y="39471"/>
                    <a:pt x="84195" y="31859"/>
                  </a:cubicBezTo>
                  <a:cubicBezTo>
                    <a:pt x="84451" y="28296"/>
                    <a:pt x="84605" y="24734"/>
                    <a:pt x="84810" y="21171"/>
                  </a:cubicBezTo>
                  <a:cubicBezTo>
                    <a:pt x="84989" y="18557"/>
                    <a:pt x="84938" y="15968"/>
                    <a:pt x="84707" y="13380"/>
                  </a:cubicBezTo>
                  <a:cubicBezTo>
                    <a:pt x="84554" y="11842"/>
                    <a:pt x="84195" y="10355"/>
                    <a:pt x="83631" y="8946"/>
                  </a:cubicBezTo>
                  <a:cubicBezTo>
                    <a:pt x="82580" y="6562"/>
                    <a:pt x="80658" y="4845"/>
                    <a:pt x="77839" y="3820"/>
                  </a:cubicBezTo>
                  <a:cubicBezTo>
                    <a:pt x="76660" y="3410"/>
                    <a:pt x="75481" y="3076"/>
                    <a:pt x="74276" y="2846"/>
                  </a:cubicBezTo>
                  <a:cubicBezTo>
                    <a:pt x="71124" y="2282"/>
                    <a:pt x="67971" y="2000"/>
                    <a:pt x="64793" y="1974"/>
                  </a:cubicBezTo>
                  <a:cubicBezTo>
                    <a:pt x="57770" y="1769"/>
                    <a:pt x="50748" y="2051"/>
                    <a:pt x="43776" y="2871"/>
                  </a:cubicBezTo>
                  <a:cubicBezTo>
                    <a:pt x="40444" y="3230"/>
                    <a:pt x="37164" y="3871"/>
                    <a:pt x="33934" y="4768"/>
                  </a:cubicBezTo>
                  <a:cubicBezTo>
                    <a:pt x="28731" y="6229"/>
                    <a:pt x="24144" y="8484"/>
                    <a:pt x="20350" y="11765"/>
                  </a:cubicBezTo>
                  <a:cubicBezTo>
                    <a:pt x="18223" y="13636"/>
                    <a:pt x="16301" y="15763"/>
                    <a:pt x="14660" y="18095"/>
                  </a:cubicBezTo>
                  <a:cubicBezTo>
                    <a:pt x="13379" y="19864"/>
                    <a:pt x="12174" y="21684"/>
                    <a:pt x="10944" y="23478"/>
                  </a:cubicBezTo>
                  <a:cubicBezTo>
                    <a:pt x="7971" y="27912"/>
                    <a:pt x="4716" y="32141"/>
                    <a:pt x="1205" y="36165"/>
                  </a:cubicBezTo>
                  <a:cubicBezTo>
                    <a:pt x="974" y="36421"/>
                    <a:pt x="743" y="36677"/>
                    <a:pt x="513" y="36908"/>
                  </a:cubicBezTo>
                  <a:cubicBezTo>
                    <a:pt x="333" y="36985"/>
                    <a:pt x="179" y="37036"/>
                    <a:pt x="0" y="37062"/>
                  </a:cubicBezTo>
                  <a:lnTo>
                    <a:pt x="0" y="34242"/>
                  </a:lnTo>
                  <a:cubicBezTo>
                    <a:pt x="564" y="34217"/>
                    <a:pt x="692" y="33807"/>
                    <a:pt x="948" y="3349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54" name="Google Shape;154;p6"/>
            <p:cNvSpPr/>
            <p:nvPr/>
          </p:nvSpPr>
          <p:spPr>
            <a:xfrm rot="10800000">
              <a:off x="7662960" y="720"/>
              <a:ext cx="1479960" cy="1058400"/>
            </a:xfrm>
            <a:custGeom>
              <a:avLst/>
              <a:gdLst>
                <a:gd name="textAreaLeft" fmla="*/ 0 w 1479960"/>
                <a:gd name="textAreaRight" fmla="*/ 1480320 w 1479960"/>
                <a:gd name="textAreaTop" fmla="*/ 0 h 1058400"/>
                <a:gd name="textAreaBottom" fmla="*/ 1058760 h 1058400"/>
              </a:gdLst>
              <a:ahLst/>
              <a:cxnLst/>
              <a:rect l="textAreaLeft" t="textAreaTop" r="textAreaRight" b="textAreaBottom"/>
              <a:pathLst>
                <a:path w="46083" h="36216">
                  <a:moveTo>
                    <a:pt x="11149" y="6818"/>
                  </a:moveTo>
                  <a:cubicBezTo>
                    <a:pt x="13994" y="5357"/>
                    <a:pt x="16916" y="4101"/>
                    <a:pt x="19940" y="3050"/>
                  </a:cubicBezTo>
                  <a:cubicBezTo>
                    <a:pt x="23785" y="1717"/>
                    <a:pt x="27757" y="641"/>
                    <a:pt x="31935" y="231"/>
                  </a:cubicBezTo>
                  <a:cubicBezTo>
                    <a:pt x="33806" y="0"/>
                    <a:pt x="35703" y="26"/>
                    <a:pt x="37599" y="308"/>
                  </a:cubicBezTo>
                  <a:cubicBezTo>
                    <a:pt x="40265" y="769"/>
                    <a:pt x="42315" y="1948"/>
                    <a:pt x="43725" y="3896"/>
                  </a:cubicBezTo>
                  <a:cubicBezTo>
                    <a:pt x="44314" y="4742"/>
                    <a:pt x="44776" y="5664"/>
                    <a:pt x="45109" y="6664"/>
                  </a:cubicBezTo>
                  <a:cubicBezTo>
                    <a:pt x="45622" y="8330"/>
                    <a:pt x="45929" y="10098"/>
                    <a:pt x="45980" y="11867"/>
                  </a:cubicBezTo>
                  <a:cubicBezTo>
                    <a:pt x="46083" y="14635"/>
                    <a:pt x="45929" y="17454"/>
                    <a:pt x="45468" y="20196"/>
                  </a:cubicBezTo>
                  <a:cubicBezTo>
                    <a:pt x="44904" y="23887"/>
                    <a:pt x="44109" y="27501"/>
                    <a:pt x="43110" y="31089"/>
                  </a:cubicBezTo>
                  <a:cubicBezTo>
                    <a:pt x="42725" y="32473"/>
                    <a:pt x="42341" y="33832"/>
                    <a:pt x="41982" y="35216"/>
                  </a:cubicBezTo>
                  <a:cubicBezTo>
                    <a:pt x="41905" y="35523"/>
                    <a:pt x="41649" y="35856"/>
                    <a:pt x="41905" y="36215"/>
                  </a:cubicBezTo>
                  <a:lnTo>
                    <a:pt x="38701" y="36215"/>
                  </a:lnTo>
                  <a:cubicBezTo>
                    <a:pt x="38804" y="35600"/>
                    <a:pt x="38881" y="34959"/>
                    <a:pt x="39009" y="34370"/>
                  </a:cubicBezTo>
                  <a:cubicBezTo>
                    <a:pt x="39752" y="31140"/>
                    <a:pt x="40444" y="27885"/>
                    <a:pt x="40880" y="24630"/>
                  </a:cubicBezTo>
                  <a:cubicBezTo>
                    <a:pt x="41264" y="21683"/>
                    <a:pt x="41495" y="18710"/>
                    <a:pt x="41188" y="15737"/>
                  </a:cubicBezTo>
                  <a:cubicBezTo>
                    <a:pt x="41085" y="14276"/>
                    <a:pt x="40777" y="12866"/>
                    <a:pt x="40291" y="11508"/>
                  </a:cubicBezTo>
                  <a:cubicBezTo>
                    <a:pt x="40009" y="10790"/>
                    <a:pt x="39650" y="10098"/>
                    <a:pt x="39240" y="9432"/>
                  </a:cubicBezTo>
                  <a:cubicBezTo>
                    <a:pt x="37779" y="7074"/>
                    <a:pt x="35395" y="5690"/>
                    <a:pt x="32268" y="5203"/>
                  </a:cubicBezTo>
                  <a:cubicBezTo>
                    <a:pt x="30423" y="4947"/>
                    <a:pt x="28552" y="4921"/>
                    <a:pt x="26707" y="5126"/>
                  </a:cubicBezTo>
                  <a:cubicBezTo>
                    <a:pt x="22554" y="5562"/>
                    <a:pt x="18505" y="6664"/>
                    <a:pt x="14660" y="8330"/>
                  </a:cubicBezTo>
                  <a:cubicBezTo>
                    <a:pt x="10944" y="9919"/>
                    <a:pt x="7356" y="11790"/>
                    <a:pt x="3896" y="13917"/>
                  </a:cubicBezTo>
                  <a:cubicBezTo>
                    <a:pt x="2896" y="14532"/>
                    <a:pt x="1922" y="15173"/>
                    <a:pt x="923" y="15788"/>
                  </a:cubicBezTo>
                  <a:cubicBezTo>
                    <a:pt x="666" y="16019"/>
                    <a:pt x="333" y="16121"/>
                    <a:pt x="0" y="16121"/>
                  </a:cubicBezTo>
                  <a:lnTo>
                    <a:pt x="0" y="13123"/>
                  </a:lnTo>
                  <a:cubicBezTo>
                    <a:pt x="513" y="13123"/>
                    <a:pt x="820" y="12815"/>
                    <a:pt x="1179" y="12584"/>
                  </a:cubicBezTo>
                  <a:cubicBezTo>
                    <a:pt x="4383" y="10508"/>
                    <a:pt x="7689" y="8586"/>
                    <a:pt x="11149" y="681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55" name="Google Shape;155;p6"/>
            <p:cNvSpPr/>
            <p:nvPr/>
          </p:nvSpPr>
          <p:spPr>
            <a:xfrm rot="10800000">
              <a:off x="6503040" y="4092480"/>
              <a:ext cx="2639880" cy="1050840"/>
            </a:xfrm>
            <a:custGeom>
              <a:avLst/>
              <a:gdLst>
                <a:gd name="textAreaLeft" fmla="*/ 0 w 2639880"/>
                <a:gd name="textAreaRight" fmla="*/ 2640240 w 2639880"/>
                <a:gd name="textAreaTop" fmla="*/ 0 h 1050840"/>
                <a:gd name="textAreaBottom" fmla="*/ 1051200 h 1050840"/>
              </a:gdLst>
              <a:ahLst/>
              <a:cxnLst/>
              <a:rect l="textAreaLeft" t="textAreaTop" r="textAreaRight" b="textAreaBottom"/>
              <a:pathLst>
                <a:path w="82196" h="35959">
                  <a:moveTo>
                    <a:pt x="74737" y="6049"/>
                  </a:moveTo>
                  <a:cubicBezTo>
                    <a:pt x="72918" y="7766"/>
                    <a:pt x="71431" y="9791"/>
                    <a:pt x="70355" y="12046"/>
                  </a:cubicBezTo>
                  <a:cubicBezTo>
                    <a:pt x="69663" y="13558"/>
                    <a:pt x="69047" y="15096"/>
                    <a:pt x="68535" y="16685"/>
                  </a:cubicBezTo>
                  <a:cubicBezTo>
                    <a:pt x="67612" y="19402"/>
                    <a:pt x="66715" y="22144"/>
                    <a:pt x="65587" y="24784"/>
                  </a:cubicBezTo>
                  <a:cubicBezTo>
                    <a:pt x="64742" y="26809"/>
                    <a:pt x="63716" y="28782"/>
                    <a:pt x="62486" y="30628"/>
                  </a:cubicBezTo>
                  <a:cubicBezTo>
                    <a:pt x="61692" y="31832"/>
                    <a:pt x="60718" y="32935"/>
                    <a:pt x="59616" y="33857"/>
                  </a:cubicBezTo>
                  <a:cubicBezTo>
                    <a:pt x="57924" y="35216"/>
                    <a:pt x="55848" y="35959"/>
                    <a:pt x="53695" y="35933"/>
                  </a:cubicBezTo>
                  <a:cubicBezTo>
                    <a:pt x="51773" y="35933"/>
                    <a:pt x="49851" y="35626"/>
                    <a:pt x="48005" y="35087"/>
                  </a:cubicBezTo>
                  <a:cubicBezTo>
                    <a:pt x="45750" y="34395"/>
                    <a:pt x="43546" y="33575"/>
                    <a:pt x="41393" y="32576"/>
                  </a:cubicBezTo>
                  <a:cubicBezTo>
                    <a:pt x="37933" y="31012"/>
                    <a:pt x="34575" y="29295"/>
                    <a:pt x="31243" y="27552"/>
                  </a:cubicBezTo>
                  <a:cubicBezTo>
                    <a:pt x="24682" y="24169"/>
                    <a:pt x="18095" y="20786"/>
                    <a:pt x="11405" y="17582"/>
                  </a:cubicBezTo>
                  <a:cubicBezTo>
                    <a:pt x="8022" y="15993"/>
                    <a:pt x="4639" y="14378"/>
                    <a:pt x="1256" y="12789"/>
                  </a:cubicBezTo>
                  <a:cubicBezTo>
                    <a:pt x="871" y="12610"/>
                    <a:pt x="513" y="12354"/>
                    <a:pt x="0" y="12405"/>
                  </a:cubicBezTo>
                  <a:lnTo>
                    <a:pt x="0" y="11277"/>
                  </a:lnTo>
                  <a:cubicBezTo>
                    <a:pt x="179" y="11252"/>
                    <a:pt x="359" y="11252"/>
                    <a:pt x="538" y="11277"/>
                  </a:cubicBezTo>
                  <a:cubicBezTo>
                    <a:pt x="897" y="11405"/>
                    <a:pt x="1205" y="11559"/>
                    <a:pt x="1538" y="11713"/>
                  </a:cubicBezTo>
                  <a:cubicBezTo>
                    <a:pt x="11072" y="16044"/>
                    <a:pt x="20504" y="20504"/>
                    <a:pt x="29885" y="25092"/>
                  </a:cubicBezTo>
                  <a:cubicBezTo>
                    <a:pt x="33370" y="26809"/>
                    <a:pt x="36882" y="28475"/>
                    <a:pt x="40521" y="29961"/>
                  </a:cubicBezTo>
                  <a:cubicBezTo>
                    <a:pt x="42315" y="30705"/>
                    <a:pt x="44186" y="31345"/>
                    <a:pt x="46083" y="31884"/>
                  </a:cubicBezTo>
                  <a:cubicBezTo>
                    <a:pt x="47749" y="32345"/>
                    <a:pt x="49466" y="32576"/>
                    <a:pt x="51209" y="32550"/>
                  </a:cubicBezTo>
                  <a:cubicBezTo>
                    <a:pt x="53131" y="32550"/>
                    <a:pt x="55002" y="31909"/>
                    <a:pt x="56514" y="30730"/>
                  </a:cubicBezTo>
                  <a:cubicBezTo>
                    <a:pt x="57437" y="29987"/>
                    <a:pt x="58232" y="29167"/>
                    <a:pt x="58949" y="28244"/>
                  </a:cubicBezTo>
                  <a:cubicBezTo>
                    <a:pt x="59821" y="27117"/>
                    <a:pt x="60590" y="25938"/>
                    <a:pt x="61256" y="24682"/>
                  </a:cubicBezTo>
                  <a:cubicBezTo>
                    <a:pt x="62384" y="22580"/>
                    <a:pt x="63358" y="20401"/>
                    <a:pt x="64229" y="18197"/>
                  </a:cubicBezTo>
                  <a:cubicBezTo>
                    <a:pt x="65049" y="16147"/>
                    <a:pt x="65844" y="14096"/>
                    <a:pt x="66715" y="12046"/>
                  </a:cubicBezTo>
                  <a:cubicBezTo>
                    <a:pt x="67792" y="9560"/>
                    <a:pt x="69355" y="7279"/>
                    <a:pt x="71329" y="5408"/>
                  </a:cubicBezTo>
                  <a:cubicBezTo>
                    <a:pt x="72764" y="4075"/>
                    <a:pt x="74302" y="2871"/>
                    <a:pt x="75942" y="1794"/>
                  </a:cubicBezTo>
                  <a:cubicBezTo>
                    <a:pt x="76813" y="1205"/>
                    <a:pt x="77685" y="589"/>
                    <a:pt x="78556" y="0"/>
                  </a:cubicBezTo>
                  <a:lnTo>
                    <a:pt x="82196" y="0"/>
                  </a:lnTo>
                  <a:cubicBezTo>
                    <a:pt x="81273" y="692"/>
                    <a:pt x="80376" y="1410"/>
                    <a:pt x="79453" y="2102"/>
                  </a:cubicBezTo>
                  <a:cubicBezTo>
                    <a:pt x="77813" y="3332"/>
                    <a:pt x="76224" y="4639"/>
                    <a:pt x="74737" y="604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56" name="Google Shape;156;p6"/>
            <p:cNvSpPr/>
            <p:nvPr/>
          </p:nvSpPr>
          <p:spPr>
            <a:xfrm rot="10800000">
              <a:off x="2026440" y="4494240"/>
              <a:ext cx="1460880" cy="649080"/>
            </a:xfrm>
            <a:custGeom>
              <a:avLst/>
              <a:gdLst>
                <a:gd name="textAreaLeft" fmla="*/ 0 w 1460880"/>
                <a:gd name="textAreaRight" fmla="*/ 1461240 w 1460880"/>
                <a:gd name="textAreaTop" fmla="*/ 0 h 649080"/>
                <a:gd name="textAreaBottom" fmla="*/ 649440 h 649080"/>
              </a:gdLst>
              <a:ahLst/>
              <a:cxnLst/>
              <a:rect l="textAreaLeft" t="textAreaTop" r="textAreaRight" b="textAreaBottom"/>
              <a:pathLst>
                <a:path w="45495" h="22222">
                  <a:moveTo>
                    <a:pt x="39240" y="3024"/>
                  </a:moveTo>
                  <a:cubicBezTo>
                    <a:pt x="32192" y="6356"/>
                    <a:pt x="25528" y="10406"/>
                    <a:pt x="19377" y="15173"/>
                  </a:cubicBezTo>
                  <a:cubicBezTo>
                    <a:pt x="18173" y="16096"/>
                    <a:pt x="16968" y="17018"/>
                    <a:pt x="15738" y="17890"/>
                  </a:cubicBezTo>
                  <a:cubicBezTo>
                    <a:pt x="14482" y="18761"/>
                    <a:pt x="13277" y="19556"/>
                    <a:pt x="11996" y="20325"/>
                  </a:cubicBezTo>
                  <a:cubicBezTo>
                    <a:pt x="11150" y="20837"/>
                    <a:pt x="10253" y="21247"/>
                    <a:pt x="9305" y="21555"/>
                  </a:cubicBezTo>
                  <a:cubicBezTo>
                    <a:pt x="7228" y="22221"/>
                    <a:pt x="5357" y="21914"/>
                    <a:pt x="3743" y="20658"/>
                  </a:cubicBezTo>
                  <a:cubicBezTo>
                    <a:pt x="2923" y="19991"/>
                    <a:pt x="2231" y="19197"/>
                    <a:pt x="1744" y="18274"/>
                  </a:cubicBezTo>
                  <a:cubicBezTo>
                    <a:pt x="1077" y="16993"/>
                    <a:pt x="616" y="15634"/>
                    <a:pt x="411" y="14199"/>
                  </a:cubicBezTo>
                  <a:cubicBezTo>
                    <a:pt x="26" y="11508"/>
                    <a:pt x="1" y="8765"/>
                    <a:pt x="334" y="6049"/>
                  </a:cubicBezTo>
                  <a:cubicBezTo>
                    <a:pt x="539" y="4050"/>
                    <a:pt x="821" y="2025"/>
                    <a:pt x="1103" y="0"/>
                  </a:cubicBezTo>
                  <a:lnTo>
                    <a:pt x="3589" y="0"/>
                  </a:lnTo>
                  <a:cubicBezTo>
                    <a:pt x="3486" y="897"/>
                    <a:pt x="3384" y="1820"/>
                    <a:pt x="3307" y="2717"/>
                  </a:cubicBezTo>
                  <a:cubicBezTo>
                    <a:pt x="3025" y="5075"/>
                    <a:pt x="2846" y="7458"/>
                    <a:pt x="3128" y="9842"/>
                  </a:cubicBezTo>
                  <a:cubicBezTo>
                    <a:pt x="3256" y="11021"/>
                    <a:pt x="3563" y="12200"/>
                    <a:pt x="4025" y="13302"/>
                  </a:cubicBezTo>
                  <a:cubicBezTo>
                    <a:pt x="4332" y="14045"/>
                    <a:pt x="4742" y="14712"/>
                    <a:pt x="5281" y="15301"/>
                  </a:cubicBezTo>
                  <a:cubicBezTo>
                    <a:pt x="5768" y="15839"/>
                    <a:pt x="6383" y="16275"/>
                    <a:pt x="7075" y="16557"/>
                  </a:cubicBezTo>
                  <a:cubicBezTo>
                    <a:pt x="8074" y="16941"/>
                    <a:pt x="9176" y="16967"/>
                    <a:pt x="10176" y="16634"/>
                  </a:cubicBezTo>
                  <a:cubicBezTo>
                    <a:pt x="10996" y="16378"/>
                    <a:pt x="11765" y="16070"/>
                    <a:pt x="12508" y="15686"/>
                  </a:cubicBezTo>
                  <a:cubicBezTo>
                    <a:pt x="13636" y="15070"/>
                    <a:pt x="14764" y="14404"/>
                    <a:pt x="15815" y="13686"/>
                  </a:cubicBezTo>
                  <a:cubicBezTo>
                    <a:pt x="17737" y="12405"/>
                    <a:pt x="19582" y="11072"/>
                    <a:pt x="21453" y="9739"/>
                  </a:cubicBezTo>
                  <a:cubicBezTo>
                    <a:pt x="26630" y="6049"/>
                    <a:pt x="32167" y="2896"/>
                    <a:pt x="37985" y="359"/>
                  </a:cubicBezTo>
                  <a:cubicBezTo>
                    <a:pt x="38241" y="256"/>
                    <a:pt x="38446" y="128"/>
                    <a:pt x="38651" y="0"/>
                  </a:cubicBezTo>
                  <a:lnTo>
                    <a:pt x="45494" y="0"/>
                  </a:lnTo>
                  <a:cubicBezTo>
                    <a:pt x="45264" y="154"/>
                    <a:pt x="45007" y="308"/>
                    <a:pt x="44777" y="436"/>
                  </a:cubicBezTo>
                  <a:cubicBezTo>
                    <a:pt x="42931" y="1307"/>
                    <a:pt x="41060" y="2153"/>
                    <a:pt x="39240" y="3024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57" name="Google Shape;157;p6"/>
            <p:cNvSpPr/>
            <p:nvPr/>
          </p:nvSpPr>
          <p:spPr>
            <a:xfrm rot="10800000">
              <a:off x="7418520" y="720"/>
              <a:ext cx="1724400" cy="1312200"/>
            </a:xfrm>
            <a:custGeom>
              <a:avLst/>
              <a:gdLst>
                <a:gd name="textAreaLeft" fmla="*/ 0 w 1724400"/>
                <a:gd name="textAreaRight" fmla="*/ 1724760 w 1724400"/>
                <a:gd name="textAreaTop" fmla="*/ 0 h 1312200"/>
                <a:gd name="textAreaBottom" fmla="*/ 1312560 h 1312200"/>
              </a:gdLst>
              <a:ahLst/>
              <a:cxnLst/>
              <a:rect l="textAreaLeft" t="textAreaTop" r="textAreaRight" b="textAreaBottom"/>
              <a:pathLst>
                <a:path w="53696" h="44905">
                  <a:moveTo>
                    <a:pt x="5024" y="14199"/>
                  </a:moveTo>
                  <a:cubicBezTo>
                    <a:pt x="12456" y="9766"/>
                    <a:pt x="20350" y="6100"/>
                    <a:pt x="28552" y="3281"/>
                  </a:cubicBezTo>
                  <a:cubicBezTo>
                    <a:pt x="31602" y="2179"/>
                    <a:pt x="34729" y="1308"/>
                    <a:pt x="37907" y="667"/>
                  </a:cubicBezTo>
                  <a:cubicBezTo>
                    <a:pt x="40085" y="180"/>
                    <a:pt x="42315" y="0"/>
                    <a:pt x="44545" y="129"/>
                  </a:cubicBezTo>
                  <a:cubicBezTo>
                    <a:pt x="47621" y="359"/>
                    <a:pt x="49902" y="1590"/>
                    <a:pt x="51363" y="3845"/>
                  </a:cubicBezTo>
                  <a:cubicBezTo>
                    <a:pt x="52003" y="4819"/>
                    <a:pt x="52516" y="5921"/>
                    <a:pt x="52824" y="7074"/>
                  </a:cubicBezTo>
                  <a:cubicBezTo>
                    <a:pt x="53413" y="9150"/>
                    <a:pt x="53695" y="11329"/>
                    <a:pt x="53669" y="13482"/>
                  </a:cubicBezTo>
                  <a:cubicBezTo>
                    <a:pt x="53695" y="16250"/>
                    <a:pt x="53464" y="18992"/>
                    <a:pt x="53003" y="21735"/>
                  </a:cubicBezTo>
                  <a:cubicBezTo>
                    <a:pt x="52414" y="25297"/>
                    <a:pt x="51619" y="28834"/>
                    <a:pt x="50645" y="32346"/>
                  </a:cubicBezTo>
                  <a:cubicBezTo>
                    <a:pt x="49620" y="36216"/>
                    <a:pt x="48390" y="40060"/>
                    <a:pt x="47134" y="43879"/>
                  </a:cubicBezTo>
                  <a:cubicBezTo>
                    <a:pt x="47031" y="44212"/>
                    <a:pt x="46980" y="44545"/>
                    <a:pt x="46929" y="44904"/>
                  </a:cubicBezTo>
                  <a:lnTo>
                    <a:pt x="45314" y="44904"/>
                  </a:lnTo>
                  <a:cubicBezTo>
                    <a:pt x="45314" y="44648"/>
                    <a:pt x="45340" y="44392"/>
                    <a:pt x="45391" y="44161"/>
                  </a:cubicBezTo>
                  <a:cubicBezTo>
                    <a:pt x="45545" y="43648"/>
                    <a:pt x="45724" y="43136"/>
                    <a:pt x="45904" y="42623"/>
                  </a:cubicBezTo>
                  <a:cubicBezTo>
                    <a:pt x="48082" y="35780"/>
                    <a:pt x="50004" y="28885"/>
                    <a:pt x="50901" y="21837"/>
                  </a:cubicBezTo>
                  <a:cubicBezTo>
                    <a:pt x="51260" y="19223"/>
                    <a:pt x="51337" y="16583"/>
                    <a:pt x="51183" y="13969"/>
                  </a:cubicBezTo>
                  <a:cubicBezTo>
                    <a:pt x="51106" y="12636"/>
                    <a:pt x="50876" y="11329"/>
                    <a:pt x="50543" y="10047"/>
                  </a:cubicBezTo>
                  <a:cubicBezTo>
                    <a:pt x="50184" y="8715"/>
                    <a:pt x="49594" y="7433"/>
                    <a:pt x="48774" y="6305"/>
                  </a:cubicBezTo>
                  <a:cubicBezTo>
                    <a:pt x="47493" y="4588"/>
                    <a:pt x="45673" y="3512"/>
                    <a:pt x="43264" y="3102"/>
                  </a:cubicBezTo>
                  <a:cubicBezTo>
                    <a:pt x="41470" y="2845"/>
                    <a:pt x="39624" y="2820"/>
                    <a:pt x="37830" y="3076"/>
                  </a:cubicBezTo>
                  <a:cubicBezTo>
                    <a:pt x="35805" y="3307"/>
                    <a:pt x="33806" y="3691"/>
                    <a:pt x="31858" y="4204"/>
                  </a:cubicBezTo>
                  <a:cubicBezTo>
                    <a:pt x="25989" y="5742"/>
                    <a:pt x="20299" y="7818"/>
                    <a:pt x="14814" y="10406"/>
                  </a:cubicBezTo>
                  <a:cubicBezTo>
                    <a:pt x="10175" y="12636"/>
                    <a:pt x="5664" y="15122"/>
                    <a:pt x="1333" y="17890"/>
                  </a:cubicBezTo>
                  <a:cubicBezTo>
                    <a:pt x="923" y="18147"/>
                    <a:pt x="436" y="18352"/>
                    <a:pt x="0" y="18608"/>
                  </a:cubicBezTo>
                  <a:lnTo>
                    <a:pt x="0" y="17096"/>
                  </a:lnTo>
                  <a:cubicBezTo>
                    <a:pt x="384" y="17019"/>
                    <a:pt x="769" y="16839"/>
                    <a:pt x="1076" y="16609"/>
                  </a:cubicBezTo>
                  <a:cubicBezTo>
                    <a:pt x="2384" y="15814"/>
                    <a:pt x="3691" y="14994"/>
                    <a:pt x="5024" y="1419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58" name="Google Shape;158;p6"/>
            <p:cNvSpPr/>
            <p:nvPr/>
          </p:nvSpPr>
          <p:spPr>
            <a:xfrm rot="10800000">
              <a:off x="720" y="3336120"/>
              <a:ext cx="301680" cy="823680"/>
            </a:xfrm>
            <a:custGeom>
              <a:avLst/>
              <a:gdLst>
                <a:gd name="textAreaLeft" fmla="*/ 0 w 301680"/>
                <a:gd name="textAreaRight" fmla="*/ 302040 w 301680"/>
                <a:gd name="textAreaTop" fmla="*/ 0 h 823680"/>
                <a:gd name="textAreaBottom" fmla="*/ 824040 h 823680"/>
              </a:gdLst>
              <a:ahLst/>
              <a:cxnLst/>
              <a:rect l="textAreaLeft" t="textAreaTop" r="textAreaRight" b="textAreaBottom"/>
              <a:pathLst>
                <a:path w="9407" h="28194">
                  <a:moveTo>
                    <a:pt x="4050" y="24579"/>
                  </a:moveTo>
                  <a:cubicBezTo>
                    <a:pt x="1462" y="22273"/>
                    <a:pt x="129" y="19556"/>
                    <a:pt x="26" y="16429"/>
                  </a:cubicBezTo>
                  <a:cubicBezTo>
                    <a:pt x="1" y="14481"/>
                    <a:pt x="359" y="12533"/>
                    <a:pt x="1103" y="10714"/>
                  </a:cubicBezTo>
                  <a:cubicBezTo>
                    <a:pt x="2743" y="6536"/>
                    <a:pt x="5639" y="3025"/>
                    <a:pt x="9407" y="0"/>
                  </a:cubicBezTo>
                  <a:lnTo>
                    <a:pt x="9407" y="7125"/>
                  </a:lnTo>
                  <a:cubicBezTo>
                    <a:pt x="9356" y="7177"/>
                    <a:pt x="9279" y="7202"/>
                    <a:pt x="9228" y="7253"/>
                  </a:cubicBezTo>
                  <a:cubicBezTo>
                    <a:pt x="7741" y="9842"/>
                    <a:pt x="7126" y="12559"/>
                    <a:pt x="7792" y="15429"/>
                  </a:cubicBezTo>
                  <a:cubicBezTo>
                    <a:pt x="8074" y="16660"/>
                    <a:pt x="8612" y="17813"/>
                    <a:pt x="9407" y="18787"/>
                  </a:cubicBezTo>
                  <a:lnTo>
                    <a:pt x="9407" y="28193"/>
                  </a:lnTo>
                  <a:lnTo>
                    <a:pt x="8100" y="27424"/>
                  </a:lnTo>
                  <a:cubicBezTo>
                    <a:pt x="6639" y="26630"/>
                    <a:pt x="5280" y="25681"/>
                    <a:pt x="4050" y="2457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59" name="Google Shape;159;p6"/>
            <p:cNvSpPr/>
            <p:nvPr/>
          </p:nvSpPr>
          <p:spPr>
            <a:xfrm rot="10800000">
              <a:off x="6773040" y="4313520"/>
              <a:ext cx="2369880" cy="829800"/>
            </a:xfrm>
            <a:custGeom>
              <a:avLst/>
              <a:gdLst>
                <a:gd name="textAreaLeft" fmla="*/ 0 w 2369880"/>
                <a:gd name="textAreaRight" fmla="*/ 2370240 w 2369880"/>
                <a:gd name="textAreaTop" fmla="*/ 0 h 829800"/>
                <a:gd name="textAreaBottom" fmla="*/ 830160 h 829800"/>
              </a:gdLst>
              <a:ahLst/>
              <a:cxnLst/>
              <a:rect l="textAreaLeft" t="textAreaTop" r="textAreaRight" b="textAreaBottom"/>
              <a:pathLst>
                <a:path w="73790" h="28399">
                  <a:moveTo>
                    <a:pt x="63076" y="10355"/>
                  </a:moveTo>
                  <a:cubicBezTo>
                    <a:pt x="62537" y="11405"/>
                    <a:pt x="61999" y="12482"/>
                    <a:pt x="61461" y="13558"/>
                  </a:cubicBezTo>
                  <a:cubicBezTo>
                    <a:pt x="60308" y="16044"/>
                    <a:pt x="59000" y="18479"/>
                    <a:pt x="57591" y="20863"/>
                  </a:cubicBezTo>
                  <a:cubicBezTo>
                    <a:pt x="56745" y="22247"/>
                    <a:pt x="55771" y="23554"/>
                    <a:pt x="54669" y="24784"/>
                  </a:cubicBezTo>
                  <a:cubicBezTo>
                    <a:pt x="53900" y="25630"/>
                    <a:pt x="53029" y="26373"/>
                    <a:pt x="52080" y="26988"/>
                  </a:cubicBezTo>
                  <a:cubicBezTo>
                    <a:pt x="51004" y="27680"/>
                    <a:pt x="49799" y="28090"/>
                    <a:pt x="48543" y="28244"/>
                  </a:cubicBezTo>
                  <a:cubicBezTo>
                    <a:pt x="47211" y="28398"/>
                    <a:pt x="45878" y="28347"/>
                    <a:pt x="44596" y="28090"/>
                  </a:cubicBezTo>
                  <a:cubicBezTo>
                    <a:pt x="42674" y="27757"/>
                    <a:pt x="40803" y="27245"/>
                    <a:pt x="38983" y="26604"/>
                  </a:cubicBezTo>
                  <a:cubicBezTo>
                    <a:pt x="35780" y="25502"/>
                    <a:pt x="32730" y="24195"/>
                    <a:pt x="29705" y="22836"/>
                  </a:cubicBezTo>
                  <a:cubicBezTo>
                    <a:pt x="24169" y="20401"/>
                    <a:pt x="18684" y="17941"/>
                    <a:pt x="13174" y="15481"/>
                  </a:cubicBezTo>
                  <a:cubicBezTo>
                    <a:pt x="9201" y="13686"/>
                    <a:pt x="5229" y="11944"/>
                    <a:pt x="1256" y="10175"/>
                  </a:cubicBezTo>
                  <a:cubicBezTo>
                    <a:pt x="871" y="9996"/>
                    <a:pt x="487" y="9739"/>
                    <a:pt x="0" y="9765"/>
                  </a:cubicBezTo>
                  <a:lnTo>
                    <a:pt x="0" y="9022"/>
                  </a:lnTo>
                  <a:cubicBezTo>
                    <a:pt x="461" y="9176"/>
                    <a:pt x="923" y="9329"/>
                    <a:pt x="1358" y="9509"/>
                  </a:cubicBezTo>
                  <a:cubicBezTo>
                    <a:pt x="9252" y="12943"/>
                    <a:pt x="17172" y="16378"/>
                    <a:pt x="25066" y="19838"/>
                  </a:cubicBezTo>
                  <a:cubicBezTo>
                    <a:pt x="28475" y="21299"/>
                    <a:pt x="31884" y="22708"/>
                    <a:pt x="35395" y="23990"/>
                  </a:cubicBezTo>
                  <a:cubicBezTo>
                    <a:pt x="37215" y="24656"/>
                    <a:pt x="39060" y="25194"/>
                    <a:pt x="40931" y="25656"/>
                  </a:cubicBezTo>
                  <a:cubicBezTo>
                    <a:pt x="42443" y="26014"/>
                    <a:pt x="43981" y="26194"/>
                    <a:pt x="45545" y="26168"/>
                  </a:cubicBezTo>
                  <a:cubicBezTo>
                    <a:pt x="47082" y="26168"/>
                    <a:pt x="48569" y="25758"/>
                    <a:pt x="49902" y="24989"/>
                  </a:cubicBezTo>
                  <a:cubicBezTo>
                    <a:pt x="50927" y="24374"/>
                    <a:pt x="51850" y="23656"/>
                    <a:pt x="52695" y="22811"/>
                  </a:cubicBezTo>
                  <a:cubicBezTo>
                    <a:pt x="53746" y="21734"/>
                    <a:pt x="54695" y="20555"/>
                    <a:pt x="55540" y="19299"/>
                  </a:cubicBezTo>
                  <a:cubicBezTo>
                    <a:pt x="56950" y="17198"/>
                    <a:pt x="58257" y="15045"/>
                    <a:pt x="59436" y="12815"/>
                  </a:cubicBezTo>
                  <a:cubicBezTo>
                    <a:pt x="60103" y="11585"/>
                    <a:pt x="60769" y="10355"/>
                    <a:pt x="61461" y="9150"/>
                  </a:cubicBezTo>
                  <a:cubicBezTo>
                    <a:pt x="62409" y="7510"/>
                    <a:pt x="63588" y="5997"/>
                    <a:pt x="64947" y="4665"/>
                  </a:cubicBezTo>
                  <a:cubicBezTo>
                    <a:pt x="66587" y="3076"/>
                    <a:pt x="68432" y="1717"/>
                    <a:pt x="70432" y="589"/>
                  </a:cubicBezTo>
                  <a:cubicBezTo>
                    <a:pt x="70739" y="410"/>
                    <a:pt x="70995" y="205"/>
                    <a:pt x="71277" y="0"/>
                  </a:cubicBezTo>
                  <a:lnTo>
                    <a:pt x="73789" y="0"/>
                  </a:lnTo>
                  <a:cubicBezTo>
                    <a:pt x="73123" y="410"/>
                    <a:pt x="72482" y="846"/>
                    <a:pt x="71790" y="1256"/>
                  </a:cubicBezTo>
                  <a:cubicBezTo>
                    <a:pt x="67869" y="3614"/>
                    <a:pt x="64947" y="6638"/>
                    <a:pt x="63076" y="1035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60" name="Google Shape;160;p6"/>
            <p:cNvSpPr/>
            <p:nvPr/>
          </p:nvSpPr>
          <p:spPr>
            <a:xfrm rot="10800000">
              <a:off x="2508840" y="4835880"/>
              <a:ext cx="762840" cy="307440"/>
            </a:xfrm>
            <a:custGeom>
              <a:avLst/>
              <a:gdLst>
                <a:gd name="textAreaLeft" fmla="*/ 0 w 762840"/>
                <a:gd name="textAreaRight" fmla="*/ 763200 w 762840"/>
                <a:gd name="textAreaTop" fmla="*/ 0 h 307440"/>
                <a:gd name="textAreaBottom" fmla="*/ 307800 h 307440"/>
              </a:gdLst>
              <a:ahLst/>
              <a:cxnLst/>
              <a:rect l="textAreaLeft" t="textAreaTop" r="textAreaRight" b="textAreaBottom"/>
              <a:pathLst>
                <a:path w="23760" h="10534">
                  <a:moveTo>
                    <a:pt x="13944" y="5895"/>
                  </a:moveTo>
                  <a:cubicBezTo>
                    <a:pt x="12534" y="6792"/>
                    <a:pt x="11099" y="7663"/>
                    <a:pt x="9663" y="8509"/>
                  </a:cubicBezTo>
                  <a:cubicBezTo>
                    <a:pt x="8895" y="8945"/>
                    <a:pt x="8126" y="9329"/>
                    <a:pt x="7331" y="9688"/>
                  </a:cubicBezTo>
                  <a:cubicBezTo>
                    <a:pt x="6742" y="9919"/>
                    <a:pt x="6152" y="10124"/>
                    <a:pt x="5537" y="10252"/>
                  </a:cubicBezTo>
                  <a:cubicBezTo>
                    <a:pt x="4153" y="10534"/>
                    <a:pt x="2974" y="10226"/>
                    <a:pt x="2077" y="9329"/>
                  </a:cubicBezTo>
                  <a:cubicBezTo>
                    <a:pt x="1692" y="8919"/>
                    <a:pt x="1359" y="8458"/>
                    <a:pt x="1077" y="7971"/>
                  </a:cubicBezTo>
                  <a:cubicBezTo>
                    <a:pt x="667" y="7176"/>
                    <a:pt x="411" y="6305"/>
                    <a:pt x="283" y="5434"/>
                  </a:cubicBezTo>
                  <a:cubicBezTo>
                    <a:pt x="78" y="3947"/>
                    <a:pt x="1" y="2435"/>
                    <a:pt x="129" y="948"/>
                  </a:cubicBezTo>
                  <a:cubicBezTo>
                    <a:pt x="129" y="615"/>
                    <a:pt x="78" y="333"/>
                    <a:pt x="78" y="26"/>
                  </a:cubicBezTo>
                  <a:lnTo>
                    <a:pt x="2128" y="26"/>
                  </a:lnTo>
                  <a:cubicBezTo>
                    <a:pt x="2077" y="1025"/>
                    <a:pt x="2179" y="1999"/>
                    <a:pt x="2384" y="2973"/>
                  </a:cubicBezTo>
                  <a:cubicBezTo>
                    <a:pt x="2538" y="3870"/>
                    <a:pt x="2871" y="4716"/>
                    <a:pt x="3384" y="5459"/>
                  </a:cubicBezTo>
                  <a:cubicBezTo>
                    <a:pt x="4358" y="6792"/>
                    <a:pt x="5742" y="7279"/>
                    <a:pt x="7536" y="6818"/>
                  </a:cubicBezTo>
                  <a:cubicBezTo>
                    <a:pt x="8356" y="6613"/>
                    <a:pt x="9151" y="6305"/>
                    <a:pt x="9894" y="5946"/>
                  </a:cubicBezTo>
                  <a:cubicBezTo>
                    <a:pt x="11047" y="5408"/>
                    <a:pt x="12150" y="4793"/>
                    <a:pt x="13252" y="4178"/>
                  </a:cubicBezTo>
                  <a:cubicBezTo>
                    <a:pt x="15533" y="2896"/>
                    <a:pt x="17763" y="1563"/>
                    <a:pt x="20018" y="256"/>
                  </a:cubicBezTo>
                  <a:cubicBezTo>
                    <a:pt x="20146" y="179"/>
                    <a:pt x="20249" y="103"/>
                    <a:pt x="20351" y="0"/>
                  </a:cubicBezTo>
                  <a:lnTo>
                    <a:pt x="23760" y="0"/>
                  </a:lnTo>
                  <a:cubicBezTo>
                    <a:pt x="23581" y="154"/>
                    <a:pt x="23376" y="308"/>
                    <a:pt x="23171" y="436"/>
                  </a:cubicBezTo>
                  <a:cubicBezTo>
                    <a:pt x="19967" y="2127"/>
                    <a:pt x="16968" y="3998"/>
                    <a:pt x="13944" y="589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561" name="Google Shape;161;p6"/>
          <p:cNvSpPr/>
          <p:nvPr/>
        </p:nvSpPr>
        <p:spPr>
          <a:xfrm>
            <a:off x="222480" y="245880"/>
            <a:ext cx="8698320" cy="4651560"/>
          </a:xfrm>
          <a:prstGeom prst="roundRect">
            <a:avLst>
              <a:gd name="adj" fmla="val 10431"/>
            </a:avLst>
          </a:prstGeom>
          <a:solidFill>
            <a:schemeClr val="accent6"/>
          </a:solidFill>
          <a:ln w="0">
            <a:noFill/>
          </a:ln>
          <a:effectLst>
            <a:outerShdw blurRad="585720" algn="bl" rotWithShape="0">
              <a:schemeClr val="dk2">
                <a:alpha val="81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56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  <a:endParaRPr lang="fr-FR" sz="35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/>
    <p:bodyStyle/>
    <p:otherStyle/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7477FB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4" name="Google Shape;164;p7"/>
          <p:cNvGrpSpPr/>
          <p:nvPr/>
        </p:nvGrpSpPr>
        <p:grpSpPr>
          <a:xfrm>
            <a:off x="-360" y="0"/>
            <a:ext cx="9143640" cy="5143320"/>
            <a:chOff x="-360" y="0"/>
            <a:chExt cx="9143640" cy="5143320"/>
          </a:xfrm>
        </p:grpSpPr>
        <p:sp>
          <p:nvSpPr>
            <p:cNvPr id="565" name="Google Shape;165;p7"/>
            <p:cNvSpPr/>
            <p:nvPr/>
          </p:nvSpPr>
          <p:spPr>
            <a:xfrm flipH="1">
              <a:off x="0" y="0"/>
              <a:ext cx="3819600" cy="4427640"/>
            </a:xfrm>
            <a:custGeom>
              <a:avLst/>
              <a:gdLst>
                <a:gd name="textAreaLeft" fmla="*/ 360 w 3819600"/>
                <a:gd name="textAreaRight" fmla="*/ 3820320 w 3819600"/>
                <a:gd name="textAreaTop" fmla="*/ 0 h 4427640"/>
                <a:gd name="textAreaBottom" fmla="*/ 4428000 h 4427640"/>
              </a:gdLst>
              <a:ahLst/>
              <a:cxnLst/>
              <a:rect l="textAreaLeft" t="textAreaTop" r="textAreaRight" b="textAreaBottom"/>
              <a:pathLst>
                <a:path w="118924" h="151474">
                  <a:moveTo>
                    <a:pt x="103008" y="151473"/>
                  </a:moveTo>
                  <a:cubicBezTo>
                    <a:pt x="98522" y="151448"/>
                    <a:pt x="94063" y="150781"/>
                    <a:pt x="89731" y="149525"/>
                  </a:cubicBezTo>
                  <a:cubicBezTo>
                    <a:pt x="87425" y="148833"/>
                    <a:pt x="85118" y="148090"/>
                    <a:pt x="82862" y="147270"/>
                  </a:cubicBezTo>
                  <a:cubicBezTo>
                    <a:pt x="77531" y="145348"/>
                    <a:pt x="72200" y="143374"/>
                    <a:pt x="66869" y="141375"/>
                  </a:cubicBezTo>
                  <a:cubicBezTo>
                    <a:pt x="65024" y="140657"/>
                    <a:pt x="63178" y="139888"/>
                    <a:pt x="61384" y="139094"/>
                  </a:cubicBezTo>
                  <a:cubicBezTo>
                    <a:pt x="56130" y="136787"/>
                    <a:pt x="52414" y="133302"/>
                    <a:pt x="50158" y="128739"/>
                  </a:cubicBezTo>
                  <a:cubicBezTo>
                    <a:pt x="48979" y="126407"/>
                    <a:pt x="48031" y="123947"/>
                    <a:pt x="47288" y="121435"/>
                  </a:cubicBezTo>
                  <a:cubicBezTo>
                    <a:pt x="46493" y="118616"/>
                    <a:pt x="45724" y="115822"/>
                    <a:pt x="45084" y="112977"/>
                  </a:cubicBezTo>
                  <a:cubicBezTo>
                    <a:pt x="44545" y="110465"/>
                    <a:pt x="44161" y="107902"/>
                    <a:pt x="43776" y="105365"/>
                  </a:cubicBezTo>
                  <a:cubicBezTo>
                    <a:pt x="43469" y="103084"/>
                    <a:pt x="43187" y="100803"/>
                    <a:pt x="42982" y="98522"/>
                  </a:cubicBezTo>
                  <a:cubicBezTo>
                    <a:pt x="42444" y="93114"/>
                    <a:pt x="42187" y="87706"/>
                    <a:pt x="42674" y="82298"/>
                  </a:cubicBezTo>
                  <a:cubicBezTo>
                    <a:pt x="43161" y="77351"/>
                    <a:pt x="44340" y="72507"/>
                    <a:pt x="46160" y="67868"/>
                  </a:cubicBezTo>
                  <a:cubicBezTo>
                    <a:pt x="47518" y="64357"/>
                    <a:pt x="49236" y="60948"/>
                    <a:pt x="50902" y="57514"/>
                  </a:cubicBezTo>
                  <a:cubicBezTo>
                    <a:pt x="55028" y="49081"/>
                    <a:pt x="59975" y="40982"/>
                    <a:pt x="65460" y="33088"/>
                  </a:cubicBezTo>
                  <a:cubicBezTo>
                    <a:pt x="67664" y="29961"/>
                    <a:pt x="69765" y="26758"/>
                    <a:pt x="71867" y="23554"/>
                  </a:cubicBezTo>
                  <a:cubicBezTo>
                    <a:pt x="72585" y="22503"/>
                    <a:pt x="73200" y="21375"/>
                    <a:pt x="73789" y="20273"/>
                  </a:cubicBezTo>
                  <a:cubicBezTo>
                    <a:pt x="74456" y="19094"/>
                    <a:pt x="74917" y="17813"/>
                    <a:pt x="75148" y="16480"/>
                  </a:cubicBezTo>
                  <a:cubicBezTo>
                    <a:pt x="75225" y="15967"/>
                    <a:pt x="75225" y="15429"/>
                    <a:pt x="75148" y="14891"/>
                  </a:cubicBezTo>
                  <a:cubicBezTo>
                    <a:pt x="75020" y="13866"/>
                    <a:pt x="74251" y="13276"/>
                    <a:pt x="73097" y="12994"/>
                  </a:cubicBezTo>
                  <a:cubicBezTo>
                    <a:pt x="72303" y="12815"/>
                    <a:pt x="71508" y="12764"/>
                    <a:pt x="70714" y="12841"/>
                  </a:cubicBezTo>
                  <a:cubicBezTo>
                    <a:pt x="69560" y="12943"/>
                    <a:pt x="68407" y="13123"/>
                    <a:pt x="67254" y="13404"/>
                  </a:cubicBezTo>
                  <a:cubicBezTo>
                    <a:pt x="65460" y="13866"/>
                    <a:pt x="63691" y="14430"/>
                    <a:pt x="61974" y="15122"/>
                  </a:cubicBezTo>
                  <a:cubicBezTo>
                    <a:pt x="58693" y="16378"/>
                    <a:pt x="55489" y="17838"/>
                    <a:pt x="52414" y="19479"/>
                  </a:cubicBezTo>
                  <a:cubicBezTo>
                    <a:pt x="48339" y="21606"/>
                    <a:pt x="44468" y="23964"/>
                    <a:pt x="40624" y="26373"/>
                  </a:cubicBezTo>
                  <a:cubicBezTo>
                    <a:pt x="37830" y="28142"/>
                    <a:pt x="35011" y="29910"/>
                    <a:pt x="32192" y="31653"/>
                  </a:cubicBezTo>
                  <a:cubicBezTo>
                    <a:pt x="30193" y="32883"/>
                    <a:pt x="28142" y="34037"/>
                    <a:pt x="26040" y="35062"/>
                  </a:cubicBezTo>
                  <a:cubicBezTo>
                    <a:pt x="24169" y="36010"/>
                    <a:pt x="22196" y="36753"/>
                    <a:pt x="20171" y="37292"/>
                  </a:cubicBezTo>
                  <a:cubicBezTo>
                    <a:pt x="14686" y="38650"/>
                    <a:pt x="10073" y="37445"/>
                    <a:pt x="6228" y="34037"/>
                  </a:cubicBezTo>
                  <a:cubicBezTo>
                    <a:pt x="5229" y="33114"/>
                    <a:pt x="4383" y="32089"/>
                    <a:pt x="3717" y="30935"/>
                  </a:cubicBezTo>
                  <a:cubicBezTo>
                    <a:pt x="2563" y="29039"/>
                    <a:pt x="1717" y="27014"/>
                    <a:pt x="1205" y="24912"/>
                  </a:cubicBezTo>
                  <a:cubicBezTo>
                    <a:pt x="564" y="22452"/>
                    <a:pt x="205" y="19966"/>
                    <a:pt x="103" y="17454"/>
                  </a:cubicBezTo>
                  <a:cubicBezTo>
                    <a:pt x="0" y="15173"/>
                    <a:pt x="26" y="12866"/>
                    <a:pt x="205" y="10585"/>
                  </a:cubicBezTo>
                  <a:cubicBezTo>
                    <a:pt x="436" y="7612"/>
                    <a:pt x="667" y="4665"/>
                    <a:pt x="897" y="1692"/>
                  </a:cubicBezTo>
                  <a:cubicBezTo>
                    <a:pt x="949" y="1128"/>
                    <a:pt x="949" y="564"/>
                    <a:pt x="949" y="0"/>
                  </a:cubicBezTo>
                  <a:lnTo>
                    <a:pt x="8689" y="0"/>
                  </a:lnTo>
                  <a:cubicBezTo>
                    <a:pt x="8766" y="179"/>
                    <a:pt x="8791" y="359"/>
                    <a:pt x="8791" y="538"/>
                  </a:cubicBezTo>
                  <a:cubicBezTo>
                    <a:pt x="8586" y="2153"/>
                    <a:pt x="8356" y="3768"/>
                    <a:pt x="8151" y="5382"/>
                  </a:cubicBezTo>
                  <a:cubicBezTo>
                    <a:pt x="7715" y="8637"/>
                    <a:pt x="7587" y="11944"/>
                    <a:pt x="7817" y="15224"/>
                  </a:cubicBezTo>
                  <a:cubicBezTo>
                    <a:pt x="7946" y="16993"/>
                    <a:pt x="8330" y="18736"/>
                    <a:pt x="8945" y="20401"/>
                  </a:cubicBezTo>
                  <a:cubicBezTo>
                    <a:pt x="9355" y="21606"/>
                    <a:pt x="9996" y="22708"/>
                    <a:pt x="10816" y="23682"/>
                  </a:cubicBezTo>
                  <a:cubicBezTo>
                    <a:pt x="11559" y="24579"/>
                    <a:pt x="12482" y="25297"/>
                    <a:pt x="13507" y="25809"/>
                  </a:cubicBezTo>
                  <a:cubicBezTo>
                    <a:pt x="15071" y="26604"/>
                    <a:pt x="16865" y="26809"/>
                    <a:pt x="18531" y="26348"/>
                  </a:cubicBezTo>
                  <a:cubicBezTo>
                    <a:pt x="19530" y="26091"/>
                    <a:pt x="20504" y="25707"/>
                    <a:pt x="21427" y="25220"/>
                  </a:cubicBezTo>
                  <a:cubicBezTo>
                    <a:pt x="22785" y="24528"/>
                    <a:pt x="24093" y="23733"/>
                    <a:pt x="25323" y="22811"/>
                  </a:cubicBezTo>
                  <a:cubicBezTo>
                    <a:pt x="26630" y="21862"/>
                    <a:pt x="27963" y="20914"/>
                    <a:pt x="29193" y="19914"/>
                  </a:cubicBezTo>
                  <a:cubicBezTo>
                    <a:pt x="36190" y="14302"/>
                    <a:pt x="43930" y="9483"/>
                    <a:pt x="52183" y="5229"/>
                  </a:cubicBezTo>
                  <a:cubicBezTo>
                    <a:pt x="55464" y="3537"/>
                    <a:pt x="58796" y="1820"/>
                    <a:pt x="62204" y="256"/>
                  </a:cubicBezTo>
                  <a:cubicBezTo>
                    <a:pt x="62384" y="179"/>
                    <a:pt x="62538" y="77"/>
                    <a:pt x="62691" y="0"/>
                  </a:cubicBezTo>
                  <a:lnTo>
                    <a:pt x="118924" y="0"/>
                  </a:lnTo>
                  <a:lnTo>
                    <a:pt x="118924" y="8278"/>
                  </a:lnTo>
                  <a:cubicBezTo>
                    <a:pt x="118616" y="8407"/>
                    <a:pt x="118334" y="8535"/>
                    <a:pt x="118027" y="8663"/>
                  </a:cubicBezTo>
                  <a:cubicBezTo>
                    <a:pt x="112029" y="10995"/>
                    <a:pt x="106416" y="14225"/>
                    <a:pt x="101393" y="18274"/>
                  </a:cubicBezTo>
                  <a:cubicBezTo>
                    <a:pt x="94729" y="23554"/>
                    <a:pt x="88527" y="29372"/>
                    <a:pt x="82811" y="35651"/>
                  </a:cubicBezTo>
                  <a:cubicBezTo>
                    <a:pt x="76532" y="42571"/>
                    <a:pt x="71893" y="50158"/>
                    <a:pt x="68843" y="58411"/>
                  </a:cubicBezTo>
                  <a:cubicBezTo>
                    <a:pt x="67510" y="62025"/>
                    <a:pt x="66126" y="65587"/>
                    <a:pt x="65101" y="69252"/>
                  </a:cubicBezTo>
                  <a:cubicBezTo>
                    <a:pt x="63691" y="74096"/>
                    <a:pt x="62897" y="78992"/>
                    <a:pt x="63102" y="83964"/>
                  </a:cubicBezTo>
                  <a:cubicBezTo>
                    <a:pt x="63281" y="88654"/>
                    <a:pt x="64383" y="93216"/>
                    <a:pt x="66075" y="97702"/>
                  </a:cubicBezTo>
                  <a:cubicBezTo>
                    <a:pt x="68202" y="103238"/>
                    <a:pt x="71278" y="108389"/>
                    <a:pt x="75199" y="112849"/>
                  </a:cubicBezTo>
                  <a:cubicBezTo>
                    <a:pt x="78505" y="116668"/>
                    <a:pt x="82427" y="119923"/>
                    <a:pt x="86758" y="122486"/>
                  </a:cubicBezTo>
                  <a:cubicBezTo>
                    <a:pt x="94447" y="127073"/>
                    <a:pt x="103059" y="129201"/>
                    <a:pt x="112568" y="128739"/>
                  </a:cubicBezTo>
                  <a:cubicBezTo>
                    <a:pt x="114362" y="128663"/>
                    <a:pt x="116182" y="128432"/>
                    <a:pt x="117950" y="128073"/>
                  </a:cubicBezTo>
                  <a:cubicBezTo>
                    <a:pt x="118283" y="128022"/>
                    <a:pt x="118591" y="127894"/>
                    <a:pt x="118924" y="127817"/>
                  </a:cubicBezTo>
                  <a:lnTo>
                    <a:pt x="118924" y="149064"/>
                  </a:lnTo>
                  <a:cubicBezTo>
                    <a:pt x="118514" y="149141"/>
                    <a:pt x="118129" y="149218"/>
                    <a:pt x="117719" y="149346"/>
                  </a:cubicBezTo>
                  <a:cubicBezTo>
                    <a:pt x="112952" y="150730"/>
                    <a:pt x="108005" y="151448"/>
                    <a:pt x="103008" y="151473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66" name="Google Shape;166;p7"/>
            <p:cNvSpPr/>
            <p:nvPr/>
          </p:nvSpPr>
          <p:spPr>
            <a:xfrm flipH="1">
              <a:off x="2516040" y="0"/>
              <a:ext cx="6626880" cy="5142240"/>
            </a:xfrm>
            <a:custGeom>
              <a:avLst/>
              <a:gdLst>
                <a:gd name="textAreaLeft" fmla="*/ 360 w 6626880"/>
                <a:gd name="textAreaRight" fmla="*/ 6627600 w 6626880"/>
                <a:gd name="textAreaTop" fmla="*/ 0 h 5142240"/>
                <a:gd name="textAreaBottom" fmla="*/ 5142600 h 5142240"/>
              </a:gdLst>
              <a:ahLst/>
              <a:cxnLst/>
              <a:rect l="textAreaLeft" t="textAreaTop" r="textAreaRight" b="textAreaBottom"/>
              <a:pathLst>
                <a:path w="206323" h="175925">
                  <a:moveTo>
                    <a:pt x="141196" y="19504"/>
                  </a:moveTo>
                  <a:cubicBezTo>
                    <a:pt x="142093" y="23041"/>
                    <a:pt x="142965" y="26604"/>
                    <a:pt x="143836" y="30166"/>
                  </a:cubicBezTo>
                  <a:cubicBezTo>
                    <a:pt x="145400" y="36318"/>
                    <a:pt x="147424" y="42315"/>
                    <a:pt x="149936" y="48133"/>
                  </a:cubicBezTo>
                  <a:cubicBezTo>
                    <a:pt x="151089" y="50824"/>
                    <a:pt x="152217" y="53515"/>
                    <a:pt x="153089" y="56283"/>
                  </a:cubicBezTo>
                  <a:cubicBezTo>
                    <a:pt x="153858" y="58770"/>
                    <a:pt x="154447" y="61333"/>
                    <a:pt x="154831" y="63921"/>
                  </a:cubicBezTo>
                  <a:cubicBezTo>
                    <a:pt x="155421" y="67612"/>
                    <a:pt x="155703" y="71277"/>
                    <a:pt x="156036" y="74968"/>
                  </a:cubicBezTo>
                  <a:cubicBezTo>
                    <a:pt x="156241" y="77813"/>
                    <a:pt x="156600" y="80658"/>
                    <a:pt x="157138" y="83477"/>
                  </a:cubicBezTo>
                  <a:cubicBezTo>
                    <a:pt x="157574" y="85912"/>
                    <a:pt x="158343" y="88270"/>
                    <a:pt x="159394" y="90525"/>
                  </a:cubicBezTo>
                  <a:cubicBezTo>
                    <a:pt x="160675" y="93191"/>
                    <a:pt x="162520" y="95549"/>
                    <a:pt x="164802" y="97420"/>
                  </a:cubicBezTo>
                  <a:cubicBezTo>
                    <a:pt x="165776" y="98214"/>
                    <a:pt x="166724" y="99034"/>
                    <a:pt x="167723" y="99803"/>
                  </a:cubicBezTo>
                  <a:cubicBezTo>
                    <a:pt x="171645" y="102751"/>
                    <a:pt x="174618" y="106826"/>
                    <a:pt x="176207" y="111490"/>
                  </a:cubicBezTo>
                  <a:cubicBezTo>
                    <a:pt x="177027" y="113797"/>
                    <a:pt x="177565" y="116155"/>
                    <a:pt x="177873" y="118590"/>
                  </a:cubicBezTo>
                  <a:cubicBezTo>
                    <a:pt x="178155" y="120820"/>
                    <a:pt x="178257" y="123075"/>
                    <a:pt x="178129" y="125331"/>
                  </a:cubicBezTo>
                  <a:cubicBezTo>
                    <a:pt x="178027" y="127330"/>
                    <a:pt x="177565" y="129278"/>
                    <a:pt x="176796" y="131123"/>
                  </a:cubicBezTo>
                  <a:cubicBezTo>
                    <a:pt x="175694" y="133686"/>
                    <a:pt x="174567" y="136249"/>
                    <a:pt x="173439" y="138812"/>
                  </a:cubicBezTo>
                  <a:cubicBezTo>
                    <a:pt x="172824" y="140222"/>
                    <a:pt x="172209" y="141631"/>
                    <a:pt x="171645" y="143067"/>
                  </a:cubicBezTo>
                  <a:cubicBezTo>
                    <a:pt x="170491" y="146040"/>
                    <a:pt x="170696" y="148987"/>
                    <a:pt x="172055" y="151909"/>
                  </a:cubicBezTo>
                  <a:cubicBezTo>
                    <a:pt x="172798" y="153447"/>
                    <a:pt x="173721" y="154882"/>
                    <a:pt x="174797" y="156215"/>
                  </a:cubicBezTo>
                  <a:cubicBezTo>
                    <a:pt x="176925" y="158829"/>
                    <a:pt x="179488" y="161136"/>
                    <a:pt x="182281" y="163263"/>
                  </a:cubicBezTo>
                  <a:cubicBezTo>
                    <a:pt x="188971" y="168415"/>
                    <a:pt x="196609" y="172387"/>
                    <a:pt x="205015" y="175386"/>
                  </a:cubicBezTo>
                  <a:cubicBezTo>
                    <a:pt x="205451" y="175540"/>
                    <a:pt x="205887" y="175745"/>
                    <a:pt x="206322" y="175924"/>
                  </a:cubicBezTo>
                  <a:lnTo>
                    <a:pt x="178539" y="175924"/>
                  </a:lnTo>
                  <a:cubicBezTo>
                    <a:pt x="178257" y="175668"/>
                    <a:pt x="178001" y="175412"/>
                    <a:pt x="177694" y="175181"/>
                  </a:cubicBezTo>
                  <a:cubicBezTo>
                    <a:pt x="174054" y="172439"/>
                    <a:pt x="170594" y="169491"/>
                    <a:pt x="167313" y="166364"/>
                  </a:cubicBezTo>
                  <a:cubicBezTo>
                    <a:pt x="164597" y="163801"/>
                    <a:pt x="162136" y="161008"/>
                    <a:pt x="159932" y="158009"/>
                  </a:cubicBezTo>
                  <a:cubicBezTo>
                    <a:pt x="157753" y="154985"/>
                    <a:pt x="156010" y="151806"/>
                    <a:pt x="154960" y="148372"/>
                  </a:cubicBezTo>
                  <a:cubicBezTo>
                    <a:pt x="154550" y="146988"/>
                    <a:pt x="154268" y="145553"/>
                    <a:pt x="154139" y="144117"/>
                  </a:cubicBezTo>
                  <a:cubicBezTo>
                    <a:pt x="153909" y="141401"/>
                    <a:pt x="154344" y="138658"/>
                    <a:pt x="155421" y="136146"/>
                  </a:cubicBezTo>
                  <a:cubicBezTo>
                    <a:pt x="156036" y="134686"/>
                    <a:pt x="156754" y="133225"/>
                    <a:pt x="157394" y="131764"/>
                  </a:cubicBezTo>
                  <a:cubicBezTo>
                    <a:pt x="157856" y="130739"/>
                    <a:pt x="158266" y="129688"/>
                    <a:pt x="158625" y="128637"/>
                  </a:cubicBezTo>
                  <a:cubicBezTo>
                    <a:pt x="159650" y="125356"/>
                    <a:pt x="159163" y="122178"/>
                    <a:pt x="157471" y="119103"/>
                  </a:cubicBezTo>
                  <a:cubicBezTo>
                    <a:pt x="156779" y="117898"/>
                    <a:pt x="155959" y="116745"/>
                    <a:pt x="154985" y="115745"/>
                  </a:cubicBezTo>
                  <a:cubicBezTo>
                    <a:pt x="154344" y="115079"/>
                    <a:pt x="153678" y="114438"/>
                    <a:pt x="152986" y="113823"/>
                  </a:cubicBezTo>
                  <a:cubicBezTo>
                    <a:pt x="152422" y="113285"/>
                    <a:pt x="151833" y="112746"/>
                    <a:pt x="151218" y="112234"/>
                  </a:cubicBezTo>
                  <a:cubicBezTo>
                    <a:pt x="147040" y="108748"/>
                    <a:pt x="144016" y="104083"/>
                    <a:pt x="142580" y="98829"/>
                  </a:cubicBezTo>
                  <a:cubicBezTo>
                    <a:pt x="141837" y="96164"/>
                    <a:pt x="141299" y="93473"/>
                    <a:pt x="140966" y="90756"/>
                  </a:cubicBezTo>
                  <a:cubicBezTo>
                    <a:pt x="140402" y="86476"/>
                    <a:pt x="139915" y="82170"/>
                    <a:pt x="139325" y="77864"/>
                  </a:cubicBezTo>
                  <a:cubicBezTo>
                    <a:pt x="138813" y="74173"/>
                    <a:pt x="138172" y="70482"/>
                    <a:pt x="137403" y="66817"/>
                  </a:cubicBezTo>
                  <a:cubicBezTo>
                    <a:pt x="136685" y="63409"/>
                    <a:pt x="136045" y="60025"/>
                    <a:pt x="135250" y="56642"/>
                  </a:cubicBezTo>
                  <a:cubicBezTo>
                    <a:pt x="133533" y="49107"/>
                    <a:pt x="131636" y="41572"/>
                    <a:pt x="129124" y="34216"/>
                  </a:cubicBezTo>
                  <a:cubicBezTo>
                    <a:pt x="128279" y="31576"/>
                    <a:pt x="127202" y="29039"/>
                    <a:pt x="125946" y="26578"/>
                  </a:cubicBezTo>
                  <a:cubicBezTo>
                    <a:pt x="125152" y="25015"/>
                    <a:pt x="124203" y="23554"/>
                    <a:pt x="123127" y="22170"/>
                  </a:cubicBezTo>
                  <a:cubicBezTo>
                    <a:pt x="122025" y="20786"/>
                    <a:pt x="120718" y="19530"/>
                    <a:pt x="119231" y="18530"/>
                  </a:cubicBezTo>
                  <a:cubicBezTo>
                    <a:pt x="118360" y="17941"/>
                    <a:pt x="117437" y="17454"/>
                    <a:pt x="116463" y="17070"/>
                  </a:cubicBezTo>
                  <a:cubicBezTo>
                    <a:pt x="113951" y="16096"/>
                    <a:pt x="111183" y="15942"/>
                    <a:pt x="108595" y="16659"/>
                  </a:cubicBezTo>
                  <a:cubicBezTo>
                    <a:pt x="107031" y="17095"/>
                    <a:pt x="105519" y="17710"/>
                    <a:pt x="104135" y="18530"/>
                  </a:cubicBezTo>
                  <a:cubicBezTo>
                    <a:pt x="101880" y="19838"/>
                    <a:pt x="99829" y="21478"/>
                    <a:pt x="98035" y="23400"/>
                  </a:cubicBezTo>
                  <a:cubicBezTo>
                    <a:pt x="95370" y="26194"/>
                    <a:pt x="93114" y="29321"/>
                    <a:pt x="91320" y="32729"/>
                  </a:cubicBezTo>
                  <a:cubicBezTo>
                    <a:pt x="90218" y="34806"/>
                    <a:pt x="89167" y="36907"/>
                    <a:pt x="88116" y="38958"/>
                  </a:cubicBezTo>
                  <a:cubicBezTo>
                    <a:pt x="86758" y="41674"/>
                    <a:pt x="85246" y="44314"/>
                    <a:pt x="83580" y="46852"/>
                  </a:cubicBezTo>
                  <a:cubicBezTo>
                    <a:pt x="82298" y="48748"/>
                    <a:pt x="80837" y="50491"/>
                    <a:pt x="79197" y="52080"/>
                  </a:cubicBezTo>
                  <a:cubicBezTo>
                    <a:pt x="78300" y="52926"/>
                    <a:pt x="77352" y="53695"/>
                    <a:pt x="76326" y="54387"/>
                  </a:cubicBezTo>
                  <a:cubicBezTo>
                    <a:pt x="73302" y="56335"/>
                    <a:pt x="69791" y="57437"/>
                    <a:pt x="66177" y="57539"/>
                  </a:cubicBezTo>
                  <a:cubicBezTo>
                    <a:pt x="62332" y="57693"/>
                    <a:pt x="58616" y="57104"/>
                    <a:pt x="55002" y="56104"/>
                  </a:cubicBezTo>
                  <a:cubicBezTo>
                    <a:pt x="50414" y="54797"/>
                    <a:pt x="45980" y="52952"/>
                    <a:pt x="41828" y="50619"/>
                  </a:cubicBezTo>
                  <a:cubicBezTo>
                    <a:pt x="37830" y="48441"/>
                    <a:pt x="34139" y="45955"/>
                    <a:pt x="30423" y="43443"/>
                  </a:cubicBezTo>
                  <a:cubicBezTo>
                    <a:pt x="26194" y="40572"/>
                    <a:pt x="21991" y="37625"/>
                    <a:pt x="17710" y="34806"/>
                  </a:cubicBezTo>
                  <a:cubicBezTo>
                    <a:pt x="12405" y="31269"/>
                    <a:pt x="6843" y="28065"/>
                    <a:pt x="1128" y="25040"/>
                  </a:cubicBezTo>
                  <a:cubicBezTo>
                    <a:pt x="769" y="24861"/>
                    <a:pt x="461" y="24605"/>
                    <a:pt x="0" y="24630"/>
                  </a:cubicBezTo>
                  <a:lnTo>
                    <a:pt x="0" y="19351"/>
                  </a:lnTo>
                  <a:cubicBezTo>
                    <a:pt x="179" y="19351"/>
                    <a:pt x="359" y="19376"/>
                    <a:pt x="538" y="19428"/>
                  </a:cubicBezTo>
                  <a:cubicBezTo>
                    <a:pt x="846" y="19556"/>
                    <a:pt x="1128" y="19709"/>
                    <a:pt x="1435" y="19863"/>
                  </a:cubicBezTo>
                  <a:cubicBezTo>
                    <a:pt x="11354" y="24964"/>
                    <a:pt x="20991" y="30653"/>
                    <a:pt x="30269" y="36907"/>
                  </a:cubicBezTo>
                  <a:cubicBezTo>
                    <a:pt x="33447" y="39060"/>
                    <a:pt x="36677" y="41136"/>
                    <a:pt x="39906" y="43187"/>
                  </a:cubicBezTo>
                  <a:cubicBezTo>
                    <a:pt x="42315" y="44724"/>
                    <a:pt x="44827" y="46083"/>
                    <a:pt x="47416" y="47287"/>
                  </a:cubicBezTo>
                  <a:cubicBezTo>
                    <a:pt x="50389" y="48723"/>
                    <a:pt x="53516" y="49773"/>
                    <a:pt x="56745" y="50440"/>
                  </a:cubicBezTo>
                  <a:cubicBezTo>
                    <a:pt x="58795" y="50876"/>
                    <a:pt x="60871" y="51029"/>
                    <a:pt x="62948" y="50952"/>
                  </a:cubicBezTo>
                  <a:cubicBezTo>
                    <a:pt x="66510" y="50799"/>
                    <a:pt x="69586" y="49748"/>
                    <a:pt x="72149" y="47697"/>
                  </a:cubicBezTo>
                  <a:cubicBezTo>
                    <a:pt x="73353" y="46723"/>
                    <a:pt x="74455" y="45570"/>
                    <a:pt x="75404" y="44314"/>
                  </a:cubicBezTo>
                  <a:cubicBezTo>
                    <a:pt x="76813" y="42443"/>
                    <a:pt x="78018" y="40418"/>
                    <a:pt x="79018" y="38266"/>
                  </a:cubicBezTo>
                  <a:cubicBezTo>
                    <a:pt x="80427" y="35190"/>
                    <a:pt x="81658" y="32037"/>
                    <a:pt x="82657" y="28808"/>
                  </a:cubicBezTo>
                  <a:cubicBezTo>
                    <a:pt x="83477" y="26091"/>
                    <a:pt x="84502" y="23477"/>
                    <a:pt x="85733" y="20940"/>
                  </a:cubicBezTo>
                  <a:cubicBezTo>
                    <a:pt x="87527" y="17454"/>
                    <a:pt x="89680" y="14148"/>
                    <a:pt x="92166" y="11123"/>
                  </a:cubicBezTo>
                  <a:cubicBezTo>
                    <a:pt x="94883" y="7817"/>
                    <a:pt x="97753" y="4562"/>
                    <a:pt x="100778" y="1435"/>
                  </a:cubicBezTo>
                  <a:cubicBezTo>
                    <a:pt x="101239" y="948"/>
                    <a:pt x="101752" y="461"/>
                    <a:pt x="102238" y="0"/>
                  </a:cubicBezTo>
                  <a:lnTo>
                    <a:pt x="125921" y="0"/>
                  </a:lnTo>
                  <a:cubicBezTo>
                    <a:pt x="126100" y="308"/>
                    <a:pt x="126485" y="384"/>
                    <a:pt x="126792" y="564"/>
                  </a:cubicBezTo>
                  <a:cubicBezTo>
                    <a:pt x="128663" y="1512"/>
                    <a:pt x="130457" y="2640"/>
                    <a:pt x="132123" y="3921"/>
                  </a:cubicBezTo>
                  <a:cubicBezTo>
                    <a:pt x="134968" y="6126"/>
                    <a:pt x="137224" y="8996"/>
                    <a:pt x="138684" y="12277"/>
                  </a:cubicBezTo>
                  <a:cubicBezTo>
                    <a:pt x="139735" y="14609"/>
                    <a:pt x="140555" y="17018"/>
                    <a:pt x="141196" y="19504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67" name="Google Shape;167;p7"/>
            <p:cNvSpPr/>
            <p:nvPr/>
          </p:nvSpPr>
          <p:spPr>
            <a:xfrm flipH="1">
              <a:off x="4358520" y="1168200"/>
              <a:ext cx="4783320" cy="3974400"/>
            </a:xfrm>
            <a:custGeom>
              <a:avLst/>
              <a:gdLst>
                <a:gd name="textAreaLeft" fmla="*/ -360 w 4783320"/>
                <a:gd name="textAreaRight" fmla="*/ 4783320 w 4783320"/>
                <a:gd name="textAreaTop" fmla="*/ 0 h 3974400"/>
                <a:gd name="textAreaBottom" fmla="*/ 3974760 h 3974400"/>
              </a:gdLst>
              <a:ahLst/>
              <a:cxnLst/>
              <a:rect l="textAreaLeft" t="textAreaTop" r="textAreaRight" b="textAreaBottom"/>
              <a:pathLst>
                <a:path w="148937" h="135968">
                  <a:moveTo>
                    <a:pt x="1307" y="308"/>
                  </a:moveTo>
                  <a:cubicBezTo>
                    <a:pt x="3306" y="897"/>
                    <a:pt x="5229" y="1615"/>
                    <a:pt x="7125" y="2435"/>
                  </a:cubicBezTo>
                  <a:cubicBezTo>
                    <a:pt x="10329" y="3819"/>
                    <a:pt x="13430" y="5331"/>
                    <a:pt x="16429" y="6972"/>
                  </a:cubicBezTo>
                  <a:cubicBezTo>
                    <a:pt x="21068" y="9483"/>
                    <a:pt x="25656" y="12021"/>
                    <a:pt x="30295" y="14507"/>
                  </a:cubicBezTo>
                  <a:cubicBezTo>
                    <a:pt x="35805" y="17505"/>
                    <a:pt x="41546" y="19992"/>
                    <a:pt x="47493" y="21991"/>
                  </a:cubicBezTo>
                  <a:cubicBezTo>
                    <a:pt x="51414" y="23323"/>
                    <a:pt x="55412" y="24374"/>
                    <a:pt x="59487" y="25169"/>
                  </a:cubicBezTo>
                  <a:cubicBezTo>
                    <a:pt x="62512" y="25758"/>
                    <a:pt x="65562" y="26040"/>
                    <a:pt x="68637" y="26040"/>
                  </a:cubicBezTo>
                  <a:cubicBezTo>
                    <a:pt x="74174" y="25989"/>
                    <a:pt x="79146" y="24631"/>
                    <a:pt x="83554" y="21863"/>
                  </a:cubicBezTo>
                  <a:cubicBezTo>
                    <a:pt x="85476" y="20632"/>
                    <a:pt x="87296" y="19248"/>
                    <a:pt x="88988" y="17736"/>
                  </a:cubicBezTo>
                  <a:cubicBezTo>
                    <a:pt x="90269" y="16608"/>
                    <a:pt x="91499" y="15455"/>
                    <a:pt x="92781" y="14353"/>
                  </a:cubicBezTo>
                  <a:cubicBezTo>
                    <a:pt x="94062" y="13225"/>
                    <a:pt x="95395" y="12149"/>
                    <a:pt x="96754" y="11124"/>
                  </a:cubicBezTo>
                  <a:cubicBezTo>
                    <a:pt x="97574" y="10534"/>
                    <a:pt x="98420" y="10021"/>
                    <a:pt x="99317" y="9535"/>
                  </a:cubicBezTo>
                  <a:cubicBezTo>
                    <a:pt x="100086" y="9124"/>
                    <a:pt x="100931" y="8817"/>
                    <a:pt x="101803" y="8637"/>
                  </a:cubicBezTo>
                  <a:cubicBezTo>
                    <a:pt x="103571" y="8202"/>
                    <a:pt x="105417" y="8432"/>
                    <a:pt x="107031" y="9278"/>
                  </a:cubicBezTo>
                  <a:cubicBezTo>
                    <a:pt x="107928" y="9765"/>
                    <a:pt x="108749" y="10380"/>
                    <a:pt x="109492" y="11098"/>
                  </a:cubicBezTo>
                  <a:cubicBezTo>
                    <a:pt x="110466" y="12072"/>
                    <a:pt x="111337" y="13123"/>
                    <a:pt x="112080" y="14302"/>
                  </a:cubicBezTo>
                  <a:cubicBezTo>
                    <a:pt x="113413" y="16326"/>
                    <a:pt x="114515" y="18505"/>
                    <a:pt x="115387" y="20786"/>
                  </a:cubicBezTo>
                  <a:cubicBezTo>
                    <a:pt x="116848" y="24528"/>
                    <a:pt x="117950" y="28424"/>
                    <a:pt x="118667" y="32371"/>
                  </a:cubicBezTo>
                  <a:cubicBezTo>
                    <a:pt x="119667" y="37471"/>
                    <a:pt x="120026" y="42648"/>
                    <a:pt x="119769" y="47826"/>
                  </a:cubicBezTo>
                  <a:cubicBezTo>
                    <a:pt x="119641" y="50056"/>
                    <a:pt x="119436" y="52311"/>
                    <a:pt x="119180" y="54566"/>
                  </a:cubicBezTo>
                  <a:cubicBezTo>
                    <a:pt x="118693" y="58795"/>
                    <a:pt x="118078" y="63024"/>
                    <a:pt x="117591" y="67253"/>
                  </a:cubicBezTo>
                  <a:cubicBezTo>
                    <a:pt x="117027" y="71610"/>
                    <a:pt x="116719" y="75993"/>
                    <a:pt x="116617" y="80401"/>
                  </a:cubicBezTo>
                  <a:cubicBezTo>
                    <a:pt x="116566" y="83374"/>
                    <a:pt x="116771" y="86348"/>
                    <a:pt x="117258" y="89295"/>
                  </a:cubicBezTo>
                  <a:cubicBezTo>
                    <a:pt x="118129" y="94498"/>
                    <a:pt x="120000" y="99444"/>
                    <a:pt x="123358" y="103930"/>
                  </a:cubicBezTo>
                  <a:cubicBezTo>
                    <a:pt x="125049" y="106262"/>
                    <a:pt x="126818" y="108543"/>
                    <a:pt x="128663" y="110824"/>
                  </a:cubicBezTo>
                  <a:cubicBezTo>
                    <a:pt x="131559" y="114412"/>
                    <a:pt x="134276" y="118129"/>
                    <a:pt x="137019" y="121794"/>
                  </a:cubicBezTo>
                  <a:cubicBezTo>
                    <a:pt x="140581" y="126561"/>
                    <a:pt x="144426" y="131123"/>
                    <a:pt x="148526" y="135429"/>
                  </a:cubicBezTo>
                  <a:cubicBezTo>
                    <a:pt x="148680" y="135583"/>
                    <a:pt x="148808" y="135788"/>
                    <a:pt x="148937" y="135967"/>
                  </a:cubicBezTo>
                  <a:lnTo>
                    <a:pt x="115028" y="135967"/>
                  </a:lnTo>
                  <a:cubicBezTo>
                    <a:pt x="114772" y="135608"/>
                    <a:pt x="114515" y="135275"/>
                    <a:pt x="114310" y="134916"/>
                  </a:cubicBezTo>
                  <a:cubicBezTo>
                    <a:pt x="111055" y="129227"/>
                    <a:pt x="108313" y="123255"/>
                    <a:pt x="106134" y="117104"/>
                  </a:cubicBezTo>
                  <a:cubicBezTo>
                    <a:pt x="104340" y="112157"/>
                    <a:pt x="102905" y="107082"/>
                    <a:pt x="101880" y="101931"/>
                  </a:cubicBezTo>
                  <a:cubicBezTo>
                    <a:pt x="101136" y="98086"/>
                    <a:pt x="100624" y="94242"/>
                    <a:pt x="100393" y="90346"/>
                  </a:cubicBezTo>
                  <a:cubicBezTo>
                    <a:pt x="100162" y="86860"/>
                    <a:pt x="100214" y="83374"/>
                    <a:pt x="100470" y="79914"/>
                  </a:cubicBezTo>
                  <a:cubicBezTo>
                    <a:pt x="100726" y="76813"/>
                    <a:pt x="101111" y="73738"/>
                    <a:pt x="101675" y="70688"/>
                  </a:cubicBezTo>
                  <a:cubicBezTo>
                    <a:pt x="102520" y="65997"/>
                    <a:pt x="103751" y="61384"/>
                    <a:pt x="104853" y="56745"/>
                  </a:cubicBezTo>
                  <a:cubicBezTo>
                    <a:pt x="105673" y="53541"/>
                    <a:pt x="106211" y="50286"/>
                    <a:pt x="106467" y="46980"/>
                  </a:cubicBezTo>
                  <a:cubicBezTo>
                    <a:pt x="106724" y="43135"/>
                    <a:pt x="106339" y="39342"/>
                    <a:pt x="105007" y="35651"/>
                  </a:cubicBezTo>
                  <a:cubicBezTo>
                    <a:pt x="104596" y="34524"/>
                    <a:pt x="104058" y="33447"/>
                    <a:pt x="103366" y="32448"/>
                  </a:cubicBezTo>
                  <a:cubicBezTo>
                    <a:pt x="102854" y="31653"/>
                    <a:pt x="102238" y="30936"/>
                    <a:pt x="101521" y="30320"/>
                  </a:cubicBezTo>
                  <a:cubicBezTo>
                    <a:pt x="99957" y="28962"/>
                    <a:pt x="98061" y="28321"/>
                    <a:pt x="95805" y="28398"/>
                  </a:cubicBezTo>
                  <a:cubicBezTo>
                    <a:pt x="94780" y="28398"/>
                    <a:pt x="93781" y="28526"/>
                    <a:pt x="92781" y="28783"/>
                  </a:cubicBezTo>
                  <a:cubicBezTo>
                    <a:pt x="91397" y="29141"/>
                    <a:pt x="90039" y="29500"/>
                    <a:pt x="88680" y="29885"/>
                  </a:cubicBezTo>
                  <a:cubicBezTo>
                    <a:pt x="86271" y="30577"/>
                    <a:pt x="83913" y="31346"/>
                    <a:pt x="81452" y="31884"/>
                  </a:cubicBezTo>
                  <a:cubicBezTo>
                    <a:pt x="76788" y="32909"/>
                    <a:pt x="72021" y="33319"/>
                    <a:pt x="67253" y="33063"/>
                  </a:cubicBezTo>
                  <a:cubicBezTo>
                    <a:pt x="61282" y="32730"/>
                    <a:pt x="55464" y="31807"/>
                    <a:pt x="49671" y="30654"/>
                  </a:cubicBezTo>
                  <a:cubicBezTo>
                    <a:pt x="43956" y="29500"/>
                    <a:pt x="38343" y="28014"/>
                    <a:pt x="32755" y="26502"/>
                  </a:cubicBezTo>
                  <a:cubicBezTo>
                    <a:pt x="28578" y="25399"/>
                    <a:pt x="24400" y="24246"/>
                    <a:pt x="20145" y="23298"/>
                  </a:cubicBezTo>
                  <a:cubicBezTo>
                    <a:pt x="17864" y="22785"/>
                    <a:pt x="15557" y="22401"/>
                    <a:pt x="13225" y="22170"/>
                  </a:cubicBezTo>
                  <a:cubicBezTo>
                    <a:pt x="11226" y="21965"/>
                    <a:pt x="9227" y="21965"/>
                    <a:pt x="7228" y="22196"/>
                  </a:cubicBezTo>
                  <a:cubicBezTo>
                    <a:pt x="4972" y="22426"/>
                    <a:pt x="2845" y="23272"/>
                    <a:pt x="1051" y="24605"/>
                  </a:cubicBezTo>
                  <a:cubicBezTo>
                    <a:pt x="846" y="24759"/>
                    <a:pt x="641" y="24912"/>
                    <a:pt x="436" y="25041"/>
                  </a:cubicBezTo>
                  <a:cubicBezTo>
                    <a:pt x="282" y="25066"/>
                    <a:pt x="154" y="25092"/>
                    <a:pt x="0" y="25092"/>
                  </a:cubicBezTo>
                  <a:lnTo>
                    <a:pt x="0" y="103"/>
                  </a:lnTo>
                  <a:cubicBezTo>
                    <a:pt x="487" y="0"/>
                    <a:pt x="897" y="180"/>
                    <a:pt x="1307" y="30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68" name="Google Shape;168;p7"/>
            <p:cNvSpPr/>
            <p:nvPr/>
          </p:nvSpPr>
          <p:spPr>
            <a:xfrm flipH="1">
              <a:off x="-720" y="0"/>
              <a:ext cx="4717800" cy="5142960"/>
            </a:xfrm>
            <a:custGeom>
              <a:avLst/>
              <a:gdLst>
                <a:gd name="textAreaLeft" fmla="*/ -360 w 4717800"/>
                <a:gd name="textAreaRight" fmla="*/ 4717800 w 4717800"/>
                <a:gd name="textAreaTop" fmla="*/ 0 h 5142960"/>
                <a:gd name="textAreaBottom" fmla="*/ 5143320 h 5142960"/>
              </a:gdLst>
              <a:ahLst/>
              <a:cxnLst/>
              <a:rect l="textAreaLeft" t="textAreaTop" r="textAreaRight" b="textAreaBottom"/>
              <a:pathLst>
                <a:path w="146887" h="175950">
                  <a:moveTo>
                    <a:pt x="114772" y="175924"/>
                  </a:moveTo>
                  <a:cubicBezTo>
                    <a:pt x="114644" y="175822"/>
                    <a:pt x="114516" y="175719"/>
                    <a:pt x="114362" y="175642"/>
                  </a:cubicBezTo>
                  <a:cubicBezTo>
                    <a:pt x="110364" y="174310"/>
                    <a:pt x="106289" y="173079"/>
                    <a:pt x="102060" y="172310"/>
                  </a:cubicBezTo>
                  <a:cubicBezTo>
                    <a:pt x="98472" y="171695"/>
                    <a:pt x="94832" y="171439"/>
                    <a:pt x="91193" y="171516"/>
                  </a:cubicBezTo>
                  <a:cubicBezTo>
                    <a:pt x="88989" y="171567"/>
                    <a:pt x="86810" y="171593"/>
                    <a:pt x="84606" y="171644"/>
                  </a:cubicBezTo>
                  <a:cubicBezTo>
                    <a:pt x="78531" y="171772"/>
                    <a:pt x="72457" y="170849"/>
                    <a:pt x="66690" y="168978"/>
                  </a:cubicBezTo>
                  <a:cubicBezTo>
                    <a:pt x="59591" y="166697"/>
                    <a:pt x="53311" y="163391"/>
                    <a:pt x="47929" y="158932"/>
                  </a:cubicBezTo>
                  <a:cubicBezTo>
                    <a:pt x="46263" y="157573"/>
                    <a:pt x="44751" y="156035"/>
                    <a:pt x="43444" y="154318"/>
                  </a:cubicBezTo>
                  <a:cubicBezTo>
                    <a:pt x="42290" y="152883"/>
                    <a:pt x="41419" y="151217"/>
                    <a:pt x="40932" y="149423"/>
                  </a:cubicBezTo>
                  <a:cubicBezTo>
                    <a:pt x="40573" y="148039"/>
                    <a:pt x="40471" y="146629"/>
                    <a:pt x="40650" y="145219"/>
                  </a:cubicBezTo>
                  <a:cubicBezTo>
                    <a:pt x="40958" y="143041"/>
                    <a:pt x="41496" y="140914"/>
                    <a:pt x="42265" y="138889"/>
                  </a:cubicBezTo>
                  <a:cubicBezTo>
                    <a:pt x="43136" y="136454"/>
                    <a:pt x="44033" y="134019"/>
                    <a:pt x="44956" y="131610"/>
                  </a:cubicBezTo>
                  <a:cubicBezTo>
                    <a:pt x="45853" y="129201"/>
                    <a:pt x="46340" y="126689"/>
                    <a:pt x="46417" y="124126"/>
                  </a:cubicBezTo>
                  <a:cubicBezTo>
                    <a:pt x="46494" y="122024"/>
                    <a:pt x="46545" y="119923"/>
                    <a:pt x="46417" y="117821"/>
                  </a:cubicBezTo>
                  <a:cubicBezTo>
                    <a:pt x="46109" y="112772"/>
                    <a:pt x="45212" y="107800"/>
                    <a:pt x="43264" y="102981"/>
                  </a:cubicBezTo>
                  <a:cubicBezTo>
                    <a:pt x="42752" y="101725"/>
                    <a:pt x="42162" y="100495"/>
                    <a:pt x="41522" y="99316"/>
                  </a:cubicBezTo>
                  <a:cubicBezTo>
                    <a:pt x="40138" y="96804"/>
                    <a:pt x="38241" y="94600"/>
                    <a:pt x="36011" y="92806"/>
                  </a:cubicBezTo>
                  <a:cubicBezTo>
                    <a:pt x="35242" y="92191"/>
                    <a:pt x="34499" y="91576"/>
                    <a:pt x="33730" y="90961"/>
                  </a:cubicBezTo>
                  <a:cubicBezTo>
                    <a:pt x="30731" y="88757"/>
                    <a:pt x="28527" y="85655"/>
                    <a:pt x="27374" y="82118"/>
                  </a:cubicBezTo>
                  <a:cubicBezTo>
                    <a:pt x="26759" y="80196"/>
                    <a:pt x="26374" y="78197"/>
                    <a:pt x="26195" y="76198"/>
                  </a:cubicBezTo>
                  <a:cubicBezTo>
                    <a:pt x="25964" y="73686"/>
                    <a:pt x="25887" y="71174"/>
                    <a:pt x="25938" y="68688"/>
                  </a:cubicBezTo>
                  <a:cubicBezTo>
                    <a:pt x="25938" y="67048"/>
                    <a:pt x="25990" y="65433"/>
                    <a:pt x="25938" y="63793"/>
                  </a:cubicBezTo>
                  <a:cubicBezTo>
                    <a:pt x="25938" y="62383"/>
                    <a:pt x="25759" y="60974"/>
                    <a:pt x="25426" y="59590"/>
                  </a:cubicBezTo>
                  <a:cubicBezTo>
                    <a:pt x="24990" y="57873"/>
                    <a:pt x="24298" y="56232"/>
                    <a:pt x="23350" y="54746"/>
                  </a:cubicBezTo>
                  <a:cubicBezTo>
                    <a:pt x="22453" y="53310"/>
                    <a:pt x="21530" y="51901"/>
                    <a:pt x="20607" y="50517"/>
                  </a:cubicBezTo>
                  <a:cubicBezTo>
                    <a:pt x="18506" y="47492"/>
                    <a:pt x="16635" y="44289"/>
                    <a:pt x="15071" y="40957"/>
                  </a:cubicBezTo>
                  <a:cubicBezTo>
                    <a:pt x="13405" y="37317"/>
                    <a:pt x="12124" y="33550"/>
                    <a:pt x="11201" y="29680"/>
                  </a:cubicBezTo>
                  <a:cubicBezTo>
                    <a:pt x="10278" y="25938"/>
                    <a:pt x="9586" y="22144"/>
                    <a:pt x="8894" y="18377"/>
                  </a:cubicBezTo>
                  <a:cubicBezTo>
                    <a:pt x="8305" y="15327"/>
                    <a:pt x="7690" y="12251"/>
                    <a:pt x="6613" y="9278"/>
                  </a:cubicBezTo>
                  <a:cubicBezTo>
                    <a:pt x="6152" y="7945"/>
                    <a:pt x="5537" y="6664"/>
                    <a:pt x="4845" y="5434"/>
                  </a:cubicBezTo>
                  <a:cubicBezTo>
                    <a:pt x="3820" y="3639"/>
                    <a:pt x="2461" y="2050"/>
                    <a:pt x="872" y="743"/>
                  </a:cubicBezTo>
                  <a:cubicBezTo>
                    <a:pt x="565" y="513"/>
                    <a:pt x="283" y="256"/>
                    <a:pt x="1" y="0"/>
                  </a:cubicBezTo>
                  <a:lnTo>
                    <a:pt x="16635" y="0"/>
                  </a:lnTo>
                  <a:cubicBezTo>
                    <a:pt x="16865" y="1128"/>
                    <a:pt x="17173" y="2281"/>
                    <a:pt x="17378" y="3409"/>
                  </a:cubicBezTo>
                  <a:cubicBezTo>
                    <a:pt x="17532" y="4306"/>
                    <a:pt x="17660" y="5203"/>
                    <a:pt x="17711" y="6126"/>
                  </a:cubicBezTo>
                  <a:cubicBezTo>
                    <a:pt x="17839" y="7817"/>
                    <a:pt x="17916" y="9509"/>
                    <a:pt x="18019" y="11175"/>
                  </a:cubicBezTo>
                  <a:cubicBezTo>
                    <a:pt x="18198" y="14532"/>
                    <a:pt x="18326" y="17890"/>
                    <a:pt x="18711" y="21222"/>
                  </a:cubicBezTo>
                  <a:cubicBezTo>
                    <a:pt x="19198" y="25374"/>
                    <a:pt x="20018" y="29474"/>
                    <a:pt x="21633" y="33447"/>
                  </a:cubicBezTo>
                  <a:cubicBezTo>
                    <a:pt x="22555" y="35754"/>
                    <a:pt x="23760" y="37932"/>
                    <a:pt x="25246" y="39906"/>
                  </a:cubicBezTo>
                  <a:cubicBezTo>
                    <a:pt x="28220" y="43853"/>
                    <a:pt x="32295" y="46749"/>
                    <a:pt x="37498" y="48569"/>
                  </a:cubicBezTo>
                  <a:cubicBezTo>
                    <a:pt x="39394" y="49210"/>
                    <a:pt x="41342" y="49697"/>
                    <a:pt x="43316" y="50184"/>
                  </a:cubicBezTo>
                  <a:cubicBezTo>
                    <a:pt x="44469" y="50491"/>
                    <a:pt x="45648" y="50773"/>
                    <a:pt x="46776" y="51106"/>
                  </a:cubicBezTo>
                  <a:cubicBezTo>
                    <a:pt x="47468" y="51337"/>
                    <a:pt x="48160" y="51619"/>
                    <a:pt x="48801" y="51952"/>
                  </a:cubicBezTo>
                  <a:cubicBezTo>
                    <a:pt x="50005" y="52593"/>
                    <a:pt x="50595" y="53541"/>
                    <a:pt x="50595" y="54720"/>
                  </a:cubicBezTo>
                  <a:cubicBezTo>
                    <a:pt x="50620" y="55489"/>
                    <a:pt x="50466" y="56232"/>
                    <a:pt x="50159" y="56950"/>
                  </a:cubicBezTo>
                  <a:cubicBezTo>
                    <a:pt x="49749" y="57898"/>
                    <a:pt x="49287" y="58872"/>
                    <a:pt x="48826" y="59820"/>
                  </a:cubicBezTo>
                  <a:cubicBezTo>
                    <a:pt x="48237" y="61051"/>
                    <a:pt x="47596" y="62255"/>
                    <a:pt x="47032" y="63485"/>
                  </a:cubicBezTo>
                  <a:cubicBezTo>
                    <a:pt x="46366" y="64895"/>
                    <a:pt x="45930" y="66382"/>
                    <a:pt x="45699" y="67919"/>
                  </a:cubicBezTo>
                  <a:cubicBezTo>
                    <a:pt x="45417" y="70098"/>
                    <a:pt x="45853" y="72328"/>
                    <a:pt x="46981" y="74224"/>
                  </a:cubicBezTo>
                  <a:cubicBezTo>
                    <a:pt x="47237" y="74660"/>
                    <a:pt x="47519" y="75070"/>
                    <a:pt x="47801" y="75455"/>
                  </a:cubicBezTo>
                  <a:cubicBezTo>
                    <a:pt x="48160" y="75993"/>
                    <a:pt x="48519" y="76506"/>
                    <a:pt x="48929" y="76992"/>
                  </a:cubicBezTo>
                  <a:cubicBezTo>
                    <a:pt x="51825" y="80478"/>
                    <a:pt x="53491" y="84400"/>
                    <a:pt x="54439" y="88526"/>
                  </a:cubicBezTo>
                  <a:cubicBezTo>
                    <a:pt x="55157" y="91781"/>
                    <a:pt x="55695" y="95087"/>
                    <a:pt x="56079" y="98394"/>
                  </a:cubicBezTo>
                  <a:cubicBezTo>
                    <a:pt x="56438" y="101546"/>
                    <a:pt x="56720" y="104698"/>
                    <a:pt x="56925" y="107851"/>
                  </a:cubicBezTo>
                  <a:cubicBezTo>
                    <a:pt x="57182" y="111465"/>
                    <a:pt x="57182" y="115053"/>
                    <a:pt x="57207" y="118667"/>
                  </a:cubicBezTo>
                  <a:cubicBezTo>
                    <a:pt x="57207" y="120384"/>
                    <a:pt x="57258" y="122101"/>
                    <a:pt x="57335" y="123818"/>
                  </a:cubicBezTo>
                  <a:cubicBezTo>
                    <a:pt x="57438" y="127330"/>
                    <a:pt x="57258" y="130841"/>
                    <a:pt x="56797" y="134327"/>
                  </a:cubicBezTo>
                  <a:cubicBezTo>
                    <a:pt x="56541" y="136249"/>
                    <a:pt x="56438" y="138197"/>
                    <a:pt x="56490" y="140145"/>
                  </a:cubicBezTo>
                  <a:cubicBezTo>
                    <a:pt x="56541" y="141657"/>
                    <a:pt x="56771" y="143169"/>
                    <a:pt x="57233" y="144604"/>
                  </a:cubicBezTo>
                  <a:cubicBezTo>
                    <a:pt x="58130" y="147398"/>
                    <a:pt x="59898" y="149782"/>
                    <a:pt x="62487" y="151730"/>
                  </a:cubicBezTo>
                  <a:cubicBezTo>
                    <a:pt x="65563" y="154062"/>
                    <a:pt x="69202" y="155574"/>
                    <a:pt x="73252" y="156369"/>
                  </a:cubicBezTo>
                  <a:cubicBezTo>
                    <a:pt x="75892" y="156856"/>
                    <a:pt x="78557" y="157189"/>
                    <a:pt x="81248" y="157342"/>
                  </a:cubicBezTo>
                  <a:cubicBezTo>
                    <a:pt x="84426" y="157573"/>
                    <a:pt x="87604" y="157778"/>
                    <a:pt x="90757" y="158214"/>
                  </a:cubicBezTo>
                  <a:cubicBezTo>
                    <a:pt x="95088" y="158803"/>
                    <a:pt x="99369" y="159829"/>
                    <a:pt x="103521" y="161238"/>
                  </a:cubicBezTo>
                  <a:cubicBezTo>
                    <a:pt x="106494" y="162238"/>
                    <a:pt x="109441" y="163340"/>
                    <a:pt x="112389" y="164416"/>
                  </a:cubicBezTo>
                  <a:cubicBezTo>
                    <a:pt x="115669" y="165621"/>
                    <a:pt x="118976" y="166800"/>
                    <a:pt x="122410" y="167748"/>
                  </a:cubicBezTo>
                  <a:cubicBezTo>
                    <a:pt x="125460" y="168594"/>
                    <a:pt x="128587" y="169107"/>
                    <a:pt x="131740" y="169286"/>
                  </a:cubicBezTo>
                  <a:cubicBezTo>
                    <a:pt x="134918" y="169414"/>
                    <a:pt x="138121" y="169158"/>
                    <a:pt x="141223" y="168492"/>
                  </a:cubicBezTo>
                  <a:cubicBezTo>
                    <a:pt x="142760" y="168184"/>
                    <a:pt x="144273" y="167748"/>
                    <a:pt x="145785" y="167364"/>
                  </a:cubicBezTo>
                  <a:cubicBezTo>
                    <a:pt x="146144" y="167287"/>
                    <a:pt x="146528" y="167184"/>
                    <a:pt x="146887" y="167108"/>
                  </a:cubicBezTo>
                  <a:lnTo>
                    <a:pt x="146887" y="175950"/>
                  </a:ln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69" name="Google Shape;169;p7"/>
            <p:cNvSpPr/>
            <p:nvPr/>
          </p:nvSpPr>
          <p:spPr>
            <a:xfrm flipH="1">
              <a:off x="6785280" y="3044160"/>
              <a:ext cx="2357280" cy="2098440"/>
            </a:xfrm>
            <a:custGeom>
              <a:avLst/>
              <a:gdLst>
                <a:gd name="textAreaLeft" fmla="*/ 360 w 2357280"/>
                <a:gd name="textAreaRight" fmla="*/ 2358000 w 2357280"/>
                <a:gd name="textAreaTop" fmla="*/ 0 h 2098440"/>
                <a:gd name="textAreaBottom" fmla="*/ 2098800 h 2098440"/>
              </a:gdLst>
              <a:ahLst/>
              <a:cxnLst/>
              <a:rect l="textAreaLeft" t="textAreaTop" r="textAreaRight" b="textAreaBottom"/>
              <a:pathLst>
                <a:path w="73405" h="71791">
                  <a:moveTo>
                    <a:pt x="15327" y="20582"/>
                  </a:moveTo>
                  <a:cubicBezTo>
                    <a:pt x="18941" y="17865"/>
                    <a:pt x="22580" y="15148"/>
                    <a:pt x="26220" y="12457"/>
                  </a:cubicBezTo>
                  <a:cubicBezTo>
                    <a:pt x="28629" y="10688"/>
                    <a:pt x="31141" y="8997"/>
                    <a:pt x="33755" y="7433"/>
                  </a:cubicBezTo>
                  <a:cubicBezTo>
                    <a:pt x="37907" y="4896"/>
                    <a:pt x="42392" y="2922"/>
                    <a:pt x="47057" y="1590"/>
                  </a:cubicBezTo>
                  <a:cubicBezTo>
                    <a:pt x="50645" y="539"/>
                    <a:pt x="54361" y="1"/>
                    <a:pt x="58103" y="1"/>
                  </a:cubicBezTo>
                  <a:cubicBezTo>
                    <a:pt x="59898" y="1"/>
                    <a:pt x="61640" y="257"/>
                    <a:pt x="63358" y="744"/>
                  </a:cubicBezTo>
                  <a:cubicBezTo>
                    <a:pt x="66408" y="1615"/>
                    <a:pt x="68689" y="3230"/>
                    <a:pt x="70201" y="5562"/>
                  </a:cubicBezTo>
                  <a:cubicBezTo>
                    <a:pt x="71277" y="7305"/>
                    <a:pt x="72021" y="9253"/>
                    <a:pt x="72405" y="11278"/>
                  </a:cubicBezTo>
                  <a:cubicBezTo>
                    <a:pt x="72995" y="14148"/>
                    <a:pt x="73276" y="17096"/>
                    <a:pt x="73302" y="20069"/>
                  </a:cubicBezTo>
                  <a:cubicBezTo>
                    <a:pt x="73405" y="24862"/>
                    <a:pt x="73276" y="29629"/>
                    <a:pt x="72918" y="34422"/>
                  </a:cubicBezTo>
                  <a:cubicBezTo>
                    <a:pt x="72764" y="36780"/>
                    <a:pt x="72610" y="39112"/>
                    <a:pt x="72405" y="41470"/>
                  </a:cubicBezTo>
                  <a:cubicBezTo>
                    <a:pt x="71867" y="47032"/>
                    <a:pt x="71124" y="52542"/>
                    <a:pt x="69688" y="58027"/>
                  </a:cubicBezTo>
                  <a:cubicBezTo>
                    <a:pt x="68561" y="62102"/>
                    <a:pt x="67074" y="66100"/>
                    <a:pt x="65254" y="69945"/>
                  </a:cubicBezTo>
                  <a:cubicBezTo>
                    <a:pt x="64972" y="70560"/>
                    <a:pt x="64716" y="71175"/>
                    <a:pt x="64434" y="71790"/>
                  </a:cubicBezTo>
                  <a:lnTo>
                    <a:pt x="50107" y="71790"/>
                  </a:lnTo>
                  <a:lnTo>
                    <a:pt x="52029" y="66100"/>
                  </a:lnTo>
                  <a:cubicBezTo>
                    <a:pt x="53541" y="61589"/>
                    <a:pt x="54977" y="57053"/>
                    <a:pt x="56104" y="52440"/>
                  </a:cubicBezTo>
                  <a:cubicBezTo>
                    <a:pt x="57155" y="48390"/>
                    <a:pt x="57847" y="44264"/>
                    <a:pt x="58206" y="40086"/>
                  </a:cubicBezTo>
                  <a:cubicBezTo>
                    <a:pt x="58488" y="37190"/>
                    <a:pt x="58411" y="34268"/>
                    <a:pt x="58027" y="31372"/>
                  </a:cubicBezTo>
                  <a:cubicBezTo>
                    <a:pt x="57822" y="29578"/>
                    <a:pt x="57309" y="27835"/>
                    <a:pt x="56514" y="26194"/>
                  </a:cubicBezTo>
                  <a:cubicBezTo>
                    <a:pt x="56130" y="25426"/>
                    <a:pt x="55669" y="24708"/>
                    <a:pt x="55105" y="24042"/>
                  </a:cubicBezTo>
                  <a:cubicBezTo>
                    <a:pt x="53721" y="22478"/>
                    <a:pt x="51850" y="21555"/>
                    <a:pt x="49543" y="21222"/>
                  </a:cubicBezTo>
                  <a:cubicBezTo>
                    <a:pt x="47467" y="20992"/>
                    <a:pt x="45365" y="21094"/>
                    <a:pt x="43341" y="21530"/>
                  </a:cubicBezTo>
                  <a:cubicBezTo>
                    <a:pt x="40803" y="22017"/>
                    <a:pt x="38317" y="22709"/>
                    <a:pt x="35908" y="23580"/>
                  </a:cubicBezTo>
                  <a:cubicBezTo>
                    <a:pt x="31371" y="25169"/>
                    <a:pt x="27014" y="27092"/>
                    <a:pt x="22708" y="29039"/>
                  </a:cubicBezTo>
                  <a:cubicBezTo>
                    <a:pt x="15352" y="32397"/>
                    <a:pt x="8202" y="36216"/>
                    <a:pt x="1333" y="40445"/>
                  </a:cubicBezTo>
                  <a:cubicBezTo>
                    <a:pt x="897" y="40701"/>
                    <a:pt x="436" y="40906"/>
                    <a:pt x="0" y="41137"/>
                  </a:cubicBezTo>
                  <a:lnTo>
                    <a:pt x="0" y="31013"/>
                  </a:lnTo>
                  <a:cubicBezTo>
                    <a:pt x="538" y="30987"/>
                    <a:pt x="871" y="30654"/>
                    <a:pt x="1256" y="30423"/>
                  </a:cubicBezTo>
                  <a:cubicBezTo>
                    <a:pt x="6126" y="27322"/>
                    <a:pt x="10790" y="24016"/>
                    <a:pt x="15327" y="20582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70" name="Google Shape;170;p7"/>
            <p:cNvSpPr/>
            <p:nvPr/>
          </p:nvSpPr>
          <p:spPr>
            <a:xfrm flipH="1">
              <a:off x="3612600" y="699120"/>
              <a:ext cx="5529240" cy="4444200"/>
            </a:xfrm>
            <a:custGeom>
              <a:avLst/>
              <a:gdLst>
                <a:gd name="textAreaLeft" fmla="*/ -360 w 5529240"/>
                <a:gd name="textAreaRight" fmla="*/ 5529240 w 5529240"/>
                <a:gd name="textAreaTop" fmla="*/ 0 h 4444200"/>
                <a:gd name="textAreaBottom" fmla="*/ 4444560 h 4444200"/>
              </a:gdLst>
              <a:ahLst/>
              <a:cxnLst/>
              <a:rect l="textAreaLeft" t="textAreaTop" r="textAreaRight" b="textAreaBottom"/>
              <a:pathLst>
                <a:path w="172158" h="152038">
                  <a:moveTo>
                    <a:pt x="21427" y="15661"/>
                  </a:moveTo>
                  <a:cubicBezTo>
                    <a:pt x="24938" y="18070"/>
                    <a:pt x="28424" y="20479"/>
                    <a:pt x="31961" y="22837"/>
                  </a:cubicBezTo>
                  <a:cubicBezTo>
                    <a:pt x="35959" y="25580"/>
                    <a:pt x="40162" y="27989"/>
                    <a:pt x="44545" y="30090"/>
                  </a:cubicBezTo>
                  <a:cubicBezTo>
                    <a:pt x="48928" y="32218"/>
                    <a:pt x="53593" y="33807"/>
                    <a:pt x="58360" y="34806"/>
                  </a:cubicBezTo>
                  <a:cubicBezTo>
                    <a:pt x="61564" y="35447"/>
                    <a:pt x="64767" y="35806"/>
                    <a:pt x="68074" y="35524"/>
                  </a:cubicBezTo>
                  <a:cubicBezTo>
                    <a:pt x="71072" y="35268"/>
                    <a:pt x="73994" y="34396"/>
                    <a:pt x="76660" y="32961"/>
                  </a:cubicBezTo>
                  <a:cubicBezTo>
                    <a:pt x="78274" y="32038"/>
                    <a:pt x="79761" y="30911"/>
                    <a:pt x="81119" y="29629"/>
                  </a:cubicBezTo>
                  <a:cubicBezTo>
                    <a:pt x="82606" y="28194"/>
                    <a:pt x="83964" y="26656"/>
                    <a:pt x="85143" y="24964"/>
                  </a:cubicBezTo>
                  <a:cubicBezTo>
                    <a:pt x="86399" y="23196"/>
                    <a:pt x="87629" y="21376"/>
                    <a:pt x="88757" y="19531"/>
                  </a:cubicBezTo>
                  <a:cubicBezTo>
                    <a:pt x="90090" y="17378"/>
                    <a:pt x="91320" y="15199"/>
                    <a:pt x="92627" y="13046"/>
                  </a:cubicBezTo>
                  <a:cubicBezTo>
                    <a:pt x="94062" y="10612"/>
                    <a:pt x="95728" y="8382"/>
                    <a:pt x="97651" y="6331"/>
                  </a:cubicBezTo>
                  <a:cubicBezTo>
                    <a:pt x="98983" y="4947"/>
                    <a:pt x="100444" y="3743"/>
                    <a:pt x="102033" y="2692"/>
                  </a:cubicBezTo>
                  <a:cubicBezTo>
                    <a:pt x="103366" y="1795"/>
                    <a:pt x="104827" y="1077"/>
                    <a:pt x="106365" y="616"/>
                  </a:cubicBezTo>
                  <a:cubicBezTo>
                    <a:pt x="107749" y="180"/>
                    <a:pt x="109159" y="1"/>
                    <a:pt x="110620" y="52"/>
                  </a:cubicBezTo>
                  <a:cubicBezTo>
                    <a:pt x="112619" y="129"/>
                    <a:pt x="114567" y="744"/>
                    <a:pt x="116233" y="1872"/>
                  </a:cubicBezTo>
                  <a:cubicBezTo>
                    <a:pt x="117437" y="2666"/>
                    <a:pt x="118514" y="3666"/>
                    <a:pt x="119436" y="4768"/>
                  </a:cubicBezTo>
                  <a:cubicBezTo>
                    <a:pt x="120538" y="6101"/>
                    <a:pt x="121487" y="7536"/>
                    <a:pt x="122281" y="9048"/>
                  </a:cubicBezTo>
                  <a:cubicBezTo>
                    <a:pt x="123358" y="11073"/>
                    <a:pt x="124280" y="13175"/>
                    <a:pt x="125024" y="15328"/>
                  </a:cubicBezTo>
                  <a:cubicBezTo>
                    <a:pt x="127228" y="21222"/>
                    <a:pt x="128817" y="27245"/>
                    <a:pt x="130252" y="33320"/>
                  </a:cubicBezTo>
                  <a:cubicBezTo>
                    <a:pt x="131713" y="39445"/>
                    <a:pt x="132995" y="45622"/>
                    <a:pt x="133994" y="51825"/>
                  </a:cubicBezTo>
                  <a:cubicBezTo>
                    <a:pt x="134609" y="55720"/>
                    <a:pt x="135096" y="59616"/>
                    <a:pt x="135481" y="63512"/>
                  </a:cubicBezTo>
                  <a:cubicBezTo>
                    <a:pt x="135788" y="66716"/>
                    <a:pt x="136070" y="69945"/>
                    <a:pt x="136429" y="73149"/>
                  </a:cubicBezTo>
                  <a:cubicBezTo>
                    <a:pt x="136737" y="75789"/>
                    <a:pt x="137326" y="78403"/>
                    <a:pt x="138198" y="80889"/>
                  </a:cubicBezTo>
                  <a:cubicBezTo>
                    <a:pt x="139658" y="85195"/>
                    <a:pt x="142196" y="89065"/>
                    <a:pt x="145553" y="92141"/>
                  </a:cubicBezTo>
                  <a:cubicBezTo>
                    <a:pt x="146117" y="92653"/>
                    <a:pt x="146707" y="93217"/>
                    <a:pt x="147245" y="93781"/>
                  </a:cubicBezTo>
                  <a:cubicBezTo>
                    <a:pt x="147834" y="94422"/>
                    <a:pt x="148450" y="95062"/>
                    <a:pt x="148988" y="95729"/>
                  </a:cubicBezTo>
                  <a:cubicBezTo>
                    <a:pt x="151166" y="98446"/>
                    <a:pt x="151935" y="101419"/>
                    <a:pt x="151269" y="104622"/>
                  </a:cubicBezTo>
                  <a:cubicBezTo>
                    <a:pt x="151038" y="105724"/>
                    <a:pt x="150705" y="106827"/>
                    <a:pt x="150423" y="107929"/>
                  </a:cubicBezTo>
                  <a:cubicBezTo>
                    <a:pt x="149962" y="109518"/>
                    <a:pt x="149449" y="111132"/>
                    <a:pt x="149065" y="112773"/>
                  </a:cubicBezTo>
                  <a:cubicBezTo>
                    <a:pt x="148398" y="115515"/>
                    <a:pt x="148347" y="118386"/>
                    <a:pt x="148885" y="121179"/>
                  </a:cubicBezTo>
                  <a:cubicBezTo>
                    <a:pt x="149449" y="123999"/>
                    <a:pt x="150423" y="126715"/>
                    <a:pt x="151781" y="129253"/>
                  </a:cubicBezTo>
                  <a:cubicBezTo>
                    <a:pt x="153858" y="133225"/>
                    <a:pt x="156600" y="136865"/>
                    <a:pt x="159701" y="140325"/>
                  </a:cubicBezTo>
                  <a:cubicBezTo>
                    <a:pt x="163264" y="144221"/>
                    <a:pt x="167134" y="147860"/>
                    <a:pt x="171235" y="151218"/>
                  </a:cubicBezTo>
                  <a:cubicBezTo>
                    <a:pt x="171568" y="151474"/>
                    <a:pt x="171850" y="151756"/>
                    <a:pt x="172157" y="152038"/>
                  </a:cubicBezTo>
                  <a:lnTo>
                    <a:pt x="166006" y="152038"/>
                  </a:lnTo>
                  <a:cubicBezTo>
                    <a:pt x="165724" y="151782"/>
                    <a:pt x="165494" y="151500"/>
                    <a:pt x="165212" y="151243"/>
                  </a:cubicBezTo>
                  <a:cubicBezTo>
                    <a:pt x="161111" y="147732"/>
                    <a:pt x="157292" y="143913"/>
                    <a:pt x="153781" y="139812"/>
                  </a:cubicBezTo>
                  <a:cubicBezTo>
                    <a:pt x="151038" y="136609"/>
                    <a:pt x="148706" y="133123"/>
                    <a:pt x="146784" y="129381"/>
                  </a:cubicBezTo>
                  <a:cubicBezTo>
                    <a:pt x="145092" y="126049"/>
                    <a:pt x="143990" y="122461"/>
                    <a:pt x="143529" y="118744"/>
                  </a:cubicBezTo>
                  <a:cubicBezTo>
                    <a:pt x="143195" y="115900"/>
                    <a:pt x="143324" y="113055"/>
                    <a:pt x="143580" y="110210"/>
                  </a:cubicBezTo>
                  <a:cubicBezTo>
                    <a:pt x="143708" y="108723"/>
                    <a:pt x="143836" y="107211"/>
                    <a:pt x="143862" y="105724"/>
                  </a:cubicBezTo>
                  <a:cubicBezTo>
                    <a:pt x="143939" y="102956"/>
                    <a:pt x="142939" y="100265"/>
                    <a:pt x="141119" y="98189"/>
                  </a:cubicBezTo>
                  <a:cubicBezTo>
                    <a:pt x="140786" y="97805"/>
                    <a:pt x="140479" y="97420"/>
                    <a:pt x="140145" y="97036"/>
                  </a:cubicBezTo>
                  <a:cubicBezTo>
                    <a:pt x="139530" y="96344"/>
                    <a:pt x="138941" y="95678"/>
                    <a:pt x="138351" y="94986"/>
                  </a:cubicBezTo>
                  <a:cubicBezTo>
                    <a:pt x="136660" y="93038"/>
                    <a:pt x="135327" y="90833"/>
                    <a:pt x="134327" y="88475"/>
                  </a:cubicBezTo>
                  <a:cubicBezTo>
                    <a:pt x="133123" y="85477"/>
                    <a:pt x="132277" y="82324"/>
                    <a:pt x="131867" y="79121"/>
                  </a:cubicBezTo>
                  <a:cubicBezTo>
                    <a:pt x="131508" y="76506"/>
                    <a:pt x="131303" y="73866"/>
                    <a:pt x="131252" y="71252"/>
                  </a:cubicBezTo>
                  <a:cubicBezTo>
                    <a:pt x="131098" y="67126"/>
                    <a:pt x="130919" y="63025"/>
                    <a:pt x="130483" y="58950"/>
                  </a:cubicBezTo>
                  <a:cubicBezTo>
                    <a:pt x="130278" y="56797"/>
                    <a:pt x="130047" y="54644"/>
                    <a:pt x="129714" y="52491"/>
                  </a:cubicBezTo>
                  <a:cubicBezTo>
                    <a:pt x="129201" y="49364"/>
                    <a:pt x="128637" y="46237"/>
                    <a:pt x="128022" y="43110"/>
                  </a:cubicBezTo>
                  <a:cubicBezTo>
                    <a:pt x="126843" y="37190"/>
                    <a:pt x="125306" y="31321"/>
                    <a:pt x="123435" y="25580"/>
                  </a:cubicBezTo>
                  <a:cubicBezTo>
                    <a:pt x="122409" y="22350"/>
                    <a:pt x="121102" y="19198"/>
                    <a:pt x="119590" y="16148"/>
                  </a:cubicBezTo>
                  <a:cubicBezTo>
                    <a:pt x="118744" y="14507"/>
                    <a:pt x="117745" y="12944"/>
                    <a:pt x="116591" y="11534"/>
                  </a:cubicBezTo>
                  <a:cubicBezTo>
                    <a:pt x="115720" y="10483"/>
                    <a:pt x="114746" y="9561"/>
                    <a:pt x="113618" y="8817"/>
                  </a:cubicBezTo>
                  <a:cubicBezTo>
                    <a:pt x="112516" y="8074"/>
                    <a:pt x="111312" y="7536"/>
                    <a:pt x="110004" y="7280"/>
                  </a:cubicBezTo>
                  <a:cubicBezTo>
                    <a:pt x="108108" y="6895"/>
                    <a:pt x="106134" y="7075"/>
                    <a:pt x="104340" y="7741"/>
                  </a:cubicBezTo>
                  <a:cubicBezTo>
                    <a:pt x="102905" y="8279"/>
                    <a:pt x="101572" y="8997"/>
                    <a:pt x="100342" y="9894"/>
                  </a:cubicBezTo>
                  <a:cubicBezTo>
                    <a:pt x="99060" y="10842"/>
                    <a:pt x="97881" y="11893"/>
                    <a:pt x="96831" y="13072"/>
                  </a:cubicBezTo>
                  <a:cubicBezTo>
                    <a:pt x="95472" y="14559"/>
                    <a:pt x="94242" y="16148"/>
                    <a:pt x="93114" y="17814"/>
                  </a:cubicBezTo>
                  <a:cubicBezTo>
                    <a:pt x="91781" y="19736"/>
                    <a:pt x="90449" y="21684"/>
                    <a:pt x="89116" y="23606"/>
                  </a:cubicBezTo>
                  <a:cubicBezTo>
                    <a:pt x="87578" y="25810"/>
                    <a:pt x="85861" y="27886"/>
                    <a:pt x="84015" y="29834"/>
                  </a:cubicBezTo>
                  <a:cubicBezTo>
                    <a:pt x="82657" y="31269"/>
                    <a:pt x="81145" y="32551"/>
                    <a:pt x="79505" y="33679"/>
                  </a:cubicBezTo>
                  <a:cubicBezTo>
                    <a:pt x="75916" y="36088"/>
                    <a:pt x="71764" y="37292"/>
                    <a:pt x="67125" y="37395"/>
                  </a:cubicBezTo>
                  <a:cubicBezTo>
                    <a:pt x="63665" y="37421"/>
                    <a:pt x="60179" y="36985"/>
                    <a:pt x="56822" y="36139"/>
                  </a:cubicBezTo>
                  <a:cubicBezTo>
                    <a:pt x="51260" y="34781"/>
                    <a:pt x="45878" y="32756"/>
                    <a:pt x="40803" y="30142"/>
                  </a:cubicBezTo>
                  <a:cubicBezTo>
                    <a:pt x="36907" y="28117"/>
                    <a:pt x="33140" y="25887"/>
                    <a:pt x="29500" y="23478"/>
                  </a:cubicBezTo>
                  <a:cubicBezTo>
                    <a:pt x="26015" y="21171"/>
                    <a:pt x="22554" y="18813"/>
                    <a:pt x="19043" y="16532"/>
                  </a:cubicBezTo>
                  <a:cubicBezTo>
                    <a:pt x="13302" y="12765"/>
                    <a:pt x="7381" y="9304"/>
                    <a:pt x="1307" y="6152"/>
                  </a:cubicBezTo>
                  <a:cubicBezTo>
                    <a:pt x="897" y="5947"/>
                    <a:pt x="436" y="5793"/>
                    <a:pt x="0" y="5588"/>
                  </a:cubicBezTo>
                  <a:lnTo>
                    <a:pt x="0" y="2974"/>
                  </a:lnTo>
                  <a:cubicBezTo>
                    <a:pt x="436" y="3153"/>
                    <a:pt x="897" y="3333"/>
                    <a:pt x="1307" y="3538"/>
                  </a:cubicBezTo>
                  <a:cubicBezTo>
                    <a:pt x="8227" y="7203"/>
                    <a:pt x="14942" y="11252"/>
                    <a:pt x="21427" y="15661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71" name="Google Shape;171;p7"/>
            <p:cNvSpPr/>
            <p:nvPr/>
          </p:nvSpPr>
          <p:spPr>
            <a:xfrm flipH="1">
              <a:off x="-720" y="362520"/>
              <a:ext cx="1572120" cy="3028680"/>
            </a:xfrm>
            <a:custGeom>
              <a:avLst/>
              <a:gdLst>
                <a:gd name="textAreaLeft" fmla="*/ -360 w 1572120"/>
                <a:gd name="textAreaRight" fmla="*/ 1572120 w 1572120"/>
                <a:gd name="textAreaTop" fmla="*/ 0 h 3028680"/>
                <a:gd name="textAreaBottom" fmla="*/ 3029040 h 3028680"/>
              </a:gdLst>
              <a:ahLst/>
              <a:cxnLst/>
              <a:rect l="textAreaLeft" t="textAreaTop" r="textAreaRight" b="textAreaBottom"/>
              <a:pathLst>
                <a:path w="48954" h="103623">
                  <a:moveTo>
                    <a:pt x="30962" y="101188"/>
                  </a:moveTo>
                  <a:cubicBezTo>
                    <a:pt x="28040" y="100265"/>
                    <a:pt x="25220" y="99035"/>
                    <a:pt x="22529" y="97523"/>
                  </a:cubicBezTo>
                  <a:cubicBezTo>
                    <a:pt x="18223" y="95114"/>
                    <a:pt x="14302" y="92064"/>
                    <a:pt x="10944" y="88450"/>
                  </a:cubicBezTo>
                  <a:cubicBezTo>
                    <a:pt x="6049" y="83196"/>
                    <a:pt x="2794" y="77327"/>
                    <a:pt x="1179" y="70817"/>
                  </a:cubicBezTo>
                  <a:cubicBezTo>
                    <a:pt x="0" y="66024"/>
                    <a:pt x="180" y="61205"/>
                    <a:pt x="1282" y="56438"/>
                  </a:cubicBezTo>
                  <a:cubicBezTo>
                    <a:pt x="1846" y="54055"/>
                    <a:pt x="2538" y="51671"/>
                    <a:pt x="3230" y="49287"/>
                  </a:cubicBezTo>
                  <a:cubicBezTo>
                    <a:pt x="4434" y="45135"/>
                    <a:pt x="6075" y="41137"/>
                    <a:pt x="8125" y="37318"/>
                  </a:cubicBezTo>
                  <a:cubicBezTo>
                    <a:pt x="11073" y="31833"/>
                    <a:pt x="14968" y="26861"/>
                    <a:pt x="19479" y="22196"/>
                  </a:cubicBezTo>
                  <a:cubicBezTo>
                    <a:pt x="24631" y="16917"/>
                    <a:pt x="30141" y="12021"/>
                    <a:pt x="35985" y="7562"/>
                  </a:cubicBezTo>
                  <a:cubicBezTo>
                    <a:pt x="39958" y="4486"/>
                    <a:pt x="44315" y="1949"/>
                    <a:pt x="48954" y="1"/>
                  </a:cubicBezTo>
                  <a:lnTo>
                    <a:pt x="48954" y="3948"/>
                  </a:lnTo>
                  <a:cubicBezTo>
                    <a:pt x="48749" y="4025"/>
                    <a:pt x="48544" y="4076"/>
                    <a:pt x="48339" y="4179"/>
                  </a:cubicBezTo>
                  <a:cubicBezTo>
                    <a:pt x="45853" y="5383"/>
                    <a:pt x="43495" y="6793"/>
                    <a:pt x="41239" y="8433"/>
                  </a:cubicBezTo>
                  <a:cubicBezTo>
                    <a:pt x="33986" y="13687"/>
                    <a:pt x="27348" y="19428"/>
                    <a:pt x="21581" y="25836"/>
                  </a:cubicBezTo>
                  <a:cubicBezTo>
                    <a:pt x="17275" y="30654"/>
                    <a:pt x="13841" y="35883"/>
                    <a:pt x="11534" y="41573"/>
                  </a:cubicBezTo>
                  <a:cubicBezTo>
                    <a:pt x="10355" y="44443"/>
                    <a:pt x="9458" y="47442"/>
                    <a:pt x="8920" y="50492"/>
                  </a:cubicBezTo>
                  <a:cubicBezTo>
                    <a:pt x="8535" y="52645"/>
                    <a:pt x="8151" y="54772"/>
                    <a:pt x="7920" y="56925"/>
                  </a:cubicBezTo>
                  <a:cubicBezTo>
                    <a:pt x="7074" y="64614"/>
                    <a:pt x="9612" y="71432"/>
                    <a:pt x="15763" y="77275"/>
                  </a:cubicBezTo>
                  <a:cubicBezTo>
                    <a:pt x="19838" y="81145"/>
                    <a:pt x="24708" y="84119"/>
                    <a:pt x="30039" y="85964"/>
                  </a:cubicBezTo>
                  <a:cubicBezTo>
                    <a:pt x="34165" y="87399"/>
                    <a:pt x="38522" y="88091"/>
                    <a:pt x="42905" y="87989"/>
                  </a:cubicBezTo>
                  <a:cubicBezTo>
                    <a:pt x="44930" y="87963"/>
                    <a:pt x="46980" y="87707"/>
                    <a:pt x="48954" y="87194"/>
                  </a:cubicBezTo>
                  <a:lnTo>
                    <a:pt x="48954" y="102623"/>
                  </a:lnTo>
                  <a:cubicBezTo>
                    <a:pt x="48851" y="102623"/>
                    <a:pt x="48723" y="102623"/>
                    <a:pt x="48621" y="102649"/>
                  </a:cubicBezTo>
                  <a:cubicBezTo>
                    <a:pt x="42546" y="103623"/>
                    <a:pt x="36677" y="103008"/>
                    <a:pt x="30962" y="10118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72" name="Google Shape;172;p7"/>
            <p:cNvSpPr/>
            <p:nvPr/>
          </p:nvSpPr>
          <p:spPr>
            <a:xfrm flipH="1">
              <a:off x="0" y="0"/>
              <a:ext cx="4073760" cy="4843440"/>
            </a:xfrm>
            <a:custGeom>
              <a:avLst/>
              <a:gdLst>
                <a:gd name="textAreaLeft" fmla="*/ 360 w 4073760"/>
                <a:gd name="textAreaRight" fmla="*/ 4074480 w 4073760"/>
                <a:gd name="textAreaTop" fmla="*/ 0 h 4843440"/>
                <a:gd name="textAreaBottom" fmla="*/ 4843800 h 4843440"/>
              </a:gdLst>
              <a:ahLst/>
              <a:cxnLst/>
              <a:rect l="textAreaLeft" t="textAreaTop" r="textAreaRight" b="textAreaBottom"/>
              <a:pathLst>
                <a:path w="126844" h="165698">
                  <a:moveTo>
                    <a:pt x="114055" y="165595"/>
                  </a:moveTo>
                  <a:cubicBezTo>
                    <a:pt x="110184" y="165698"/>
                    <a:pt x="106340" y="165288"/>
                    <a:pt x="102598" y="164365"/>
                  </a:cubicBezTo>
                  <a:cubicBezTo>
                    <a:pt x="99573" y="163571"/>
                    <a:pt x="96600" y="162648"/>
                    <a:pt x="93679" y="161546"/>
                  </a:cubicBezTo>
                  <a:cubicBezTo>
                    <a:pt x="90321" y="160316"/>
                    <a:pt x="86963" y="159034"/>
                    <a:pt x="83580" y="157829"/>
                  </a:cubicBezTo>
                  <a:cubicBezTo>
                    <a:pt x="78019" y="155830"/>
                    <a:pt x="72252" y="154446"/>
                    <a:pt x="66383" y="153703"/>
                  </a:cubicBezTo>
                  <a:cubicBezTo>
                    <a:pt x="63640" y="153344"/>
                    <a:pt x="60898" y="153011"/>
                    <a:pt x="58181" y="152627"/>
                  </a:cubicBezTo>
                  <a:cubicBezTo>
                    <a:pt x="56054" y="152345"/>
                    <a:pt x="53978" y="151858"/>
                    <a:pt x="51953" y="151140"/>
                  </a:cubicBezTo>
                  <a:cubicBezTo>
                    <a:pt x="46904" y="149269"/>
                    <a:pt x="43597" y="146142"/>
                    <a:pt x="42085" y="141734"/>
                  </a:cubicBezTo>
                  <a:cubicBezTo>
                    <a:pt x="41624" y="140401"/>
                    <a:pt x="41342" y="138991"/>
                    <a:pt x="41214" y="137582"/>
                  </a:cubicBezTo>
                  <a:cubicBezTo>
                    <a:pt x="40983" y="135506"/>
                    <a:pt x="41034" y="133455"/>
                    <a:pt x="41009" y="131379"/>
                  </a:cubicBezTo>
                  <a:cubicBezTo>
                    <a:pt x="40983" y="129508"/>
                    <a:pt x="40932" y="127612"/>
                    <a:pt x="40829" y="125741"/>
                  </a:cubicBezTo>
                  <a:cubicBezTo>
                    <a:pt x="40676" y="122460"/>
                    <a:pt x="40470" y="119179"/>
                    <a:pt x="40317" y="115899"/>
                  </a:cubicBezTo>
                  <a:cubicBezTo>
                    <a:pt x="40137" y="112362"/>
                    <a:pt x="40009" y="108825"/>
                    <a:pt x="39778" y="105288"/>
                  </a:cubicBezTo>
                  <a:cubicBezTo>
                    <a:pt x="39573" y="102033"/>
                    <a:pt x="39266" y="98778"/>
                    <a:pt x="38984" y="95523"/>
                  </a:cubicBezTo>
                  <a:cubicBezTo>
                    <a:pt x="38651" y="91499"/>
                    <a:pt x="38241" y="87475"/>
                    <a:pt x="37600" y="83477"/>
                  </a:cubicBezTo>
                  <a:cubicBezTo>
                    <a:pt x="37087" y="80017"/>
                    <a:pt x="36062" y="76634"/>
                    <a:pt x="34499" y="73507"/>
                  </a:cubicBezTo>
                  <a:cubicBezTo>
                    <a:pt x="34063" y="72635"/>
                    <a:pt x="33678" y="71738"/>
                    <a:pt x="33320" y="70841"/>
                  </a:cubicBezTo>
                  <a:cubicBezTo>
                    <a:pt x="32628" y="69124"/>
                    <a:pt x="32448" y="67202"/>
                    <a:pt x="32833" y="65382"/>
                  </a:cubicBezTo>
                  <a:cubicBezTo>
                    <a:pt x="33063" y="64177"/>
                    <a:pt x="33473" y="63024"/>
                    <a:pt x="34037" y="61973"/>
                  </a:cubicBezTo>
                  <a:cubicBezTo>
                    <a:pt x="34781" y="60589"/>
                    <a:pt x="35575" y="59231"/>
                    <a:pt x="36370" y="57898"/>
                  </a:cubicBezTo>
                  <a:cubicBezTo>
                    <a:pt x="37010" y="56822"/>
                    <a:pt x="37677" y="55771"/>
                    <a:pt x="38292" y="54694"/>
                  </a:cubicBezTo>
                  <a:cubicBezTo>
                    <a:pt x="38830" y="53797"/>
                    <a:pt x="39240" y="52849"/>
                    <a:pt x="39497" y="51849"/>
                  </a:cubicBezTo>
                  <a:cubicBezTo>
                    <a:pt x="39702" y="51183"/>
                    <a:pt x="39753" y="50491"/>
                    <a:pt x="39676" y="49799"/>
                  </a:cubicBezTo>
                  <a:cubicBezTo>
                    <a:pt x="39497" y="48646"/>
                    <a:pt x="38753" y="47851"/>
                    <a:pt x="37446" y="47415"/>
                  </a:cubicBezTo>
                  <a:cubicBezTo>
                    <a:pt x="36652" y="47134"/>
                    <a:pt x="35831" y="47005"/>
                    <a:pt x="34986" y="46980"/>
                  </a:cubicBezTo>
                  <a:cubicBezTo>
                    <a:pt x="33909" y="46929"/>
                    <a:pt x="32807" y="46929"/>
                    <a:pt x="31705" y="46929"/>
                  </a:cubicBezTo>
                  <a:cubicBezTo>
                    <a:pt x="30193" y="46929"/>
                    <a:pt x="28655" y="46954"/>
                    <a:pt x="27143" y="46954"/>
                  </a:cubicBezTo>
                  <a:cubicBezTo>
                    <a:pt x="25092" y="46954"/>
                    <a:pt x="23068" y="46775"/>
                    <a:pt x="21068" y="46416"/>
                  </a:cubicBezTo>
                  <a:cubicBezTo>
                    <a:pt x="15763" y="45442"/>
                    <a:pt x="11457" y="43238"/>
                    <a:pt x="8202" y="39650"/>
                  </a:cubicBezTo>
                  <a:cubicBezTo>
                    <a:pt x="7151" y="38496"/>
                    <a:pt x="6229" y="37215"/>
                    <a:pt x="5460" y="35882"/>
                  </a:cubicBezTo>
                  <a:cubicBezTo>
                    <a:pt x="4178" y="33703"/>
                    <a:pt x="3179" y="31345"/>
                    <a:pt x="2512" y="28911"/>
                  </a:cubicBezTo>
                  <a:cubicBezTo>
                    <a:pt x="1410" y="24810"/>
                    <a:pt x="795" y="20581"/>
                    <a:pt x="693" y="16352"/>
                  </a:cubicBezTo>
                  <a:cubicBezTo>
                    <a:pt x="590" y="12507"/>
                    <a:pt x="539" y="8663"/>
                    <a:pt x="462" y="4793"/>
                  </a:cubicBezTo>
                  <a:cubicBezTo>
                    <a:pt x="462" y="3178"/>
                    <a:pt x="308" y="1589"/>
                    <a:pt x="1" y="0"/>
                  </a:cubicBezTo>
                  <a:lnTo>
                    <a:pt x="2743" y="0"/>
                  </a:lnTo>
                  <a:cubicBezTo>
                    <a:pt x="2794" y="1666"/>
                    <a:pt x="2897" y="3306"/>
                    <a:pt x="2871" y="4972"/>
                  </a:cubicBezTo>
                  <a:cubicBezTo>
                    <a:pt x="2871" y="7638"/>
                    <a:pt x="2769" y="10303"/>
                    <a:pt x="2743" y="12969"/>
                  </a:cubicBezTo>
                  <a:cubicBezTo>
                    <a:pt x="2692" y="16403"/>
                    <a:pt x="2897" y="19863"/>
                    <a:pt x="3384" y="23272"/>
                  </a:cubicBezTo>
                  <a:cubicBezTo>
                    <a:pt x="3768" y="25963"/>
                    <a:pt x="4460" y="28603"/>
                    <a:pt x="5460" y="31140"/>
                  </a:cubicBezTo>
                  <a:cubicBezTo>
                    <a:pt x="6511" y="33832"/>
                    <a:pt x="8048" y="36266"/>
                    <a:pt x="10022" y="38368"/>
                  </a:cubicBezTo>
                  <a:cubicBezTo>
                    <a:pt x="12380" y="40777"/>
                    <a:pt x="15353" y="42520"/>
                    <a:pt x="18634" y="43392"/>
                  </a:cubicBezTo>
                  <a:cubicBezTo>
                    <a:pt x="21632" y="44186"/>
                    <a:pt x="24759" y="44442"/>
                    <a:pt x="27835" y="44084"/>
                  </a:cubicBezTo>
                  <a:cubicBezTo>
                    <a:pt x="29834" y="43879"/>
                    <a:pt x="31807" y="43571"/>
                    <a:pt x="33755" y="43135"/>
                  </a:cubicBezTo>
                  <a:cubicBezTo>
                    <a:pt x="36113" y="42648"/>
                    <a:pt x="38446" y="42110"/>
                    <a:pt x="40804" y="41674"/>
                  </a:cubicBezTo>
                  <a:cubicBezTo>
                    <a:pt x="41880" y="41495"/>
                    <a:pt x="42982" y="41367"/>
                    <a:pt x="44059" y="41290"/>
                  </a:cubicBezTo>
                  <a:cubicBezTo>
                    <a:pt x="44853" y="41239"/>
                    <a:pt x="45648" y="41316"/>
                    <a:pt x="46442" y="41521"/>
                  </a:cubicBezTo>
                  <a:cubicBezTo>
                    <a:pt x="47647" y="41828"/>
                    <a:pt x="48416" y="42520"/>
                    <a:pt x="48723" y="43545"/>
                  </a:cubicBezTo>
                  <a:cubicBezTo>
                    <a:pt x="48877" y="44160"/>
                    <a:pt x="48928" y="44776"/>
                    <a:pt x="48826" y="45416"/>
                  </a:cubicBezTo>
                  <a:cubicBezTo>
                    <a:pt x="48672" y="46518"/>
                    <a:pt x="48365" y="47595"/>
                    <a:pt x="47903" y="48594"/>
                  </a:cubicBezTo>
                  <a:cubicBezTo>
                    <a:pt x="47314" y="49927"/>
                    <a:pt x="46622" y="51209"/>
                    <a:pt x="45827" y="52439"/>
                  </a:cubicBezTo>
                  <a:cubicBezTo>
                    <a:pt x="44725" y="54156"/>
                    <a:pt x="43572" y="55873"/>
                    <a:pt x="42521" y="57591"/>
                  </a:cubicBezTo>
                  <a:cubicBezTo>
                    <a:pt x="41854" y="58667"/>
                    <a:pt x="41239" y="59795"/>
                    <a:pt x="40701" y="60922"/>
                  </a:cubicBezTo>
                  <a:cubicBezTo>
                    <a:pt x="39753" y="62845"/>
                    <a:pt x="39368" y="64972"/>
                    <a:pt x="39548" y="67099"/>
                  </a:cubicBezTo>
                  <a:cubicBezTo>
                    <a:pt x="39650" y="68125"/>
                    <a:pt x="39753" y="69150"/>
                    <a:pt x="39932" y="70175"/>
                  </a:cubicBezTo>
                  <a:cubicBezTo>
                    <a:pt x="40394" y="72892"/>
                    <a:pt x="40727" y="75660"/>
                    <a:pt x="40906" y="78402"/>
                  </a:cubicBezTo>
                  <a:cubicBezTo>
                    <a:pt x="41188" y="82810"/>
                    <a:pt x="41419" y="87219"/>
                    <a:pt x="41675" y="91627"/>
                  </a:cubicBezTo>
                  <a:cubicBezTo>
                    <a:pt x="41829" y="94241"/>
                    <a:pt x="41983" y="96830"/>
                    <a:pt x="42188" y="99419"/>
                  </a:cubicBezTo>
                  <a:cubicBezTo>
                    <a:pt x="42393" y="102007"/>
                    <a:pt x="42598" y="104622"/>
                    <a:pt x="42777" y="107210"/>
                  </a:cubicBezTo>
                  <a:cubicBezTo>
                    <a:pt x="42957" y="110055"/>
                    <a:pt x="43110" y="112900"/>
                    <a:pt x="43315" y="115745"/>
                  </a:cubicBezTo>
                  <a:cubicBezTo>
                    <a:pt x="43392" y="116898"/>
                    <a:pt x="43495" y="118052"/>
                    <a:pt x="43623" y="119205"/>
                  </a:cubicBezTo>
                  <a:cubicBezTo>
                    <a:pt x="43854" y="121384"/>
                    <a:pt x="44110" y="123562"/>
                    <a:pt x="44366" y="125766"/>
                  </a:cubicBezTo>
                  <a:cubicBezTo>
                    <a:pt x="44699" y="128509"/>
                    <a:pt x="44981" y="131251"/>
                    <a:pt x="45340" y="133994"/>
                  </a:cubicBezTo>
                  <a:cubicBezTo>
                    <a:pt x="45545" y="135813"/>
                    <a:pt x="46007" y="137607"/>
                    <a:pt x="46699" y="139299"/>
                  </a:cubicBezTo>
                  <a:cubicBezTo>
                    <a:pt x="48185" y="142836"/>
                    <a:pt x="50953" y="145476"/>
                    <a:pt x="55028" y="147142"/>
                  </a:cubicBezTo>
                  <a:cubicBezTo>
                    <a:pt x="55772" y="147449"/>
                    <a:pt x="56566" y="147706"/>
                    <a:pt x="57335" y="147962"/>
                  </a:cubicBezTo>
                  <a:cubicBezTo>
                    <a:pt x="59129" y="148475"/>
                    <a:pt x="60949" y="148910"/>
                    <a:pt x="62794" y="149243"/>
                  </a:cubicBezTo>
                  <a:cubicBezTo>
                    <a:pt x="65998" y="149884"/>
                    <a:pt x="69202" y="150474"/>
                    <a:pt x="72406" y="151191"/>
                  </a:cubicBezTo>
                  <a:cubicBezTo>
                    <a:pt x="77173" y="152293"/>
                    <a:pt x="81735" y="153857"/>
                    <a:pt x="86246" y="155523"/>
                  </a:cubicBezTo>
                  <a:cubicBezTo>
                    <a:pt x="89655" y="156804"/>
                    <a:pt x="93063" y="158086"/>
                    <a:pt x="96524" y="159290"/>
                  </a:cubicBezTo>
                  <a:cubicBezTo>
                    <a:pt x="100471" y="160674"/>
                    <a:pt x="104546" y="161571"/>
                    <a:pt x="108698" y="161905"/>
                  </a:cubicBezTo>
                  <a:cubicBezTo>
                    <a:pt x="111517" y="162135"/>
                    <a:pt x="114311" y="162084"/>
                    <a:pt x="117104" y="161725"/>
                  </a:cubicBezTo>
                  <a:cubicBezTo>
                    <a:pt x="120026" y="161341"/>
                    <a:pt x="122923" y="160726"/>
                    <a:pt x="125767" y="159880"/>
                  </a:cubicBezTo>
                  <a:cubicBezTo>
                    <a:pt x="126126" y="159752"/>
                    <a:pt x="126485" y="159675"/>
                    <a:pt x="126844" y="159598"/>
                  </a:cubicBezTo>
                  <a:lnTo>
                    <a:pt x="126844" y="163160"/>
                  </a:lnTo>
                  <a:cubicBezTo>
                    <a:pt x="125972" y="163442"/>
                    <a:pt x="125075" y="163750"/>
                    <a:pt x="124178" y="163981"/>
                  </a:cubicBezTo>
                  <a:cubicBezTo>
                    <a:pt x="120872" y="164903"/>
                    <a:pt x="117489" y="165442"/>
                    <a:pt x="114055" y="16559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73" name="Google Shape;173;p7"/>
            <p:cNvSpPr/>
            <p:nvPr/>
          </p:nvSpPr>
          <p:spPr>
            <a:xfrm flipH="1">
              <a:off x="7029000" y="0"/>
              <a:ext cx="2113920" cy="627480"/>
            </a:xfrm>
            <a:custGeom>
              <a:avLst/>
              <a:gdLst>
                <a:gd name="textAreaLeft" fmla="*/ 360 w 2113920"/>
                <a:gd name="textAreaRight" fmla="*/ 2114640 w 2113920"/>
                <a:gd name="textAreaTop" fmla="*/ 0 h 627480"/>
                <a:gd name="textAreaBottom" fmla="*/ 627840 h 627480"/>
              </a:gdLst>
              <a:ahLst/>
              <a:cxnLst/>
              <a:rect l="textAreaLeft" t="textAreaTop" r="textAreaRight" b="textAreaBottom"/>
              <a:pathLst>
                <a:path w="65819" h="21478">
                  <a:moveTo>
                    <a:pt x="65152" y="513"/>
                  </a:moveTo>
                  <a:cubicBezTo>
                    <a:pt x="62179" y="2230"/>
                    <a:pt x="59616" y="4537"/>
                    <a:pt x="57565" y="7305"/>
                  </a:cubicBezTo>
                  <a:cubicBezTo>
                    <a:pt x="56591" y="8637"/>
                    <a:pt x="55617" y="9970"/>
                    <a:pt x="54643" y="11328"/>
                  </a:cubicBezTo>
                  <a:cubicBezTo>
                    <a:pt x="53311" y="13148"/>
                    <a:pt x="51875" y="14865"/>
                    <a:pt x="50312" y="16506"/>
                  </a:cubicBezTo>
                  <a:cubicBezTo>
                    <a:pt x="49210" y="17659"/>
                    <a:pt x="47954" y="18684"/>
                    <a:pt x="46596" y="19530"/>
                  </a:cubicBezTo>
                  <a:cubicBezTo>
                    <a:pt x="45032" y="20504"/>
                    <a:pt x="43264" y="21119"/>
                    <a:pt x="41418" y="21350"/>
                  </a:cubicBezTo>
                  <a:cubicBezTo>
                    <a:pt x="39983" y="21478"/>
                    <a:pt x="38548" y="21401"/>
                    <a:pt x="37112" y="21145"/>
                  </a:cubicBezTo>
                  <a:cubicBezTo>
                    <a:pt x="35088" y="20786"/>
                    <a:pt x="33088" y="20299"/>
                    <a:pt x="31141" y="19658"/>
                  </a:cubicBezTo>
                  <a:cubicBezTo>
                    <a:pt x="27578" y="18556"/>
                    <a:pt x="24118" y="17275"/>
                    <a:pt x="20735" y="15891"/>
                  </a:cubicBezTo>
                  <a:cubicBezTo>
                    <a:pt x="14250" y="13251"/>
                    <a:pt x="7817" y="10585"/>
                    <a:pt x="1358" y="7945"/>
                  </a:cubicBezTo>
                  <a:cubicBezTo>
                    <a:pt x="923" y="7766"/>
                    <a:pt x="538" y="7510"/>
                    <a:pt x="0" y="7510"/>
                  </a:cubicBezTo>
                  <a:lnTo>
                    <a:pt x="0" y="0"/>
                  </a:lnTo>
                  <a:lnTo>
                    <a:pt x="14122" y="0"/>
                  </a:lnTo>
                  <a:cubicBezTo>
                    <a:pt x="14302" y="51"/>
                    <a:pt x="14481" y="103"/>
                    <a:pt x="14660" y="128"/>
                  </a:cubicBezTo>
                  <a:cubicBezTo>
                    <a:pt x="18761" y="487"/>
                    <a:pt x="22888" y="718"/>
                    <a:pt x="27040" y="359"/>
                  </a:cubicBezTo>
                  <a:cubicBezTo>
                    <a:pt x="28116" y="282"/>
                    <a:pt x="29218" y="282"/>
                    <a:pt x="30295" y="0"/>
                  </a:cubicBezTo>
                  <a:lnTo>
                    <a:pt x="65818" y="0"/>
                  </a:lnTo>
                  <a:cubicBezTo>
                    <a:pt x="65613" y="179"/>
                    <a:pt x="65382" y="359"/>
                    <a:pt x="65152" y="513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74" name="Google Shape;174;p7"/>
            <p:cNvSpPr/>
            <p:nvPr/>
          </p:nvSpPr>
          <p:spPr>
            <a:xfrm flipH="1">
              <a:off x="6055920" y="0"/>
              <a:ext cx="3086640" cy="1400040"/>
            </a:xfrm>
            <a:custGeom>
              <a:avLst/>
              <a:gdLst>
                <a:gd name="textAreaLeft" fmla="*/ 360 w 3086640"/>
                <a:gd name="textAreaRight" fmla="*/ 3087360 w 3086640"/>
                <a:gd name="textAreaTop" fmla="*/ 0 h 1400040"/>
                <a:gd name="textAreaBottom" fmla="*/ 1400400 h 1400040"/>
              </a:gdLst>
              <a:ahLst/>
              <a:cxnLst/>
              <a:rect l="textAreaLeft" t="textAreaTop" r="textAreaRight" b="textAreaBottom"/>
              <a:pathLst>
                <a:path w="96113" h="47903">
                  <a:moveTo>
                    <a:pt x="90141" y="6894"/>
                  </a:moveTo>
                  <a:cubicBezTo>
                    <a:pt x="89141" y="8073"/>
                    <a:pt x="88168" y="9252"/>
                    <a:pt x="87194" y="10457"/>
                  </a:cubicBezTo>
                  <a:cubicBezTo>
                    <a:pt x="83862" y="14532"/>
                    <a:pt x="81376" y="19248"/>
                    <a:pt x="79915" y="24323"/>
                  </a:cubicBezTo>
                  <a:cubicBezTo>
                    <a:pt x="79018" y="27552"/>
                    <a:pt x="77967" y="30705"/>
                    <a:pt x="76762" y="33832"/>
                  </a:cubicBezTo>
                  <a:cubicBezTo>
                    <a:pt x="75839" y="36138"/>
                    <a:pt x="74712" y="38368"/>
                    <a:pt x="73379" y="40470"/>
                  </a:cubicBezTo>
                  <a:cubicBezTo>
                    <a:pt x="72482" y="41828"/>
                    <a:pt x="71457" y="43084"/>
                    <a:pt x="70303" y="44186"/>
                  </a:cubicBezTo>
                  <a:cubicBezTo>
                    <a:pt x="68484" y="45878"/>
                    <a:pt x="66228" y="47005"/>
                    <a:pt x="63819" y="47492"/>
                  </a:cubicBezTo>
                  <a:cubicBezTo>
                    <a:pt x="61871" y="47851"/>
                    <a:pt x="59872" y="47902"/>
                    <a:pt x="57924" y="47646"/>
                  </a:cubicBezTo>
                  <a:cubicBezTo>
                    <a:pt x="55182" y="47313"/>
                    <a:pt x="52490" y="46621"/>
                    <a:pt x="49953" y="45570"/>
                  </a:cubicBezTo>
                  <a:cubicBezTo>
                    <a:pt x="47441" y="44571"/>
                    <a:pt x="45032" y="43392"/>
                    <a:pt x="42674" y="42059"/>
                  </a:cubicBezTo>
                  <a:cubicBezTo>
                    <a:pt x="39342" y="40188"/>
                    <a:pt x="36164" y="38189"/>
                    <a:pt x="32986" y="36138"/>
                  </a:cubicBezTo>
                  <a:cubicBezTo>
                    <a:pt x="27117" y="32422"/>
                    <a:pt x="21222" y="28731"/>
                    <a:pt x="15096" y="25297"/>
                  </a:cubicBezTo>
                  <a:cubicBezTo>
                    <a:pt x="10534" y="22734"/>
                    <a:pt x="5869" y="20248"/>
                    <a:pt x="1128" y="17890"/>
                  </a:cubicBezTo>
                  <a:cubicBezTo>
                    <a:pt x="795" y="17659"/>
                    <a:pt x="410" y="17531"/>
                    <a:pt x="0" y="17480"/>
                  </a:cubicBezTo>
                  <a:lnTo>
                    <a:pt x="0" y="13533"/>
                  </a:lnTo>
                  <a:cubicBezTo>
                    <a:pt x="513" y="13738"/>
                    <a:pt x="1025" y="13943"/>
                    <a:pt x="1512" y="14173"/>
                  </a:cubicBezTo>
                  <a:cubicBezTo>
                    <a:pt x="11790" y="19043"/>
                    <a:pt x="21837" y="24195"/>
                    <a:pt x="31679" y="29628"/>
                  </a:cubicBezTo>
                  <a:cubicBezTo>
                    <a:pt x="34908" y="31422"/>
                    <a:pt x="38214" y="33165"/>
                    <a:pt x="41521" y="34857"/>
                  </a:cubicBezTo>
                  <a:cubicBezTo>
                    <a:pt x="43802" y="36061"/>
                    <a:pt x="46160" y="37061"/>
                    <a:pt x="48595" y="37881"/>
                  </a:cubicBezTo>
                  <a:cubicBezTo>
                    <a:pt x="50594" y="38599"/>
                    <a:pt x="52721" y="39034"/>
                    <a:pt x="54848" y="39188"/>
                  </a:cubicBezTo>
                  <a:cubicBezTo>
                    <a:pt x="58001" y="39342"/>
                    <a:pt x="60666" y="38547"/>
                    <a:pt x="62819" y="36574"/>
                  </a:cubicBezTo>
                  <a:cubicBezTo>
                    <a:pt x="63998" y="35498"/>
                    <a:pt x="64998" y="34242"/>
                    <a:pt x="65844" y="32858"/>
                  </a:cubicBezTo>
                  <a:cubicBezTo>
                    <a:pt x="67125" y="30756"/>
                    <a:pt x="68176" y="28526"/>
                    <a:pt x="68996" y="26219"/>
                  </a:cubicBezTo>
                  <a:cubicBezTo>
                    <a:pt x="69945" y="23451"/>
                    <a:pt x="70816" y="20658"/>
                    <a:pt x="71739" y="17890"/>
                  </a:cubicBezTo>
                  <a:cubicBezTo>
                    <a:pt x="72097" y="16788"/>
                    <a:pt x="72456" y="15711"/>
                    <a:pt x="72866" y="14635"/>
                  </a:cubicBezTo>
                  <a:cubicBezTo>
                    <a:pt x="73866" y="12097"/>
                    <a:pt x="75353" y="9765"/>
                    <a:pt x="77223" y="7766"/>
                  </a:cubicBezTo>
                  <a:cubicBezTo>
                    <a:pt x="78633" y="6254"/>
                    <a:pt x="80120" y="4844"/>
                    <a:pt x="81709" y="3511"/>
                  </a:cubicBezTo>
                  <a:cubicBezTo>
                    <a:pt x="82836" y="2537"/>
                    <a:pt x="83964" y="1589"/>
                    <a:pt x="85092" y="589"/>
                  </a:cubicBezTo>
                  <a:cubicBezTo>
                    <a:pt x="85271" y="410"/>
                    <a:pt x="85451" y="205"/>
                    <a:pt x="85630" y="0"/>
                  </a:cubicBezTo>
                  <a:lnTo>
                    <a:pt x="96113" y="0"/>
                  </a:lnTo>
                  <a:cubicBezTo>
                    <a:pt x="95857" y="333"/>
                    <a:pt x="95626" y="641"/>
                    <a:pt x="95370" y="948"/>
                  </a:cubicBezTo>
                  <a:cubicBezTo>
                    <a:pt x="93627" y="2922"/>
                    <a:pt x="91884" y="4895"/>
                    <a:pt x="90141" y="6894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75" name="Google Shape;175;p7"/>
            <p:cNvSpPr/>
            <p:nvPr/>
          </p:nvSpPr>
          <p:spPr>
            <a:xfrm flipH="1">
              <a:off x="5668200" y="1999800"/>
              <a:ext cx="3473640" cy="3142800"/>
            </a:xfrm>
            <a:custGeom>
              <a:avLst/>
              <a:gdLst>
                <a:gd name="textAreaLeft" fmla="*/ -360 w 3473640"/>
                <a:gd name="textAreaRight" fmla="*/ 3473640 w 3473640"/>
                <a:gd name="textAreaTop" fmla="*/ 0 h 3142800"/>
                <a:gd name="textAreaBottom" fmla="*/ 3143160 h 3142800"/>
              </a:gdLst>
              <a:ahLst/>
              <a:cxnLst/>
              <a:rect l="textAreaLeft" t="textAreaTop" r="textAreaRight" b="textAreaBottom"/>
              <a:pathLst>
                <a:path w="108160" h="107519">
                  <a:moveTo>
                    <a:pt x="897" y="6280"/>
                  </a:moveTo>
                  <a:cubicBezTo>
                    <a:pt x="1717" y="5331"/>
                    <a:pt x="2614" y="4486"/>
                    <a:pt x="3588" y="3717"/>
                  </a:cubicBezTo>
                  <a:cubicBezTo>
                    <a:pt x="5869" y="1923"/>
                    <a:pt x="8586" y="769"/>
                    <a:pt x="11457" y="359"/>
                  </a:cubicBezTo>
                  <a:cubicBezTo>
                    <a:pt x="12918" y="129"/>
                    <a:pt x="14378" y="0"/>
                    <a:pt x="15865" y="0"/>
                  </a:cubicBezTo>
                  <a:cubicBezTo>
                    <a:pt x="19197" y="26"/>
                    <a:pt x="22503" y="308"/>
                    <a:pt x="25784" y="846"/>
                  </a:cubicBezTo>
                  <a:cubicBezTo>
                    <a:pt x="30423" y="1513"/>
                    <a:pt x="35011" y="2410"/>
                    <a:pt x="39573" y="3281"/>
                  </a:cubicBezTo>
                  <a:cubicBezTo>
                    <a:pt x="46954" y="4716"/>
                    <a:pt x="54387" y="5998"/>
                    <a:pt x="61948" y="6664"/>
                  </a:cubicBezTo>
                  <a:cubicBezTo>
                    <a:pt x="65306" y="6997"/>
                    <a:pt x="68689" y="7151"/>
                    <a:pt x="72097" y="7100"/>
                  </a:cubicBezTo>
                  <a:cubicBezTo>
                    <a:pt x="75968" y="6997"/>
                    <a:pt x="79863" y="6587"/>
                    <a:pt x="83682" y="5921"/>
                  </a:cubicBezTo>
                  <a:cubicBezTo>
                    <a:pt x="85605" y="5613"/>
                    <a:pt x="87552" y="5280"/>
                    <a:pt x="89500" y="4998"/>
                  </a:cubicBezTo>
                  <a:cubicBezTo>
                    <a:pt x="90910" y="4793"/>
                    <a:pt x="92371" y="4742"/>
                    <a:pt x="93806" y="4896"/>
                  </a:cubicBezTo>
                  <a:cubicBezTo>
                    <a:pt x="95985" y="5101"/>
                    <a:pt x="97779" y="5895"/>
                    <a:pt x="99086" y="7382"/>
                  </a:cubicBezTo>
                  <a:cubicBezTo>
                    <a:pt x="99573" y="7946"/>
                    <a:pt x="100009" y="8561"/>
                    <a:pt x="100419" y="9227"/>
                  </a:cubicBezTo>
                  <a:cubicBezTo>
                    <a:pt x="101034" y="10304"/>
                    <a:pt x="101495" y="11483"/>
                    <a:pt x="101777" y="12687"/>
                  </a:cubicBezTo>
                  <a:cubicBezTo>
                    <a:pt x="102623" y="15942"/>
                    <a:pt x="102572" y="19223"/>
                    <a:pt x="102162" y="22504"/>
                  </a:cubicBezTo>
                  <a:cubicBezTo>
                    <a:pt x="101752" y="25246"/>
                    <a:pt x="101239" y="27988"/>
                    <a:pt x="100547" y="30680"/>
                  </a:cubicBezTo>
                  <a:cubicBezTo>
                    <a:pt x="99394" y="35549"/>
                    <a:pt x="98317" y="40445"/>
                    <a:pt x="97625" y="45417"/>
                  </a:cubicBezTo>
                  <a:cubicBezTo>
                    <a:pt x="97164" y="48518"/>
                    <a:pt x="96882" y="51619"/>
                    <a:pt x="96779" y="54772"/>
                  </a:cubicBezTo>
                  <a:cubicBezTo>
                    <a:pt x="96677" y="58052"/>
                    <a:pt x="96728" y="61333"/>
                    <a:pt x="96959" y="64639"/>
                  </a:cubicBezTo>
                  <a:cubicBezTo>
                    <a:pt x="97241" y="68484"/>
                    <a:pt x="97728" y="72303"/>
                    <a:pt x="98445" y="76121"/>
                  </a:cubicBezTo>
                  <a:cubicBezTo>
                    <a:pt x="99188" y="80222"/>
                    <a:pt x="100188" y="84297"/>
                    <a:pt x="101341" y="88373"/>
                  </a:cubicBezTo>
                  <a:cubicBezTo>
                    <a:pt x="103059" y="94524"/>
                    <a:pt x="105160" y="100572"/>
                    <a:pt x="107646" y="106493"/>
                  </a:cubicBezTo>
                  <a:cubicBezTo>
                    <a:pt x="107800" y="106826"/>
                    <a:pt x="108005" y="107185"/>
                    <a:pt x="108159" y="107518"/>
                  </a:cubicBezTo>
                  <a:lnTo>
                    <a:pt x="102238" y="107518"/>
                  </a:lnTo>
                  <a:cubicBezTo>
                    <a:pt x="102238" y="107364"/>
                    <a:pt x="102213" y="107211"/>
                    <a:pt x="102187" y="107057"/>
                  </a:cubicBezTo>
                  <a:cubicBezTo>
                    <a:pt x="101726" y="105340"/>
                    <a:pt x="101239" y="103648"/>
                    <a:pt x="100778" y="101931"/>
                  </a:cubicBezTo>
                  <a:cubicBezTo>
                    <a:pt x="98753" y="94370"/>
                    <a:pt x="96907" y="86809"/>
                    <a:pt x="95575" y="79146"/>
                  </a:cubicBezTo>
                  <a:cubicBezTo>
                    <a:pt x="94729" y="74353"/>
                    <a:pt x="94165" y="69509"/>
                    <a:pt x="93883" y="64665"/>
                  </a:cubicBezTo>
                  <a:cubicBezTo>
                    <a:pt x="93499" y="57770"/>
                    <a:pt x="93781" y="50850"/>
                    <a:pt x="94780" y="44033"/>
                  </a:cubicBezTo>
                  <a:cubicBezTo>
                    <a:pt x="95370" y="39753"/>
                    <a:pt x="96215" y="35524"/>
                    <a:pt x="97087" y="31295"/>
                  </a:cubicBezTo>
                  <a:cubicBezTo>
                    <a:pt x="97728" y="28475"/>
                    <a:pt x="98189" y="25630"/>
                    <a:pt x="98496" y="22734"/>
                  </a:cubicBezTo>
                  <a:cubicBezTo>
                    <a:pt x="98702" y="20556"/>
                    <a:pt x="98573" y="18351"/>
                    <a:pt x="98112" y="16199"/>
                  </a:cubicBezTo>
                  <a:cubicBezTo>
                    <a:pt x="97830" y="14840"/>
                    <a:pt x="97317" y="13533"/>
                    <a:pt x="96549" y="12380"/>
                  </a:cubicBezTo>
                  <a:cubicBezTo>
                    <a:pt x="95344" y="10586"/>
                    <a:pt x="93524" y="9458"/>
                    <a:pt x="91064" y="9022"/>
                  </a:cubicBezTo>
                  <a:cubicBezTo>
                    <a:pt x="89603" y="8766"/>
                    <a:pt x="88142" y="8689"/>
                    <a:pt x="86655" y="8766"/>
                  </a:cubicBezTo>
                  <a:cubicBezTo>
                    <a:pt x="83810" y="8945"/>
                    <a:pt x="80991" y="9125"/>
                    <a:pt x="78146" y="9304"/>
                  </a:cubicBezTo>
                  <a:cubicBezTo>
                    <a:pt x="75224" y="9484"/>
                    <a:pt x="72303" y="9560"/>
                    <a:pt x="69381" y="9509"/>
                  </a:cubicBezTo>
                  <a:cubicBezTo>
                    <a:pt x="64306" y="9407"/>
                    <a:pt x="59231" y="9073"/>
                    <a:pt x="54182" y="8510"/>
                  </a:cubicBezTo>
                  <a:cubicBezTo>
                    <a:pt x="49620" y="7971"/>
                    <a:pt x="45032" y="7459"/>
                    <a:pt x="40444" y="6895"/>
                  </a:cubicBezTo>
                  <a:cubicBezTo>
                    <a:pt x="35575" y="6305"/>
                    <a:pt x="30679" y="5767"/>
                    <a:pt x="25758" y="5562"/>
                  </a:cubicBezTo>
                  <a:cubicBezTo>
                    <a:pt x="22683" y="5408"/>
                    <a:pt x="19607" y="5588"/>
                    <a:pt x="16583" y="6049"/>
                  </a:cubicBezTo>
                  <a:cubicBezTo>
                    <a:pt x="12149" y="6741"/>
                    <a:pt x="8407" y="8484"/>
                    <a:pt x="5382" y="11252"/>
                  </a:cubicBezTo>
                  <a:cubicBezTo>
                    <a:pt x="3742" y="12790"/>
                    <a:pt x="2307" y="14558"/>
                    <a:pt x="1102" y="16455"/>
                  </a:cubicBezTo>
                  <a:cubicBezTo>
                    <a:pt x="923" y="16737"/>
                    <a:pt x="743" y="17019"/>
                    <a:pt x="589" y="17275"/>
                  </a:cubicBezTo>
                  <a:cubicBezTo>
                    <a:pt x="461" y="17480"/>
                    <a:pt x="231" y="17634"/>
                    <a:pt x="0" y="17685"/>
                  </a:cubicBezTo>
                  <a:lnTo>
                    <a:pt x="0" y="6972"/>
                  </a:lnTo>
                  <a:cubicBezTo>
                    <a:pt x="359" y="6844"/>
                    <a:pt x="692" y="6587"/>
                    <a:pt x="897" y="6280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76" name="Google Shape;176;p7"/>
            <p:cNvSpPr/>
            <p:nvPr/>
          </p:nvSpPr>
          <p:spPr>
            <a:xfrm flipH="1">
              <a:off x="6542640" y="2722680"/>
              <a:ext cx="2599560" cy="2420280"/>
            </a:xfrm>
            <a:custGeom>
              <a:avLst/>
              <a:gdLst>
                <a:gd name="textAreaLeft" fmla="*/ -360 w 2599560"/>
                <a:gd name="textAreaRight" fmla="*/ 2599560 w 2599560"/>
                <a:gd name="textAreaTop" fmla="*/ 0 h 2420280"/>
                <a:gd name="textAreaBottom" fmla="*/ 2420640 h 2420280"/>
              </a:gdLst>
              <a:ahLst/>
              <a:cxnLst/>
              <a:rect l="textAreaLeft" t="textAreaTop" r="textAreaRight" b="textAreaBottom"/>
              <a:pathLst>
                <a:path w="80940" h="82811">
                  <a:moveTo>
                    <a:pt x="1333" y="34498"/>
                  </a:moveTo>
                  <a:cubicBezTo>
                    <a:pt x="3921" y="32294"/>
                    <a:pt x="6331" y="29962"/>
                    <a:pt x="8637" y="27553"/>
                  </a:cubicBezTo>
                  <a:cubicBezTo>
                    <a:pt x="12097" y="24016"/>
                    <a:pt x="15378" y="20376"/>
                    <a:pt x="18659" y="16737"/>
                  </a:cubicBezTo>
                  <a:cubicBezTo>
                    <a:pt x="20248" y="14943"/>
                    <a:pt x="21939" y="13251"/>
                    <a:pt x="23708" y="11662"/>
                  </a:cubicBezTo>
                  <a:cubicBezTo>
                    <a:pt x="27681" y="8125"/>
                    <a:pt x="32320" y="5408"/>
                    <a:pt x="37369" y="3717"/>
                  </a:cubicBezTo>
                  <a:cubicBezTo>
                    <a:pt x="39983" y="2820"/>
                    <a:pt x="42674" y="2102"/>
                    <a:pt x="45365" y="1589"/>
                  </a:cubicBezTo>
                  <a:cubicBezTo>
                    <a:pt x="49312" y="846"/>
                    <a:pt x="53311" y="385"/>
                    <a:pt x="57309" y="205"/>
                  </a:cubicBezTo>
                  <a:cubicBezTo>
                    <a:pt x="60513" y="0"/>
                    <a:pt x="63742" y="103"/>
                    <a:pt x="66946" y="462"/>
                  </a:cubicBezTo>
                  <a:cubicBezTo>
                    <a:pt x="68740" y="667"/>
                    <a:pt x="70508" y="1051"/>
                    <a:pt x="72226" y="1615"/>
                  </a:cubicBezTo>
                  <a:cubicBezTo>
                    <a:pt x="75481" y="2717"/>
                    <a:pt x="77787" y="4588"/>
                    <a:pt x="79018" y="7331"/>
                  </a:cubicBezTo>
                  <a:cubicBezTo>
                    <a:pt x="79274" y="7920"/>
                    <a:pt x="79505" y="8510"/>
                    <a:pt x="79710" y="9125"/>
                  </a:cubicBezTo>
                  <a:cubicBezTo>
                    <a:pt x="80197" y="10791"/>
                    <a:pt x="80504" y="12508"/>
                    <a:pt x="80607" y="14225"/>
                  </a:cubicBezTo>
                  <a:cubicBezTo>
                    <a:pt x="80940" y="17736"/>
                    <a:pt x="80837" y="21222"/>
                    <a:pt x="80760" y="24733"/>
                  </a:cubicBezTo>
                  <a:cubicBezTo>
                    <a:pt x="80581" y="31243"/>
                    <a:pt x="80376" y="37753"/>
                    <a:pt x="80222" y="44289"/>
                  </a:cubicBezTo>
                  <a:cubicBezTo>
                    <a:pt x="80094" y="49364"/>
                    <a:pt x="80043" y="54438"/>
                    <a:pt x="79966" y="59488"/>
                  </a:cubicBezTo>
                  <a:cubicBezTo>
                    <a:pt x="79889" y="63101"/>
                    <a:pt x="79658" y="66690"/>
                    <a:pt x="79274" y="70278"/>
                  </a:cubicBezTo>
                  <a:cubicBezTo>
                    <a:pt x="78889" y="74225"/>
                    <a:pt x="78172" y="78146"/>
                    <a:pt x="77121" y="81965"/>
                  </a:cubicBezTo>
                  <a:cubicBezTo>
                    <a:pt x="77044" y="82247"/>
                    <a:pt x="76993" y="82529"/>
                    <a:pt x="76967" y="82811"/>
                  </a:cubicBezTo>
                  <a:lnTo>
                    <a:pt x="70816" y="82811"/>
                  </a:lnTo>
                  <a:cubicBezTo>
                    <a:pt x="70918" y="82478"/>
                    <a:pt x="71021" y="82119"/>
                    <a:pt x="71149" y="81811"/>
                  </a:cubicBezTo>
                  <a:cubicBezTo>
                    <a:pt x="72379" y="78864"/>
                    <a:pt x="73328" y="75839"/>
                    <a:pt x="74020" y="72738"/>
                  </a:cubicBezTo>
                  <a:cubicBezTo>
                    <a:pt x="74994" y="68381"/>
                    <a:pt x="75660" y="63947"/>
                    <a:pt x="76019" y="59513"/>
                  </a:cubicBezTo>
                  <a:cubicBezTo>
                    <a:pt x="76403" y="55130"/>
                    <a:pt x="76634" y="50748"/>
                    <a:pt x="76762" y="46365"/>
                  </a:cubicBezTo>
                  <a:cubicBezTo>
                    <a:pt x="76865" y="43623"/>
                    <a:pt x="76993" y="40855"/>
                    <a:pt x="77095" y="38112"/>
                  </a:cubicBezTo>
                  <a:cubicBezTo>
                    <a:pt x="77275" y="32909"/>
                    <a:pt x="77403" y="27706"/>
                    <a:pt x="77198" y="22503"/>
                  </a:cubicBezTo>
                  <a:cubicBezTo>
                    <a:pt x="77121" y="20222"/>
                    <a:pt x="76813" y="17941"/>
                    <a:pt x="76301" y="15712"/>
                  </a:cubicBezTo>
                  <a:cubicBezTo>
                    <a:pt x="75942" y="14071"/>
                    <a:pt x="75301" y="12508"/>
                    <a:pt x="74455" y="11073"/>
                  </a:cubicBezTo>
                  <a:cubicBezTo>
                    <a:pt x="73123" y="8971"/>
                    <a:pt x="71149" y="7407"/>
                    <a:pt x="68535" y="6459"/>
                  </a:cubicBezTo>
                  <a:cubicBezTo>
                    <a:pt x="67715" y="6177"/>
                    <a:pt x="66895" y="5947"/>
                    <a:pt x="66074" y="5741"/>
                  </a:cubicBezTo>
                  <a:cubicBezTo>
                    <a:pt x="63511" y="5203"/>
                    <a:pt x="60897" y="4998"/>
                    <a:pt x="58283" y="5101"/>
                  </a:cubicBezTo>
                  <a:cubicBezTo>
                    <a:pt x="52619" y="5255"/>
                    <a:pt x="47031" y="6280"/>
                    <a:pt x="41675" y="8099"/>
                  </a:cubicBezTo>
                  <a:cubicBezTo>
                    <a:pt x="36856" y="9765"/>
                    <a:pt x="32345" y="12200"/>
                    <a:pt x="28296" y="15276"/>
                  </a:cubicBezTo>
                  <a:cubicBezTo>
                    <a:pt x="26040" y="16967"/>
                    <a:pt x="23939" y="18787"/>
                    <a:pt x="21888" y="20607"/>
                  </a:cubicBezTo>
                  <a:cubicBezTo>
                    <a:pt x="18172" y="23913"/>
                    <a:pt x="14455" y="27245"/>
                    <a:pt x="10739" y="30551"/>
                  </a:cubicBezTo>
                  <a:cubicBezTo>
                    <a:pt x="7715" y="33242"/>
                    <a:pt x="4537" y="35754"/>
                    <a:pt x="1230" y="38112"/>
                  </a:cubicBezTo>
                  <a:cubicBezTo>
                    <a:pt x="1000" y="38292"/>
                    <a:pt x="769" y="38445"/>
                    <a:pt x="538" y="38573"/>
                  </a:cubicBezTo>
                  <a:cubicBezTo>
                    <a:pt x="359" y="38625"/>
                    <a:pt x="179" y="38625"/>
                    <a:pt x="0" y="38625"/>
                  </a:cubicBezTo>
                  <a:lnTo>
                    <a:pt x="0" y="35242"/>
                  </a:lnTo>
                  <a:cubicBezTo>
                    <a:pt x="179" y="35242"/>
                    <a:pt x="359" y="35216"/>
                    <a:pt x="513" y="35165"/>
                  </a:cubicBezTo>
                  <a:cubicBezTo>
                    <a:pt x="820" y="34960"/>
                    <a:pt x="1076" y="34729"/>
                    <a:pt x="1333" y="3449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77" name="Google Shape;177;p7"/>
            <p:cNvSpPr/>
            <p:nvPr/>
          </p:nvSpPr>
          <p:spPr>
            <a:xfrm flipH="1">
              <a:off x="0" y="0"/>
              <a:ext cx="3917520" cy="4620960"/>
            </a:xfrm>
            <a:custGeom>
              <a:avLst/>
              <a:gdLst>
                <a:gd name="textAreaLeft" fmla="*/ 360 w 3917520"/>
                <a:gd name="textAreaRight" fmla="*/ 3918240 w 3917520"/>
                <a:gd name="textAreaTop" fmla="*/ 0 h 4620960"/>
                <a:gd name="textAreaBottom" fmla="*/ 4621320 h 4620960"/>
              </a:gdLst>
              <a:ahLst/>
              <a:cxnLst/>
              <a:rect l="textAreaLeft" t="textAreaTop" r="textAreaRight" b="textAreaBottom"/>
              <a:pathLst>
                <a:path w="121974" h="158086">
                  <a:moveTo>
                    <a:pt x="100009" y="157368"/>
                  </a:moveTo>
                  <a:cubicBezTo>
                    <a:pt x="96703" y="156856"/>
                    <a:pt x="93473" y="156061"/>
                    <a:pt x="90321" y="154959"/>
                  </a:cubicBezTo>
                  <a:cubicBezTo>
                    <a:pt x="88065" y="154190"/>
                    <a:pt x="85810" y="153370"/>
                    <a:pt x="83554" y="152498"/>
                  </a:cubicBezTo>
                  <a:cubicBezTo>
                    <a:pt x="78685" y="150679"/>
                    <a:pt x="73789" y="148885"/>
                    <a:pt x="68740" y="147424"/>
                  </a:cubicBezTo>
                  <a:cubicBezTo>
                    <a:pt x="65818" y="146578"/>
                    <a:pt x="62871" y="145758"/>
                    <a:pt x="59923" y="144938"/>
                  </a:cubicBezTo>
                  <a:cubicBezTo>
                    <a:pt x="58155" y="144425"/>
                    <a:pt x="56412" y="143810"/>
                    <a:pt x="54721" y="143041"/>
                  </a:cubicBezTo>
                  <a:cubicBezTo>
                    <a:pt x="50876" y="141298"/>
                    <a:pt x="48185" y="138709"/>
                    <a:pt x="46647" y="135326"/>
                  </a:cubicBezTo>
                  <a:cubicBezTo>
                    <a:pt x="46083" y="133994"/>
                    <a:pt x="45596" y="132635"/>
                    <a:pt x="45263" y="131251"/>
                  </a:cubicBezTo>
                  <a:cubicBezTo>
                    <a:pt x="44443" y="128124"/>
                    <a:pt x="43776" y="124997"/>
                    <a:pt x="43213" y="121819"/>
                  </a:cubicBezTo>
                  <a:cubicBezTo>
                    <a:pt x="42879" y="119871"/>
                    <a:pt x="42546" y="117924"/>
                    <a:pt x="42290" y="115950"/>
                  </a:cubicBezTo>
                  <a:cubicBezTo>
                    <a:pt x="41982" y="113515"/>
                    <a:pt x="41777" y="111080"/>
                    <a:pt x="41521" y="108646"/>
                  </a:cubicBezTo>
                  <a:cubicBezTo>
                    <a:pt x="41239" y="105698"/>
                    <a:pt x="40957" y="102725"/>
                    <a:pt x="40726" y="99752"/>
                  </a:cubicBezTo>
                  <a:cubicBezTo>
                    <a:pt x="40445" y="96010"/>
                    <a:pt x="40240" y="92242"/>
                    <a:pt x="40163" y="88500"/>
                  </a:cubicBezTo>
                  <a:cubicBezTo>
                    <a:pt x="39983" y="81247"/>
                    <a:pt x="40445" y="73994"/>
                    <a:pt x="41598" y="66843"/>
                  </a:cubicBezTo>
                  <a:cubicBezTo>
                    <a:pt x="41957" y="64357"/>
                    <a:pt x="42700" y="61922"/>
                    <a:pt x="43751" y="59641"/>
                  </a:cubicBezTo>
                  <a:cubicBezTo>
                    <a:pt x="44520" y="58052"/>
                    <a:pt x="45391" y="56488"/>
                    <a:pt x="46263" y="54925"/>
                  </a:cubicBezTo>
                  <a:cubicBezTo>
                    <a:pt x="47749" y="52362"/>
                    <a:pt x="49313" y="49799"/>
                    <a:pt x="50799" y="47236"/>
                  </a:cubicBezTo>
                  <a:cubicBezTo>
                    <a:pt x="52183" y="44852"/>
                    <a:pt x="53413" y="42392"/>
                    <a:pt x="54439" y="39855"/>
                  </a:cubicBezTo>
                  <a:cubicBezTo>
                    <a:pt x="55002" y="38573"/>
                    <a:pt x="55387" y="37215"/>
                    <a:pt x="55592" y="35831"/>
                  </a:cubicBezTo>
                  <a:cubicBezTo>
                    <a:pt x="55720" y="35113"/>
                    <a:pt x="55694" y="34395"/>
                    <a:pt x="55541" y="33678"/>
                  </a:cubicBezTo>
                  <a:cubicBezTo>
                    <a:pt x="55207" y="32473"/>
                    <a:pt x="54310" y="31756"/>
                    <a:pt x="52824" y="31627"/>
                  </a:cubicBezTo>
                  <a:cubicBezTo>
                    <a:pt x="52132" y="31551"/>
                    <a:pt x="51440" y="31576"/>
                    <a:pt x="50773" y="31679"/>
                  </a:cubicBezTo>
                  <a:cubicBezTo>
                    <a:pt x="49851" y="31807"/>
                    <a:pt x="48928" y="32012"/>
                    <a:pt x="48031" y="32268"/>
                  </a:cubicBezTo>
                  <a:cubicBezTo>
                    <a:pt x="46032" y="32832"/>
                    <a:pt x="44084" y="33524"/>
                    <a:pt x="42187" y="34344"/>
                  </a:cubicBezTo>
                  <a:cubicBezTo>
                    <a:pt x="39804" y="35318"/>
                    <a:pt x="37446" y="36343"/>
                    <a:pt x="35062" y="37317"/>
                  </a:cubicBezTo>
                  <a:cubicBezTo>
                    <a:pt x="32961" y="38163"/>
                    <a:pt x="30833" y="39009"/>
                    <a:pt x="28655" y="39752"/>
                  </a:cubicBezTo>
                  <a:cubicBezTo>
                    <a:pt x="26399" y="40572"/>
                    <a:pt x="24067" y="41136"/>
                    <a:pt x="21683" y="41418"/>
                  </a:cubicBezTo>
                  <a:cubicBezTo>
                    <a:pt x="16506" y="41956"/>
                    <a:pt x="12021" y="40752"/>
                    <a:pt x="8202" y="37804"/>
                  </a:cubicBezTo>
                  <a:cubicBezTo>
                    <a:pt x="6920" y="36779"/>
                    <a:pt x="5818" y="35574"/>
                    <a:pt x="4896" y="34242"/>
                  </a:cubicBezTo>
                  <a:cubicBezTo>
                    <a:pt x="3742" y="32576"/>
                    <a:pt x="2845" y="30782"/>
                    <a:pt x="2179" y="28885"/>
                  </a:cubicBezTo>
                  <a:cubicBezTo>
                    <a:pt x="846" y="25117"/>
                    <a:pt x="333" y="21273"/>
                    <a:pt x="154" y="17377"/>
                  </a:cubicBezTo>
                  <a:cubicBezTo>
                    <a:pt x="0" y="13148"/>
                    <a:pt x="257" y="8919"/>
                    <a:pt x="487" y="4690"/>
                  </a:cubicBezTo>
                  <a:cubicBezTo>
                    <a:pt x="564" y="3127"/>
                    <a:pt x="564" y="1563"/>
                    <a:pt x="590" y="0"/>
                  </a:cubicBezTo>
                  <a:lnTo>
                    <a:pt x="1717" y="0"/>
                  </a:lnTo>
                  <a:cubicBezTo>
                    <a:pt x="1692" y="1153"/>
                    <a:pt x="1717" y="2332"/>
                    <a:pt x="1641" y="3486"/>
                  </a:cubicBezTo>
                  <a:cubicBezTo>
                    <a:pt x="1512" y="6254"/>
                    <a:pt x="1333" y="9047"/>
                    <a:pt x="1179" y="11841"/>
                  </a:cubicBezTo>
                  <a:cubicBezTo>
                    <a:pt x="1000" y="14917"/>
                    <a:pt x="1102" y="18044"/>
                    <a:pt x="1461" y="21119"/>
                  </a:cubicBezTo>
                  <a:cubicBezTo>
                    <a:pt x="1717" y="23349"/>
                    <a:pt x="2179" y="25553"/>
                    <a:pt x="2871" y="27680"/>
                  </a:cubicBezTo>
                  <a:cubicBezTo>
                    <a:pt x="3640" y="30166"/>
                    <a:pt x="4870" y="32473"/>
                    <a:pt x="6510" y="34524"/>
                  </a:cubicBezTo>
                  <a:cubicBezTo>
                    <a:pt x="7792" y="36113"/>
                    <a:pt x="9407" y="37445"/>
                    <a:pt x="11252" y="38394"/>
                  </a:cubicBezTo>
                  <a:cubicBezTo>
                    <a:pt x="14148" y="39906"/>
                    <a:pt x="17429" y="40572"/>
                    <a:pt x="20684" y="40265"/>
                  </a:cubicBezTo>
                  <a:cubicBezTo>
                    <a:pt x="22709" y="40085"/>
                    <a:pt x="24682" y="39650"/>
                    <a:pt x="26604" y="39009"/>
                  </a:cubicBezTo>
                  <a:cubicBezTo>
                    <a:pt x="29014" y="38214"/>
                    <a:pt x="31372" y="37266"/>
                    <a:pt x="33627" y="36138"/>
                  </a:cubicBezTo>
                  <a:cubicBezTo>
                    <a:pt x="36626" y="34652"/>
                    <a:pt x="39599" y="33140"/>
                    <a:pt x="42597" y="31679"/>
                  </a:cubicBezTo>
                  <a:cubicBezTo>
                    <a:pt x="44955" y="30525"/>
                    <a:pt x="47313" y="29372"/>
                    <a:pt x="49723" y="28296"/>
                  </a:cubicBezTo>
                  <a:cubicBezTo>
                    <a:pt x="51184" y="27655"/>
                    <a:pt x="52721" y="27142"/>
                    <a:pt x="54259" y="26604"/>
                  </a:cubicBezTo>
                  <a:cubicBezTo>
                    <a:pt x="55361" y="26219"/>
                    <a:pt x="56515" y="25989"/>
                    <a:pt x="57668" y="25861"/>
                  </a:cubicBezTo>
                  <a:cubicBezTo>
                    <a:pt x="58386" y="25784"/>
                    <a:pt x="59103" y="25809"/>
                    <a:pt x="59821" y="25938"/>
                  </a:cubicBezTo>
                  <a:cubicBezTo>
                    <a:pt x="60923" y="26143"/>
                    <a:pt x="61641" y="26706"/>
                    <a:pt x="61923" y="27603"/>
                  </a:cubicBezTo>
                  <a:cubicBezTo>
                    <a:pt x="62076" y="28014"/>
                    <a:pt x="62153" y="28449"/>
                    <a:pt x="62153" y="28885"/>
                  </a:cubicBezTo>
                  <a:cubicBezTo>
                    <a:pt x="62128" y="29474"/>
                    <a:pt x="62076" y="30064"/>
                    <a:pt x="61948" y="30653"/>
                  </a:cubicBezTo>
                  <a:cubicBezTo>
                    <a:pt x="61564" y="32473"/>
                    <a:pt x="60795" y="34216"/>
                    <a:pt x="59949" y="35933"/>
                  </a:cubicBezTo>
                  <a:cubicBezTo>
                    <a:pt x="58437" y="39086"/>
                    <a:pt x="56694" y="42136"/>
                    <a:pt x="54951" y="45186"/>
                  </a:cubicBezTo>
                  <a:cubicBezTo>
                    <a:pt x="52824" y="48928"/>
                    <a:pt x="50671" y="52670"/>
                    <a:pt x="48595" y="56437"/>
                  </a:cubicBezTo>
                  <a:cubicBezTo>
                    <a:pt x="46852" y="59513"/>
                    <a:pt x="45494" y="62768"/>
                    <a:pt x="44520" y="66177"/>
                  </a:cubicBezTo>
                  <a:cubicBezTo>
                    <a:pt x="43161" y="71123"/>
                    <a:pt x="42316" y="76198"/>
                    <a:pt x="41982" y="81324"/>
                  </a:cubicBezTo>
                  <a:cubicBezTo>
                    <a:pt x="41700" y="86219"/>
                    <a:pt x="41752" y="91166"/>
                    <a:pt x="42111" y="96061"/>
                  </a:cubicBezTo>
                  <a:cubicBezTo>
                    <a:pt x="42316" y="99086"/>
                    <a:pt x="42597" y="102110"/>
                    <a:pt x="42931" y="105134"/>
                  </a:cubicBezTo>
                  <a:cubicBezTo>
                    <a:pt x="43238" y="108338"/>
                    <a:pt x="43623" y="111516"/>
                    <a:pt x="44084" y="114669"/>
                  </a:cubicBezTo>
                  <a:cubicBezTo>
                    <a:pt x="44699" y="119103"/>
                    <a:pt x="45647" y="123511"/>
                    <a:pt x="46878" y="127817"/>
                  </a:cubicBezTo>
                  <a:cubicBezTo>
                    <a:pt x="47390" y="129713"/>
                    <a:pt x="48057" y="131584"/>
                    <a:pt x="48877" y="133378"/>
                  </a:cubicBezTo>
                  <a:cubicBezTo>
                    <a:pt x="50492" y="136787"/>
                    <a:pt x="53157" y="139427"/>
                    <a:pt x="56976" y="141247"/>
                  </a:cubicBezTo>
                  <a:cubicBezTo>
                    <a:pt x="57950" y="141683"/>
                    <a:pt x="58898" y="142118"/>
                    <a:pt x="59923" y="142503"/>
                  </a:cubicBezTo>
                  <a:cubicBezTo>
                    <a:pt x="61333" y="143015"/>
                    <a:pt x="62768" y="143528"/>
                    <a:pt x="64204" y="143989"/>
                  </a:cubicBezTo>
                  <a:cubicBezTo>
                    <a:pt x="68817" y="145450"/>
                    <a:pt x="73431" y="146860"/>
                    <a:pt x="77941" y="148551"/>
                  </a:cubicBezTo>
                  <a:cubicBezTo>
                    <a:pt x="81171" y="149730"/>
                    <a:pt x="84451" y="150935"/>
                    <a:pt x="87706" y="152140"/>
                  </a:cubicBezTo>
                  <a:cubicBezTo>
                    <a:pt x="89859" y="152934"/>
                    <a:pt x="92038" y="153652"/>
                    <a:pt x="94268" y="154216"/>
                  </a:cubicBezTo>
                  <a:cubicBezTo>
                    <a:pt x="98727" y="155446"/>
                    <a:pt x="103341" y="155984"/>
                    <a:pt x="107954" y="155830"/>
                  </a:cubicBezTo>
                  <a:cubicBezTo>
                    <a:pt x="111261" y="155677"/>
                    <a:pt x="114567" y="155190"/>
                    <a:pt x="117796" y="154395"/>
                  </a:cubicBezTo>
                  <a:cubicBezTo>
                    <a:pt x="119206" y="154087"/>
                    <a:pt x="120616" y="153703"/>
                    <a:pt x="121974" y="153190"/>
                  </a:cubicBezTo>
                  <a:lnTo>
                    <a:pt x="121974" y="155266"/>
                  </a:lnTo>
                  <a:cubicBezTo>
                    <a:pt x="119308" y="156112"/>
                    <a:pt x="116566" y="156779"/>
                    <a:pt x="113824" y="157240"/>
                  </a:cubicBezTo>
                  <a:cubicBezTo>
                    <a:pt x="109236" y="158034"/>
                    <a:pt x="104571" y="158086"/>
                    <a:pt x="100009" y="15736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78" name="Google Shape;178;p7"/>
            <p:cNvSpPr/>
            <p:nvPr/>
          </p:nvSpPr>
          <p:spPr>
            <a:xfrm flipH="1">
              <a:off x="4044960" y="970920"/>
              <a:ext cx="5097240" cy="4172040"/>
            </a:xfrm>
            <a:custGeom>
              <a:avLst/>
              <a:gdLst>
                <a:gd name="textAreaLeft" fmla="*/ -360 w 5097240"/>
                <a:gd name="textAreaRight" fmla="*/ 5097240 w 5097240"/>
                <a:gd name="textAreaTop" fmla="*/ 0 h 4172040"/>
                <a:gd name="textAreaBottom" fmla="*/ 4172400 h 4172040"/>
              </a:gdLst>
              <a:ahLst/>
              <a:cxnLst/>
              <a:rect l="textAreaLeft" t="textAreaTop" r="textAreaRight" b="textAreaBottom"/>
              <a:pathLst>
                <a:path w="158702" h="142734">
                  <a:moveTo>
                    <a:pt x="1256" y="436"/>
                  </a:moveTo>
                  <a:cubicBezTo>
                    <a:pt x="5331" y="2358"/>
                    <a:pt x="9329" y="4460"/>
                    <a:pt x="13123" y="6741"/>
                  </a:cubicBezTo>
                  <a:cubicBezTo>
                    <a:pt x="17403" y="9304"/>
                    <a:pt x="21606" y="11893"/>
                    <a:pt x="25810" y="14533"/>
                  </a:cubicBezTo>
                  <a:cubicBezTo>
                    <a:pt x="29295" y="16686"/>
                    <a:pt x="32781" y="18864"/>
                    <a:pt x="36446" y="20838"/>
                  </a:cubicBezTo>
                  <a:cubicBezTo>
                    <a:pt x="41239" y="23426"/>
                    <a:pt x="46288" y="25579"/>
                    <a:pt x="51491" y="27220"/>
                  </a:cubicBezTo>
                  <a:cubicBezTo>
                    <a:pt x="56079" y="28680"/>
                    <a:pt x="60795" y="29783"/>
                    <a:pt x="65716" y="30013"/>
                  </a:cubicBezTo>
                  <a:cubicBezTo>
                    <a:pt x="68766" y="30193"/>
                    <a:pt x="71841" y="29859"/>
                    <a:pt x="74789" y="29065"/>
                  </a:cubicBezTo>
                  <a:cubicBezTo>
                    <a:pt x="77890" y="28168"/>
                    <a:pt x="80786" y="26656"/>
                    <a:pt x="83272" y="24605"/>
                  </a:cubicBezTo>
                  <a:cubicBezTo>
                    <a:pt x="84913" y="23272"/>
                    <a:pt x="86476" y="21786"/>
                    <a:pt x="87886" y="20197"/>
                  </a:cubicBezTo>
                  <a:cubicBezTo>
                    <a:pt x="89500" y="18352"/>
                    <a:pt x="91089" y="16455"/>
                    <a:pt x="92678" y="14610"/>
                  </a:cubicBezTo>
                  <a:cubicBezTo>
                    <a:pt x="93960" y="13123"/>
                    <a:pt x="95241" y="11636"/>
                    <a:pt x="96574" y="10201"/>
                  </a:cubicBezTo>
                  <a:cubicBezTo>
                    <a:pt x="97728" y="8971"/>
                    <a:pt x="99035" y="7920"/>
                    <a:pt x="100496" y="7074"/>
                  </a:cubicBezTo>
                  <a:cubicBezTo>
                    <a:pt x="101546" y="6434"/>
                    <a:pt x="102725" y="5947"/>
                    <a:pt x="103930" y="5639"/>
                  </a:cubicBezTo>
                  <a:cubicBezTo>
                    <a:pt x="106006" y="5075"/>
                    <a:pt x="108236" y="5357"/>
                    <a:pt x="110107" y="6408"/>
                  </a:cubicBezTo>
                  <a:cubicBezTo>
                    <a:pt x="110696" y="6741"/>
                    <a:pt x="111260" y="7126"/>
                    <a:pt x="111773" y="7561"/>
                  </a:cubicBezTo>
                  <a:cubicBezTo>
                    <a:pt x="112644" y="8253"/>
                    <a:pt x="113439" y="9073"/>
                    <a:pt x="114105" y="9971"/>
                  </a:cubicBezTo>
                  <a:cubicBezTo>
                    <a:pt x="115028" y="11175"/>
                    <a:pt x="115874" y="12431"/>
                    <a:pt x="116566" y="13764"/>
                  </a:cubicBezTo>
                  <a:cubicBezTo>
                    <a:pt x="118360" y="17147"/>
                    <a:pt x="119821" y="20684"/>
                    <a:pt x="120923" y="24349"/>
                  </a:cubicBezTo>
                  <a:cubicBezTo>
                    <a:pt x="122819" y="30295"/>
                    <a:pt x="124203" y="36421"/>
                    <a:pt x="125075" y="42597"/>
                  </a:cubicBezTo>
                  <a:cubicBezTo>
                    <a:pt x="125562" y="45929"/>
                    <a:pt x="125844" y="49287"/>
                    <a:pt x="125946" y="52619"/>
                  </a:cubicBezTo>
                  <a:cubicBezTo>
                    <a:pt x="126126" y="57617"/>
                    <a:pt x="125972" y="62589"/>
                    <a:pt x="125818" y="67561"/>
                  </a:cubicBezTo>
                  <a:cubicBezTo>
                    <a:pt x="125639" y="72533"/>
                    <a:pt x="125972" y="77480"/>
                    <a:pt x="126843" y="82375"/>
                  </a:cubicBezTo>
                  <a:cubicBezTo>
                    <a:pt x="127459" y="85835"/>
                    <a:pt x="128766" y="89116"/>
                    <a:pt x="130714" y="92063"/>
                  </a:cubicBezTo>
                  <a:cubicBezTo>
                    <a:pt x="131457" y="93140"/>
                    <a:pt x="132174" y="94242"/>
                    <a:pt x="132918" y="95344"/>
                  </a:cubicBezTo>
                  <a:cubicBezTo>
                    <a:pt x="134353" y="97420"/>
                    <a:pt x="135378" y="99727"/>
                    <a:pt x="135968" y="102187"/>
                  </a:cubicBezTo>
                  <a:cubicBezTo>
                    <a:pt x="136506" y="104494"/>
                    <a:pt x="137019" y="106801"/>
                    <a:pt x="137506" y="109107"/>
                  </a:cubicBezTo>
                  <a:cubicBezTo>
                    <a:pt x="139171" y="116745"/>
                    <a:pt x="142503" y="123870"/>
                    <a:pt x="147450" y="130457"/>
                  </a:cubicBezTo>
                  <a:cubicBezTo>
                    <a:pt x="150808" y="134891"/>
                    <a:pt x="154575" y="138992"/>
                    <a:pt x="158702" y="142734"/>
                  </a:cubicBezTo>
                  <a:lnTo>
                    <a:pt x="155318" y="142734"/>
                  </a:lnTo>
                  <a:lnTo>
                    <a:pt x="153114" y="140453"/>
                  </a:lnTo>
                  <a:cubicBezTo>
                    <a:pt x="145656" y="132789"/>
                    <a:pt x="139915" y="124332"/>
                    <a:pt x="136275" y="114951"/>
                  </a:cubicBezTo>
                  <a:cubicBezTo>
                    <a:pt x="135378" y="112619"/>
                    <a:pt x="134507" y="110286"/>
                    <a:pt x="133661" y="107954"/>
                  </a:cubicBezTo>
                  <a:cubicBezTo>
                    <a:pt x="132661" y="105212"/>
                    <a:pt x="131354" y="102597"/>
                    <a:pt x="129740" y="100162"/>
                  </a:cubicBezTo>
                  <a:cubicBezTo>
                    <a:pt x="128817" y="98804"/>
                    <a:pt x="127945" y="97394"/>
                    <a:pt x="127100" y="95985"/>
                  </a:cubicBezTo>
                  <a:cubicBezTo>
                    <a:pt x="125331" y="93114"/>
                    <a:pt x="124152" y="89936"/>
                    <a:pt x="123640" y="86604"/>
                  </a:cubicBezTo>
                  <a:cubicBezTo>
                    <a:pt x="123230" y="83913"/>
                    <a:pt x="123024" y="81171"/>
                    <a:pt x="122999" y="78454"/>
                  </a:cubicBezTo>
                  <a:cubicBezTo>
                    <a:pt x="122896" y="73789"/>
                    <a:pt x="123178" y="69125"/>
                    <a:pt x="123511" y="64460"/>
                  </a:cubicBezTo>
                  <a:cubicBezTo>
                    <a:pt x="123793" y="60205"/>
                    <a:pt x="123973" y="55951"/>
                    <a:pt x="123845" y="51696"/>
                  </a:cubicBezTo>
                  <a:cubicBezTo>
                    <a:pt x="123768" y="48723"/>
                    <a:pt x="123537" y="45750"/>
                    <a:pt x="123127" y="42777"/>
                  </a:cubicBezTo>
                  <a:cubicBezTo>
                    <a:pt x="122691" y="39650"/>
                    <a:pt x="122102" y="36523"/>
                    <a:pt x="121359" y="33422"/>
                  </a:cubicBezTo>
                  <a:cubicBezTo>
                    <a:pt x="120461" y="29449"/>
                    <a:pt x="119231" y="25579"/>
                    <a:pt x="117719" y="21786"/>
                  </a:cubicBezTo>
                  <a:cubicBezTo>
                    <a:pt x="116694" y="19249"/>
                    <a:pt x="115438" y="16839"/>
                    <a:pt x="113951" y="14558"/>
                  </a:cubicBezTo>
                  <a:cubicBezTo>
                    <a:pt x="113208" y="13431"/>
                    <a:pt x="112337" y="12405"/>
                    <a:pt x="111388" y="11457"/>
                  </a:cubicBezTo>
                  <a:cubicBezTo>
                    <a:pt x="110620" y="10714"/>
                    <a:pt x="109748" y="10099"/>
                    <a:pt x="108825" y="9612"/>
                  </a:cubicBezTo>
                  <a:cubicBezTo>
                    <a:pt x="107236" y="8792"/>
                    <a:pt x="105442" y="8535"/>
                    <a:pt x="103699" y="8868"/>
                  </a:cubicBezTo>
                  <a:cubicBezTo>
                    <a:pt x="102777" y="9048"/>
                    <a:pt x="101880" y="9330"/>
                    <a:pt x="101059" y="9714"/>
                  </a:cubicBezTo>
                  <a:cubicBezTo>
                    <a:pt x="99881" y="10252"/>
                    <a:pt x="98804" y="10944"/>
                    <a:pt x="97830" y="11790"/>
                  </a:cubicBezTo>
                  <a:cubicBezTo>
                    <a:pt x="96651" y="12841"/>
                    <a:pt x="95472" y="13918"/>
                    <a:pt x="94396" y="15045"/>
                  </a:cubicBezTo>
                  <a:cubicBezTo>
                    <a:pt x="92935" y="16532"/>
                    <a:pt x="91602" y="18095"/>
                    <a:pt x="90167" y="19582"/>
                  </a:cubicBezTo>
                  <a:cubicBezTo>
                    <a:pt x="88731" y="21094"/>
                    <a:pt x="87296" y="22504"/>
                    <a:pt x="85810" y="23939"/>
                  </a:cubicBezTo>
                  <a:cubicBezTo>
                    <a:pt x="84502" y="25143"/>
                    <a:pt x="83093" y="26246"/>
                    <a:pt x="81555" y="27194"/>
                  </a:cubicBezTo>
                  <a:cubicBezTo>
                    <a:pt x="77890" y="29501"/>
                    <a:pt x="73738" y="30705"/>
                    <a:pt x="69150" y="30910"/>
                  </a:cubicBezTo>
                  <a:cubicBezTo>
                    <a:pt x="65408" y="31038"/>
                    <a:pt x="61666" y="30680"/>
                    <a:pt x="58001" y="29834"/>
                  </a:cubicBezTo>
                  <a:cubicBezTo>
                    <a:pt x="51747" y="28450"/>
                    <a:pt x="45673" y="26374"/>
                    <a:pt x="39855" y="23657"/>
                  </a:cubicBezTo>
                  <a:cubicBezTo>
                    <a:pt x="35754" y="21709"/>
                    <a:pt x="31756" y="19531"/>
                    <a:pt x="27886" y="17147"/>
                  </a:cubicBezTo>
                  <a:cubicBezTo>
                    <a:pt x="23452" y="14507"/>
                    <a:pt x="19069" y="11842"/>
                    <a:pt x="14609" y="9227"/>
                  </a:cubicBezTo>
                  <a:cubicBezTo>
                    <a:pt x="10560" y="6844"/>
                    <a:pt x="6356" y="4665"/>
                    <a:pt x="2076" y="2768"/>
                  </a:cubicBezTo>
                  <a:cubicBezTo>
                    <a:pt x="1615" y="2538"/>
                    <a:pt x="1128" y="2358"/>
                    <a:pt x="641" y="2153"/>
                  </a:cubicBezTo>
                  <a:cubicBezTo>
                    <a:pt x="436" y="2128"/>
                    <a:pt x="205" y="2102"/>
                    <a:pt x="0" y="2128"/>
                  </a:cubicBezTo>
                  <a:lnTo>
                    <a:pt x="0" y="52"/>
                  </a:lnTo>
                  <a:cubicBezTo>
                    <a:pt x="513" y="0"/>
                    <a:pt x="871" y="257"/>
                    <a:pt x="1256" y="436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79" name="Google Shape;179;p7"/>
            <p:cNvSpPr/>
            <p:nvPr/>
          </p:nvSpPr>
          <p:spPr>
            <a:xfrm flipH="1">
              <a:off x="7970040" y="4377600"/>
              <a:ext cx="1171800" cy="764640"/>
            </a:xfrm>
            <a:custGeom>
              <a:avLst/>
              <a:gdLst>
                <a:gd name="textAreaLeft" fmla="*/ -360 w 1171800"/>
                <a:gd name="textAreaRight" fmla="*/ 1171800 w 1171800"/>
                <a:gd name="textAreaTop" fmla="*/ 0 h 764640"/>
                <a:gd name="textAreaBottom" fmla="*/ 765000 h 764640"/>
              </a:gdLst>
              <a:ahLst/>
              <a:cxnLst/>
              <a:rect l="textAreaLeft" t="textAreaTop" r="textAreaRight" b="textAreaBottom"/>
              <a:pathLst>
                <a:path w="36498" h="26169">
                  <a:moveTo>
                    <a:pt x="641" y="9355"/>
                  </a:moveTo>
                  <a:cubicBezTo>
                    <a:pt x="974" y="9150"/>
                    <a:pt x="1307" y="8945"/>
                    <a:pt x="1640" y="8740"/>
                  </a:cubicBezTo>
                  <a:cubicBezTo>
                    <a:pt x="4690" y="6766"/>
                    <a:pt x="7894" y="5023"/>
                    <a:pt x="11200" y="3511"/>
                  </a:cubicBezTo>
                  <a:cubicBezTo>
                    <a:pt x="13456" y="2435"/>
                    <a:pt x="15814" y="1563"/>
                    <a:pt x="18249" y="897"/>
                  </a:cubicBezTo>
                  <a:cubicBezTo>
                    <a:pt x="20478" y="282"/>
                    <a:pt x="22760" y="0"/>
                    <a:pt x="25066" y="51"/>
                  </a:cubicBezTo>
                  <a:cubicBezTo>
                    <a:pt x="26040" y="77"/>
                    <a:pt x="27014" y="179"/>
                    <a:pt x="27988" y="384"/>
                  </a:cubicBezTo>
                  <a:cubicBezTo>
                    <a:pt x="30577" y="948"/>
                    <a:pt x="32525" y="2179"/>
                    <a:pt x="33934" y="4050"/>
                  </a:cubicBezTo>
                  <a:cubicBezTo>
                    <a:pt x="34934" y="5485"/>
                    <a:pt x="35626" y="7100"/>
                    <a:pt x="35985" y="8817"/>
                  </a:cubicBezTo>
                  <a:cubicBezTo>
                    <a:pt x="36318" y="10406"/>
                    <a:pt x="36497" y="12020"/>
                    <a:pt x="36497" y="13661"/>
                  </a:cubicBezTo>
                  <a:cubicBezTo>
                    <a:pt x="36497" y="15967"/>
                    <a:pt x="36369" y="18300"/>
                    <a:pt x="36062" y="20581"/>
                  </a:cubicBezTo>
                  <a:cubicBezTo>
                    <a:pt x="35857" y="22247"/>
                    <a:pt x="35651" y="23887"/>
                    <a:pt x="35472" y="25527"/>
                  </a:cubicBezTo>
                  <a:cubicBezTo>
                    <a:pt x="35472" y="25758"/>
                    <a:pt x="35498" y="25963"/>
                    <a:pt x="35523" y="26168"/>
                  </a:cubicBezTo>
                  <a:lnTo>
                    <a:pt x="26425" y="26168"/>
                  </a:lnTo>
                  <a:cubicBezTo>
                    <a:pt x="26066" y="24400"/>
                    <a:pt x="25733" y="22606"/>
                    <a:pt x="25066" y="20863"/>
                  </a:cubicBezTo>
                  <a:cubicBezTo>
                    <a:pt x="24733" y="19991"/>
                    <a:pt x="24349" y="19146"/>
                    <a:pt x="23913" y="18325"/>
                  </a:cubicBezTo>
                  <a:cubicBezTo>
                    <a:pt x="23477" y="17582"/>
                    <a:pt x="22990" y="16916"/>
                    <a:pt x="22426" y="16301"/>
                  </a:cubicBezTo>
                  <a:cubicBezTo>
                    <a:pt x="20504" y="14250"/>
                    <a:pt x="17915" y="13456"/>
                    <a:pt x="14840" y="13661"/>
                  </a:cubicBezTo>
                  <a:cubicBezTo>
                    <a:pt x="12584" y="13840"/>
                    <a:pt x="10380" y="14353"/>
                    <a:pt x="8304" y="15199"/>
                  </a:cubicBezTo>
                  <a:cubicBezTo>
                    <a:pt x="6638" y="15839"/>
                    <a:pt x="4998" y="16583"/>
                    <a:pt x="3434" y="17403"/>
                  </a:cubicBezTo>
                  <a:cubicBezTo>
                    <a:pt x="2666" y="17813"/>
                    <a:pt x="1922" y="18223"/>
                    <a:pt x="1128" y="18607"/>
                  </a:cubicBezTo>
                  <a:cubicBezTo>
                    <a:pt x="769" y="18787"/>
                    <a:pt x="384" y="18889"/>
                    <a:pt x="0" y="19043"/>
                  </a:cubicBezTo>
                  <a:lnTo>
                    <a:pt x="0" y="9457"/>
                  </a:lnTo>
                  <a:cubicBezTo>
                    <a:pt x="205" y="9509"/>
                    <a:pt x="461" y="9483"/>
                    <a:pt x="641" y="935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80" name="Google Shape;180;p7"/>
            <p:cNvSpPr/>
            <p:nvPr/>
          </p:nvSpPr>
          <p:spPr>
            <a:xfrm flipH="1">
              <a:off x="0" y="621000"/>
              <a:ext cx="996480" cy="1850400"/>
            </a:xfrm>
            <a:custGeom>
              <a:avLst/>
              <a:gdLst>
                <a:gd name="textAreaLeft" fmla="*/ 360 w 996480"/>
                <a:gd name="textAreaRight" fmla="*/ 997200 w 996480"/>
                <a:gd name="textAreaTop" fmla="*/ 0 h 1850400"/>
                <a:gd name="textAreaBottom" fmla="*/ 1850760 h 1850400"/>
              </a:gdLst>
              <a:ahLst/>
              <a:cxnLst/>
              <a:rect l="textAreaLeft" t="textAreaTop" r="textAreaRight" b="textAreaBottom"/>
              <a:pathLst>
                <a:path w="31039" h="63307">
                  <a:moveTo>
                    <a:pt x="20172" y="62948"/>
                  </a:moveTo>
                  <a:cubicBezTo>
                    <a:pt x="16660" y="62537"/>
                    <a:pt x="13303" y="61615"/>
                    <a:pt x="10381" y="59872"/>
                  </a:cubicBezTo>
                  <a:cubicBezTo>
                    <a:pt x="6050" y="57283"/>
                    <a:pt x="3128" y="53874"/>
                    <a:pt x="1641" y="49620"/>
                  </a:cubicBezTo>
                  <a:cubicBezTo>
                    <a:pt x="513" y="46288"/>
                    <a:pt x="1" y="42802"/>
                    <a:pt x="129" y="39317"/>
                  </a:cubicBezTo>
                  <a:cubicBezTo>
                    <a:pt x="283" y="34985"/>
                    <a:pt x="1564" y="30884"/>
                    <a:pt x="3615" y="26937"/>
                  </a:cubicBezTo>
                  <a:cubicBezTo>
                    <a:pt x="5998" y="22350"/>
                    <a:pt x="9202" y="18198"/>
                    <a:pt x="12995" y="14327"/>
                  </a:cubicBezTo>
                  <a:cubicBezTo>
                    <a:pt x="17327" y="9970"/>
                    <a:pt x="22043" y="6023"/>
                    <a:pt x="27066" y="2486"/>
                  </a:cubicBezTo>
                  <a:cubicBezTo>
                    <a:pt x="28194" y="1692"/>
                    <a:pt x="29373" y="974"/>
                    <a:pt x="30552" y="205"/>
                  </a:cubicBezTo>
                  <a:cubicBezTo>
                    <a:pt x="30706" y="128"/>
                    <a:pt x="30860" y="52"/>
                    <a:pt x="31039" y="0"/>
                  </a:cubicBezTo>
                  <a:lnTo>
                    <a:pt x="31039" y="2640"/>
                  </a:lnTo>
                  <a:cubicBezTo>
                    <a:pt x="30936" y="2691"/>
                    <a:pt x="30834" y="2743"/>
                    <a:pt x="30757" y="2794"/>
                  </a:cubicBezTo>
                  <a:cubicBezTo>
                    <a:pt x="27425" y="5024"/>
                    <a:pt x="24221" y="7484"/>
                    <a:pt x="21171" y="10124"/>
                  </a:cubicBezTo>
                  <a:cubicBezTo>
                    <a:pt x="17660" y="13097"/>
                    <a:pt x="14508" y="16455"/>
                    <a:pt x="11765" y="20120"/>
                  </a:cubicBezTo>
                  <a:cubicBezTo>
                    <a:pt x="9407" y="23349"/>
                    <a:pt x="7485" y="26758"/>
                    <a:pt x="6357" y="30423"/>
                  </a:cubicBezTo>
                  <a:cubicBezTo>
                    <a:pt x="4461" y="36446"/>
                    <a:pt x="5332" y="42213"/>
                    <a:pt x="8818" y="47723"/>
                  </a:cubicBezTo>
                  <a:cubicBezTo>
                    <a:pt x="10022" y="49646"/>
                    <a:pt x="11586" y="51337"/>
                    <a:pt x="13405" y="52696"/>
                  </a:cubicBezTo>
                  <a:cubicBezTo>
                    <a:pt x="15917" y="54515"/>
                    <a:pt x="18813" y="55669"/>
                    <a:pt x="22043" y="56361"/>
                  </a:cubicBezTo>
                  <a:cubicBezTo>
                    <a:pt x="24298" y="56822"/>
                    <a:pt x="26579" y="57104"/>
                    <a:pt x="28886" y="57206"/>
                  </a:cubicBezTo>
                  <a:lnTo>
                    <a:pt x="31039" y="57335"/>
                  </a:lnTo>
                  <a:lnTo>
                    <a:pt x="31039" y="62768"/>
                  </a:lnTo>
                  <a:cubicBezTo>
                    <a:pt x="30860" y="62819"/>
                    <a:pt x="30680" y="62871"/>
                    <a:pt x="30501" y="62896"/>
                  </a:cubicBezTo>
                  <a:cubicBezTo>
                    <a:pt x="27066" y="63306"/>
                    <a:pt x="23606" y="63306"/>
                    <a:pt x="20172" y="6294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81" name="Google Shape;181;p7"/>
            <p:cNvSpPr/>
            <p:nvPr/>
          </p:nvSpPr>
          <p:spPr>
            <a:xfrm flipH="1">
              <a:off x="6048720" y="2318040"/>
              <a:ext cx="3094200" cy="2824920"/>
            </a:xfrm>
            <a:custGeom>
              <a:avLst/>
              <a:gdLst>
                <a:gd name="textAreaLeft" fmla="*/ -360 w 3094200"/>
                <a:gd name="textAreaRight" fmla="*/ 3094200 w 3094200"/>
                <a:gd name="textAreaTop" fmla="*/ 0 h 2824920"/>
                <a:gd name="textAreaBottom" fmla="*/ 2825280 h 2824920"/>
              </a:gdLst>
              <a:ahLst/>
              <a:cxnLst/>
              <a:rect l="textAreaLeft" t="textAreaTop" r="textAreaRight" b="textAreaBottom"/>
              <a:pathLst>
                <a:path w="96344" h="96651">
                  <a:moveTo>
                    <a:pt x="436" y="22093"/>
                  </a:moveTo>
                  <a:cubicBezTo>
                    <a:pt x="564" y="21837"/>
                    <a:pt x="667" y="21581"/>
                    <a:pt x="769" y="21299"/>
                  </a:cubicBezTo>
                  <a:cubicBezTo>
                    <a:pt x="1692" y="18582"/>
                    <a:pt x="2897" y="15968"/>
                    <a:pt x="4357" y="13507"/>
                  </a:cubicBezTo>
                  <a:cubicBezTo>
                    <a:pt x="5767" y="11149"/>
                    <a:pt x="7459" y="9022"/>
                    <a:pt x="9432" y="7177"/>
                  </a:cubicBezTo>
                  <a:cubicBezTo>
                    <a:pt x="12277" y="4485"/>
                    <a:pt x="15763" y="2614"/>
                    <a:pt x="19889" y="1564"/>
                  </a:cubicBezTo>
                  <a:cubicBezTo>
                    <a:pt x="21555" y="1128"/>
                    <a:pt x="23273" y="795"/>
                    <a:pt x="24990" y="564"/>
                  </a:cubicBezTo>
                  <a:cubicBezTo>
                    <a:pt x="27886" y="205"/>
                    <a:pt x="30782" y="26"/>
                    <a:pt x="33704" y="26"/>
                  </a:cubicBezTo>
                  <a:cubicBezTo>
                    <a:pt x="39035" y="0"/>
                    <a:pt x="44315" y="359"/>
                    <a:pt x="49620" y="667"/>
                  </a:cubicBezTo>
                  <a:cubicBezTo>
                    <a:pt x="53337" y="897"/>
                    <a:pt x="57027" y="1128"/>
                    <a:pt x="60744" y="1307"/>
                  </a:cubicBezTo>
                  <a:cubicBezTo>
                    <a:pt x="65024" y="1512"/>
                    <a:pt x="69304" y="1589"/>
                    <a:pt x="73610" y="1615"/>
                  </a:cubicBezTo>
                  <a:cubicBezTo>
                    <a:pt x="76481" y="1615"/>
                    <a:pt x="79377" y="1666"/>
                    <a:pt x="82247" y="1743"/>
                  </a:cubicBezTo>
                  <a:cubicBezTo>
                    <a:pt x="83913" y="1769"/>
                    <a:pt x="85579" y="1948"/>
                    <a:pt x="87194" y="2307"/>
                  </a:cubicBezTo>
                  <a:cubicBezTo>
                    <a:pt x="89962" y="2948"/>
                    <a:pt x="91910" y="4357"/>
                    <a:pt x="93012" y="6587"/>
                  </a:cubicBezTo>
                  <a:cubicBezTo>
                    <a:pt x="93576" y="7792"/>
                    <a:pt x="93960" y="9073"/>
                    <a:pt x="94088" y="10406"/>
                  </a:cubicBezTo>
                  <a:cubicBezTo>
                    <a:pt x="94319" y="12482"/>
                    <a:pt x="94294" y="14609"/>
                    <a:pt x="93986" y="16685"/>
                  </a:cubicBezTo>
                  <a:cubicBezTo>
                    <a:pt x="93602" y="19761"/>
                    <a:pt x="93115" y="22836"/>
                    <a:pt x="92628" y="25912"/>
                  </a:cubicBezTo>
                  <a:cubicBezTo>
                    <a:pt x="92038" y="29577"/>
                    <a:pt x="91525" y="33242"/>
                    <a:pt x="91167" y="36933"/>
                  </a:cubicBezTo>
                  <a:cubicBezTo>
                    <a:pt x="90757" y="40983"/>
                    <a:pt x="90577" y="45058"/>
                    <a:pt x="90577" y="49133"/>
                  </a:cubicBezTo>
                  <a:cubicBezTo>
                    <a:pt x="90577" y="51465"/>
                    <a:pt x="90654" y="53823"/>
                    <a:pt x="90782" y="56181"/>
                  </a:cubicBezTo>
                  <a:cubicBezTo>
                    <a:pt x="90910" y="58513"/>
                    <a:pt x="91090" y="60923"/>
                    <a:pt x="91346" y="63306"/>
                  </a:cubicBezTo>
                  <a:cubicBezTo>
                    <a:pt x="91551" y="65510"/>
                    <a:pt x="91807" y="67715"/>
                    <a:pt x="92141" y="69919"/>
                  </a:cubicBezTo>
                  <a:cubicBezTo>
                    <a:pt x="92525" y="72661"/>
                    <a:pt x="92935" y="75404"/>
                    <a:pt x="93371" y="78120"/>
                  </a:cubicBezTo>
                  <a:cubicBezTo>
                    <a:pt x="93858" y="81170"/>
                    <a:pt x="94396" y="84220"/>
                    <a:pt x="94883" y="87245"/>
                  </a:cubicBezTo>
                  <a:cubicBezTo>
                    <a:pt x="95396" y="90372"/>
                    <a:pt x="95857" y="93524"/>
                    <a:pt x="96344" y="96651"/>
                  </a:cubicBezTo>
                  <a:lnTo>
                    <a:pt x="93627" y="96651"/>
                  </a:lnTo>
                  <a:cubicBezTo>
                    <a:pt x="93627" y="96446"/>
                    <a:pt x="93627" y="96215"/>
                    <a:pt x="93602" y="96010"/>
                  </a:cubicBezTo>
                  <a:cubicBezTo>
                    <a:pt x="93191" y="91269"/>
                    <a:pt x="92551" y="86527"/>
                    <a:pt x="91936" y="81811"/>
                  </a:cubicBezTo>
                  <a:cubicBezTo>
                    <a:pt x="91525" y="78659"/>
                    <a:pt x="91064" y="75532"/>
                    <a:pt x="90705" y="72379"/>
                  </a:cubicBezTo>
                  <a:cubicBezTo>
                    <a:pt x="90321" y="69124"/>
                    <a:pt x="90013" y="65895"/>
                    <a:pt x="89680" y="62640"/>
                  </a:cubicBezTo>
                  <a:cubicBezTo>
                    <a:pt x="89321" y="58924"/>
                    <a:pt x="89193" y="55207"/>
                    <a:pt x="89116" y="51465"/>
                  </a:cubicBezTo>
                  <a:cubicBezTo>
                    <a:pt x="89065" y="47749"/>
                    <a:pt x="89219" y="43956"/>
                    <a:pt x="89475" y="40214"/>
                  </a:cubicBezTo>
                  <a:cubicBezTo>
                    <a:pt x="89706" y="36805"/>
                    <a:pt x="90065" y="33396"/>
                    <a:pt x="90500" y="30013"/>
                  </a:cubicBezTo>
                  <a:cubicBezTo>
                    <a:pt x="90936" y="26399"/>
                    <a:pt x="91449" y="22785"/>
                    <a:pt x="91910" y="19171"/>
                  </a:cubicBezTo>
                  <a:cubicBezTo>
                    <a:pt x="92217" y="16890"/>
                    <a:pt x="92269" y="14558"/>
                    <a:pt x="92038" y="12226"/>
                  </a:cubicBezTo>
                  <a:cubicBezTo>
                    <a:pt x="91910" y="11047"/>
                    <a:pt x="91602" y="9868"/>
                    <a:pt x="91141" y="8766"/>
                  </a:cubicBezTo>
                  <a:cubicBezTo>
                    <a:pt x="90167" y="6613"/>
                    <a:pt x="88399" y="5101"/>
                    <a:pt x="85759" y="4357"/>
                  </a:cubicBezTo>
                  <a:cubicBezTo>
                    <a:pt x="84964" y="4101"/>
                    <a:pt x="84144" y="3922"/>
                    <a:pt x="83324" y="3768"/>
                  </a:cubicBezTo>
                  <a:cubicBezTo>
                    <a:pt x="80889" y="3435"/>
                    <a:pt x="78428" y="3230"/>
                    <a:pt x="75968" y="3204"/>
                  </a:cubicBezTo>
                  <a:cubicBezTo>
                    <a:pt x="71406" y="3101"/>
                    <a:pt x="66844" y="2999"/>
                    <a:pt x="62307" y="2871"/>
                  </a:cubicBezTo>
                  <a:cubicBezTo>
                    <a:pt x="57335" y="2717"/>
                    <a:pt x="52363" y="2538"/>
                    <a:pt x="47416" y="2358"/>
                  </a:cubicBezTo>
                  <a:cubicBezTo>
                    <a:pt x="42598" y="2204"/>
                    <a:pt x="37779" y="2153"/>
                    <a:pt x="32961" y="2486"/>
                  </a:cubicBezTo>
                  <a:cubicBezTo>
                    <a:pt x="29654" y="2666"/>
                    <a:pt x="26348" y="3153"/>
                    <a:pt x="23144" y="3973"/>
                  </a:cubicBezTo>
                  <a:cubicBezTo>
                    <a:pt x="18915" y="5049"/>
                    <a:pt x="15225" y="6843"/>
                    <a:pt x="12175" y="9483"/>
                  </a:cubicBezTo>
                  <a:cubicBezTo>
                    <a:pt x="10201" y="11226"/>
                    <a:pt x="8484" y="13225"/>
                    <a:pt x="7049" y="15455"/>
                  </a:cubicBezTo>
                  <a:cubicBezTo>
                    <a:pt x="5716" y="17531"/>
                    <a:pt x="4563" y="19761"/>
                    <a:pt x="3640" y="22093"/>
                  </a:cubicBezTo>
                  <a:cubicBezTo>
                    <a:pt x="2717" y="24451"/>
                    <a:pt x="1820" y="26809"/>
                    <a:pt x="897" y="29167"/>
                  </a:cubicBezTo>
                  <a:cubicBezTo>
                    <a:pt x="769" y="29526"/>
                    <a:pt x="615" y="29885"/>
                    <a:pt x="436" y="30218"/>
                  </a:cubicBezTo>
                  <a:cubicBezTo>
                    <a:pt x="359" y="30320"/>
                    <a:pt x="154" y="30397"/>
                    <a:pt x="0" y="30474"/>
                  </a:cubicBezTo>
                  <a:lnTo>
                    <a:pt x="0" y="22375"/>
                  </a:lnTo>
                  <a:cubicBezTo>
                    <a:pt x="180" y="22298"/>
                    <a:pt x="359" y="22221"/>
                    <a:pt x="436" y="22093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82" name="Google Shape;182;p7"/>
            <p:cNvSpPr/>
            <p:nvPr/>
          </p:nvSpPr>
          <p:spPr>
            <a:xfrm flipH="1">
              <a:off x="6346440" y="2531520"/>
              <a:ext cx="2795400" cy="2610720"/>
            </a:xfrm>
            <a:custGeom>
              <a:avLst/>
              <a:gdLst>
                <a:gd name="textAreaLeft" fmla="*/ -360 w 2795400"/>
                <a:gd name="textAreaRight" fmla="*/ 2795400 w 2795400"/>
                <a:gd name="textAreaTop" fmla="*/ 0 h 2610720"/>
                <a:gd name="textAreaBottom" fmla="*/ 2611080 h 2610720"/>
              </a:gdLst>
              <a:ahLst/>
              <a:cxnLst/>
              <a:rect l="textAreaLeft" t="textAreaTop" r="textAreaRight" b="textAreaBottom"/>
              <a:pathLst>
                <a:path w="87040" h="89322">
                  <a:moveTo>
                    <a:pt x="948" y="33499"/>
                  </a:moveTo>
                  <a:cubicBezTo>
                    <a:pt x="3511" y="30244"/>
                    <a:pt x="5869" y="26784"/>
                    <a:pt x="7997" y="23196"/>
                  </a:cubicBezTo>
                  <a:cubicBezTo>
                    <a:pt x="9047" y="21351"/>
                    <a:pt x="10098" y="19531"/>
                    <a:pt x="11200" y="17711"/>
                  </a:cubicBezTo>
                  <a:cubicBezTo>
                    <a:pt x="12456" y="15558"/>
                    <a:pt x="13943" y="13533"/>
                    <a:pt x="15583" y="11662"/>
                  </a:cubicBezTo>
                  <a:cubicBezTo>
                    <a:pt x="19069" y="7818"/>
                    <a:pt x="23528" y="4999"/>
                    <a:pt x="28962" y="3204"/>
                  </a:cubicBezTo>
                  <a:cubicBezTo>
                    <a:pt x="31858" y="2282"/>
                    <a:pt x="34806" y="1615"/>
                    <a:pt x="37830" y="1180"/>
                  </a:cubicBezTo>
                  <a:cubicBezTo>
                    <a:pt x="42520" y="513"/>
                    <a:pt x="47236" y="154"/>
                    <a:pt x="51978" y="103"/>
                  </a:cubicBezTo>
                  <a:cubicBezTo>
                    <a:pt x="56335" y="1"/>
                    <a:pt x="60692" y="26"/>
                    <a:pt x="65075" y="52"/>
                  </a:cubicBezTo>
                  <a:cubicBezTo>
                    <a:pt x="68125" y="78"/>
                    <a:pt x="71200" y="257"/>
                    <a:pt x="74250" y="616"/>
                  </a:cubicBezTo>
                  <a:cubicBezTo>
                    <a:pt x="76173" y="795"/>
                    <a:pt x="78044" y="1180"/>
                    <a:pt x="79863" y="1769"/>
                  </a:cubicBezTo>
                  <a:cubicBezTo>
                    <a:pt x="82862" y="2769"/>
                    <a:pt x="84887" y="4537"/>
                    <a:pt x="85861" y="7075"/>
                  </a:cubicBezTo>
                  <a:cubicBezTo>
                    <a:pt x="86373" y="8407"/>
                    <a:pt x="86681" y="9817"/>
                    <a:pt x="86758" y="11252"/>
                  </a:cubicBezTo>
                  <a:cubicBezTo>
                    <a:pt x="87040" y="14943"/>
                    <a:pt x="86707" y="18634"/>
                    <a:pt x="86450" y="22324"/>
                  </a:cubicBezTo>
                  <a:cubicBezTo>
                    <a:pt x="86194" y="25656"/>
                    <a:pt x="85886" y="29014"/>
                    <a:pt x="85681" y="32346"/>
                  </a:cubicBezTo>
                  <a:cubicBezTo>
                    <a:pt x="85323" y="37882"/>
                    <a:pt x="85169" y="43444"/>
                    <a:pt x="85297" y="48980"/>
                  </a:cubicBezTo>
                  <a:cubicBezTo>
                    <a:pt x="85374" y="53875"/>
                    <a:pt x="85630" y="58745"/>
                    <a:pt x="85886" y="63640"/>
                  </a:cubicBezTo>
                  <a:cubicBezTo>
                    <a:pt x="86092" y="67484"/>
                    <a:pt x="86348" y="71329"/>
                    <a:pt x="86527" y="75173"/>
                  </a:cubicBezTo>
                  <a:cubicBezTo>
                    <a:pt x="86784" y="79710"/>
                    <a:pt x="86732" y="84246"/>
                    <a:pt x="86425" y="88783"/>
                  </a:cubicBezTo>
                  <a:cubicBezTo>
                    <a:pt x="86450" y="88962"/>
                    <a:pt x="86476" y="89142"/>
                    <a:pt x="86527" y="89321"/>
                  </a:cubicBezTo>
                  <a:lnTo>
                    <a:pt x="83580" y="89321"/>
                  </a:lnTo>
                  <a:cubicBezTo>
                    <a:pt x="83605" y="88886"/>
                    <a:pt x="83605" y="88450"/>
                    <a:pt x="83657" y="88014"/>
                  </a:cubicBezTo>
                  <a:cubicBezTo>
                    <a:pt x="83836" y="85810"/>
                    <a:pt x="84118" y="83580"/>
                    <a:pt x="84221" y="81376"/>
                  </a:cubicBezTo>
                  <a:cubicBezTo>
                    <a:pt x="84502" y="75814"/>
                    <a:pt x="84323" y="70278"/>
                    <a:pt x="84144" y="64742"/>
                  </a:cubicBezTo>
                  <a:cubicBezTo>
                    <a:pt x="84041" y="61385"/>
                    <a:pt x="83913" y="58053"/>
                    <a:pt x="83836" y="54695"/>
                  </a:cubicBezTo>
                  <a:cubicBezTo>
                    <a:pt x="83657" y="47083"/>
                    <a:pt x="83708" y="39471"/>
                    <a:pt x="84195" y="31859"/>
                  </a:cubicBezTo>
                  <a:cubicBezTo>
                    <a:pt x="84451" y="28296"/>
                    <a:pt x="84605" y="24734"/>
                    <a:pt x="84810" y="21171"/>
                  </a:cubicBezTo>
                  <a:cubicBezTo>
                    <a:pt x="84989" y="18557"/>
                    <a:pt x="84938" y="15968"/>
                    <a:pt x="84707" y="13380"/>
                  </a:cubicBezTo>
                  <a:cubicBezTo>
                    <a:pt x="84554" y="11842"/>
                    <a:pt x="84195" y="10355"/>
                    <a:pt x="83631" y="8946"/>
                  </a:cubicBezTo>
                  <a:cubicBezTo>
                    <a:pt x="82580" y="6562"/>
                    <a:pt x="80658" y="4845"/>
                    <a:pt x="77839" y="3820"/>
                  </a:cubicBezTo>
                  <a:cubicBezTo>
                    <a:pt x="76660" y="3410"/>
                    <a:pt x="75481" y="3076"/>
                    <a:pt x="74276" y="2846"/>
                  </a:cubicBezTo>
                  <a:cubicBezTo>
                    <a:pt x="71124" y="2282"/>
                    <a:pt x="67971" y="2000"/>
                    <a:pt x="64793" y="1974"/>
                  </a:cubicBezTo>
                  <a:cubicBezTo>
                    <a:pt x="57770" y="1769"/>
                    <a:pt x="50748" y="2051"/>
                    <a:pt x="43776" y="2871"/>
                  </a:cubicBezTo>
                  <a:cubicBezTo>
                    <a:pt x="40444" y="3230"/>
                    <a:pt x="37164" y="3871"/>
                    <a:pt x="33934" y="4768"/>
                  </a:cubicBezTo>
                  <a:cubicBezTo>
                    <a:pt x="28731" y="6229"/>
                    <a:pt x="24144" y="8484"/>
                    <a:pt x="20350" y="11765"/>
                  </a:cubicBezTo>
                  <a:cubicBezTo>
                    <a:pt x="18223" y="13636"/>
                    <a:pt x="16301" y="15763"/>
                    <a:pt x="14660" y="18095"/>
                  </a:cubicBezTo>
                  <a:cubicBezTo>
                    <a:pt x="13379" y="19864"/>
                    <a:pt x="12174" y="21684"/>
                    <a:pt x="10944" y="23478"/>
                  </a:cubicBezTo>
                  <a:cubicBezTo>
                    <a:pt x="7971" y="27912"/>
                    <a:pt x="4716" y="32141"/>
                    <a:pt x="1205" y="36165"/>
                  </a:cubicBezTo>
                  <a:cubicBezTo>
                    <a:pt x="974" y="36421"/>
                    <a:pt x="743" y="36677"/>
                    <a:pt x="513" y="36908"/>
                  </a:cubicBezTo>
                  <a:cubicBezTo>
                    <a:pt x="333" y="36985"/>
                    <a:pt x="179" y="37036"/>
                    <a:pt x="0" y="37062"/>
                  </a:cubicBezTo>
                  <a:lnTo>
                    <a:pt x="0" y="34242"/>
                  </a:lnTo>
                  <a:cubicBezTo>
                    <a:pt x="564" y="34217"/>
                    <a:pt x="692" y="33807"/>
                    <a:pt x="948" y="3349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83" name="Google Shape;183;p7"/>
            <p:cNvSpPr/>
            <p:nvPr/>
          </p:nvSpPr>
          <p:spPr>
            <a:xfrm flipH="1">
              <a:off x="7662240" y="4084200"/>
              <a:ext cx="1479960" cy="1058400"/>
            </a:xfrm>
            <a:custGeom>
              <a:avLst/>
              <a:gdLst>
                <a:gd name="textAreaLeft" fmla="*/ -360 w 1479960"/>
                <a:gd name="textAreaRight" fmla="*/ 1479960 w 1479960"/>
                <a:gd name="textAreaTop" fmla="*/ 0 h 1058400"/>
                <a:gd name="textAreaBottom" fmla="*/ 1058760 h 1058400"/>
              </a:gdLst>
              <a:ahLst/>
              <a:cxnLst/>
              <a:rect l="textAreaLeft" t="textAreaTop" r="textAreaRight" b="textAreaBottom"/>
              <a:pathLst>
                <a:path w="46083" h="36216">
                  <a:moveTo>
                    <a:pt x="11149" y="6818"/>
                  </a:moveTo>
                  <a:cubicBezTo>
                    <a:pt x="13994" y="5357"/>
                    <a:pt x="16916" y="4101"/>
                    <a:pt x="19940" y="3050"/>
                  </a:cubicBezTo>
                  <a:cubicBezTo>
                    <a:pt x="23785" y="1717"/>
                    <a:pt x="27757" y="641"/>
                    <a:pt x="31935" y="231"/>
                  </a:cubicBezTo>
                  <a:cubicBezTo>
                    <a:pt x="33806" y="0"/>
                    <a:pt x="35703" y="26"/>
                    <a:pt x="37599" y="308"/>
                  </a:cubicBezTo>
                  <a:cubicBezTo>
                    <a:pt x="40265" y="769"/>
                    <a:pt x="42315" y="1948"/>
                    <a:pt x="43725" y="3896"/>
                  </a:cubicBezTo>
                  <a:cubicBezTo>
                    <a:pt x="44314" y="4742"/>
                    <a:pt x="44776" y="5664"/>
                    <a:pt x="45109" y="6664"/>
                  </a:cubicBezTo>
                  <a:cubicBezTo>
                    <a:pt x="45622" y="8330"/>
                    <a:pt x="45929" y="10098"/>
                    <a:pt x="45980" y="11867"/>
                  </a:cubicBezTo>
                  <a:cubicBezTo>
                    <a:pt x="46083" y="14635"/>
                    <a:pt x="45929" y="17454"/>
                    <a:pt x="45468" y="20196"/>
                  </a:cubicBezTo>
                  <a:cubicBezTo>
                    <a:pt x="44904" y="23887"/>
                    <a:pt x="44109" y="27501"/>
                    <a:pt x="43110" y="31089"/>
                  </a:cubicBezTo>
                  <a:cubicBezTo>
                    <a:pt x="42725" y="32473"/>
                    <a:pt x="42341" y="33832"/>
                    <a:pt x="41982" y="35216"/>
                  </a:cubicBezTo>
                  <a:cubicBezTo>
                    <a:pt x="41905" y="35523"/>
                    <a:pt x="41649" y="35856"/>
                    <a:pt x="41905" y="36215"/>
                  </a:cubicBezTo>
                  <a:lnTo>
                    <a:pt x="38701" y="36215"/>
                  </a:lnTo>
                  <a:cubicBezTo>
                    <a:pt x="38804" y="35600"/>
                    <a:pt x="38881" y="34959"/>
                    <a:pt x="39009" y="34370"/>
                  </a:cubicBezTo>
                  <a:cubicBezTo>
                    <a:pt x="39752" y="31140"/>
                    <a:pt x="40444" y="27885"/>
                    <a:pt x="40880" y="24630"/>
                  </a:cubicBezTo>
                  <a:cubicBezTo>
                    <a:pt x="41264" y="21683"/>
                    <a:pt x="41495" y="18710"/>
                    <a:pt x="41188" y="15737"/>
                  </a:cubicBezTo>
                  <a:cubicBezTo>
                    <a:pt x="41085" y="14276"/>
                    <a:pt x="40777" y="12866"/>
                    <a:pt x="40291" y="11508"/>
                  </a:cubicBezTo>
                  <a:cubicBezTo>
                    <a:pt x="40009" y="10790"/>
                    <a:pt x="39650" y="10098"/>
                    <a:pt x="39240" y="9432"/>
                  </a:cubicBezTo>
                  <a:cubicBezTo>
                    <a:pt x="37779" y="7074"/>
                    <a:pt x="35395" y="5690"/>
                    <a:pt x="32268" y="5203"/>
                  </a:cubicBezTo>
                  <a:cubicBezTo>
                    <a:pt x="30423" y="4947"/>
                    <a:pt x="28552" y="4921"/>
                    <a:pt x="26707" y="5126"/>
                  </a:cubicBezTo>
                  <a:cubicBezTo>
                    <a:pt x="22554" y="5562"/>
                    <a:pt x="18505" y="6664"/>
                    <a:pt x="14660" y="8330"/>
                  </a:cubicBezTo>
                  <a:cubicBezTo>
                    <a:pt x="10944" y="9919"/>
                    <a:pt x="7356" y="11790"/>
                    <a:pt x="3896" y="13917"/>
                  </a:cubicBezTo>
                  <a:cubicBezTo>
                    <a:pt x="2896" y="14532"/>
                    <a:pt x="1922" y="15173"/>
                    <a:pt x="923" y="15788"/>
                  </a:cubicBezTo>
                  <a:cubicBezTo>
                    <a:pt x="666" y="16019"/>
                    <a:pt x="333" y="16121"/>
                    <a:pt x="0" y="16121"/>
                  </a:cubicBezTo>
                  <a:lnTo>
                    <a:pt x="0" y="13123"/>
                  </a:lnTo>
                  <a:cubicBezTo>
                    <a:pt x="513" y="13123"/>
                    <a:pt x="820" y="12815"/>
                    <a:pt x="1179" y="12584"/>
                  </a:cubicBezTo>
                  <a:cubicBezTo>
                    <a:pt x="4383" y="10508"/>
                    <a:pt x="7689" y="8586"/>
                    <a:pt x="11149" y="681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84" name="Google Shape;184;p7"/>
            <p:cNvSpPr/>
            <p:nvPr/>
          </p:nvSpPr>
          <p:spPr>
            <a:xfrm flipH="1">
              <a:off x="6502320" y="0"/>
              <a:ext cx="2639880" cy="1050840"/>
            </a:xfrm>
            <a:custGeom>
              <a:avLst/>
              <a:gdLst>
                <a:gd name="textAreaLeft" fmla="*/ -360 w 2639880"/>
                <a:gd name="textAreaRight" fmla="*/ 2639880 w 2639880"/>
                <a:gd name="textAreaTop" fmla="*/ 0 h 1050840"/>
                <a:gd name="textAreaBottom" fmla="*/ 1051200 h 1050840"/>
              </a:gdLst>
              <a:ahLst/>
              <a:cxnLst/>
              <a:rect l="textAreaLeft" t="textAreaTop" r="textAreaRight" b="textAreaBottom"/>
              <a:pathLst>
                <a:path w="82196" h="35959">
                  <a:moveTo>
                    <a:pt x="74737" y="6049"/>
                  </a:moveTo>
                  <a:cubicBezTo>
                    <a:pt x="72918" y="7766"/>
                    <a:pt x="71431" y="9791"/>
                    <a:pt x="70355" y="12046"/>
                  </a:cubicBezTo>
                  <a:cubicBezTo>
                    <a:pt x="69663" y="13558"/>
                    <a:pt x="69047" y="15096"/>
                    <a:pt x="68535" y="16685"/>
                  </a:cubicBezTo>
                  <a:cubicBezTo>
                    <a:pt x="67612" y="19402"/>
                    <a:pt x="66715" y="22144"/>
                    <a:pt x="65587" y="24784"/>
                  </a:cubicBezTo>
                  <a:cubicBezTo>
                    <a:pt x="64742" y="26809"/>
                    <a:pt x="63716" y="28782"/>
                    <a:pt x="62486" y="30628"/>
                  </a:cubicBezTo>
                  <a:cubicBezTo>
                    <a:pt x="61692" y="31832"/>
                    <a:pt x="60718" y="32935"/>
                    <a:pt x="59616" y="33857"/>
                  </a:cubicBezTo>
                  <a:cubicBezTo>
                    <a:pt x="57924" y="35216"/>
                    <a:pt x="55848" y="35959"/>
                    <a:pt x="53695" y="35933"/>
                  </a:cubicBezTo>
                  <a:cubicBezTo>
                    <a:pt x="51773" y="35933"/>
                    <a:pt x="49851" y="35626"/>
                    <a:pt x="48005" y="35087"/>
                  </a:cubicBezTo>
                  <a:cubicBezTo>
                    <a:pt x="45750" y="34395"/>
                    <a:pt x="43546" y="33575"/>
                    <a:pt x="41393" y="32576"/>
                  </a:cubicBezTo>
                  <a:cubicBezTo>
                    <a:pt x="37933" y="31012"/>
                    <a:pt x="34575" y="29295"/>
                    <a:pt x="31243" y="27552"/>
                  </a:cubicBezTo>
                  <a:cubicBezTo>
                    <a:pt x="24682" y="24169"/>
                    <a:pt x="18095" y="20786"/>
                    <a:pt x="11405" y="17582"/>
                  </a:cubicBezTo>
                  <a:cubicBezTo>
                    <a:pt x="8022" y="15993"/>
                    <a:pt x="4639" y="14378"/>
                    <a:pt x="1256" y="12789"/>
                  </a:cubicBezTo>
                  <a:cubicBezTo>
                    <a:pt x="871" y="12610"/>
                    <a:pt x="513" y="12354"/>
                    <a:pt x="0" y="12405"/>
                  </a:cubicBezTo>
                  <a:lnTo>
                    <a:pt x="0" y="11277"/>
                  </a:lnTo>
                  <a:cubicBezTo>
                    <a:pt x="179" y="11252"/>
                    <a:pt x="359" y="11252"/>
                    <a:pt x="538" y="11277"/>
                  </a:cubicBezTo>
                  <a:cubicBezTo>
                    <a:pt x="897" y="11405"/>
                    <a:pt x="1205" y="11559"/>
                    <a:pt x="1538" y="11713"/>
                  </a:cubicBezTo>
                  <a:cubicBezTo>
                    <a:pt x="11072" y="16044"/>
                    <a:pt x="20504" y="20504"/>
                    <a:pt x="29885" y="25092"/>
                  </a:cubicBezTo>
                  <a:cubicBezTo>
                    <a:pt x="33370" y="26809"/>
                    <a:pt x="36882" y="28475"/>
                    <a:pt x="40521" y="29961"/>
                  </a:cubicBezTo>
                  <a:cubicBezTo>
                    <a:pt x="42315" y="30705"/>
                    <a:pt x="44186" y="31345"/>
                    <a:pt x="46083" y="31884"/>
                  </a:cubicBezTo>
                  <a:cubicBezTo>
                    <a:pt x="47749" y="32345"/>
                    <a:pt x="49466" y="32576"/>
                    <a:pt x="51209" y="32550"/>
                  </a:cubicBezTo>
                  <a:cubicBezTo>
                    <a:pt x="53131" y="32550"/>
                    <a:pt x="55002" y="31909"/>
                    <a:pt x="56514" y="30730"/>
                  </a:cubicBezTo>
                  <a:cubicBezTo>
                    <a:pt x="57437" y="29987"/>
                    <a:pt x="58232" y="29167"/>
                    <a:pt x="58949" y="28244"/>
                  </a:cubicBezTo>
                  <a:cubicBezTo>
                    <a:pt x="59821" y="27117"/>
                    <a:pt x="60590" y="25938"/>
                    <a:pt x="61256" y="24682"/>
                  </a:cubicBezTo>
                  <a:cubicBezTo>
                    <a:pt x="62384" y="22580"/>
                    <a:pt x="63358" y="20401"/>
                    <a:pt x="64229" y="18197"/>
                  </a:cubicBezTo>
                  <a:cubicBezTo>
                    <a:pt x="65049" y="16147"/>
                    <a:pt x="65844" y="14096"/>
                    <a:pt x="66715" y="12046"/>
                  </a:cubicBezTo>
                  <a:cubicBezTo>
                    <a:pt x="67792" y="9560"/>
                    <a:pt x="69355" y="7279"/>
                    <a:pt x="71329" y="5408"/>
                  </a:cubicBezTo>
                  <a:cubicBezTo>
                    <a:pt x="72764" y="4075"/>
                    <a:pt x="74302" y="2871"/>
                    <a:pt x="75942" y="1794"/>
                  </a:cubicBezTo>
                  <a:cubicBezTo>
                    <a:pt x="76813" y="1205"/>
                    <a:pt x="77685" y="589"/>
                    <a:pt x="78556" y="0"/>
                  </a:cubicBezTo>
                  <a:lnTo>
                    <a:pt x="82196" y="0"/>
                  </a:lnTo>
                  <a:cubicBezTo>
                    <a:pt x="81273" y="692"/>
                    <a:pt x="80376" y="1410"/>
                    <a:pt x="79453" y="2102"/>
                  </a:cubicBezTo>
                  <a:cubicBezTo>
                    <a:pt x="77813" y="3332"/>
                    <a:pt x="76224" y="4639"/>
                    <a:pt x="74737" y="604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85" name="Google Shape;185;p7"/>
            <p:cNvSpPr/>
            <p:nvPr/>
          </p:nvSpPr>
          <p:spPr>
            <a:xfrm flipH="1">
              <a:off x="2026080" y="0"/>
              <a:ext cx="1460880" cy="649080"/>
            </a:xfrm>
            <a:custGeom>
              <a:avLst/>
              <a:gdLst>
                <a:gd name="textAreaLeft" fmla="*/ 360 w 1460880"/>
                <a:gd name="textAreaRight" fmla="*/ 1461600 w 1460880"/>
                <a:gd name="textAreaTop" fmla="*/ 0 h 649080"/>
                <a:gd name="textAreaBottom" fmla="*/ 649440 h 649080"/>
              </a:gdLst>
              <a:ahLst/>
              <a:cxnLst/>
              <a:rect l="textAreaLeft" t="textAreaTop" r="textAreaRight" b="textAreaBottom"/>
              <a:pathLst>
                <a:path w="45495" h="22222">
                  <a:moveTo>
                    <a:pt x="39240" y="3024"/>
                  </a:moveTo>
                  <a:cubicBezTo>
                    <a:pt x="32192" y="6356"/>
                    <a:pt x="25528" y="10406"/>
                    <a:pt x="19377" y="15173"/>
                  </a:cubicBezTo>
                  <a:cubicBezTo>
                    <a:pt x="18173" y="16096"/>
                    <a:pt x="16968" y="17018"/>
                    <a:pt x="15738" y="17890"/>
                  </a:cubicBezTo>
                  <a:cubicBezTo>
                    <a:pt x="14482" y="18761"/>
                    <a:pt x="13277" y="19556"/>
                    <a:pt x="11996" y="20325"/>
                  </a:cubicBezTo>
                  <a:cubicBezTo>
                    <a:pt x="11150" y="20837"/>
                    <a:pt x="10253" y="21247"/>
                    <a:pt x="9305" y="21555"/>
                  </a:cubicBezTo>
                  <a:cubicBezTo>
                    <a:pt x="7228" y="22221"/>
                    <a:pt x="5357" y="21914"/>
                    <a:pt x="3743" y="20658"/>
                  </a:cubicBezTo>
                  <a:cubicBezTo>
                    <a:pt x="2923" y="19991"/>
                    <a:pt x="2231" y="19197"/>
                    <a:pt x="1744" y="18274"/>
                  </a:cubicBezTo>
                  <a:cubicBezTo>
                    <a:pt x="1077" y="16993"/>
                    <a:pt x="616" y="15634"/>
                    <a:pt x="411" y="14199"/>
                  </a:cubicBezTo>
                  <a:cubicBezTo>
                    <a:pt x="26" y="11508"/>
                    <a:pt x="1" y="8765"/>
                    <a:pt x="334" y="6049"/>
                  </a:cubicBezTo>
                  <a:cubicBezTo>
                    <a:pt x="539" y="4050"/>
                    <a:pt x="821" y="2025"/>
                    <a:pt x="1103" y="0"/>
                  </a:cubicBezTo>
                  <a:lnTo>
                    <a:pt x="3589" y="0"/>
                  </a:lnTo>
                  <a:cubicBezTo>
                    <a:pt x="3486" y="897"/>
                    <a:pt x="3384" y="1820"/>
                    <a:pt x="3307" y="2717"/>
                  </a:cubicBezTo>
                  <a:cubicBezTo>
                    <a:pt x="3025" y="5075"/>
                    <a:pt x="2846" y="7458"/>
                    <a:pt x="3128" y="9842"/>
                  </a:cubicBezTo>
                  <a:cubicBezTo>
                    <a:pt x="3256" y="11021"/>
                    <a:pt x="3563" y="12200"/>
                    <a:pt x="4025" y="13302"/>
                  </a:cubicBezTo>
                  <a:cubicBezTo>
                    <a:pt x="4332" y="14045"/>
                    <a:pt x="4742" y="14712"/>
                    <a:pt x="5281" y="15301"/>
                  </a:cubicBezTo>
                  <a:cubicBezTo>
                    <a:pt x="5768" y="15839"/>
                    <a:pt x="6383" y="16275"/>
                    <a:pt x="7075" y="16557"/>
                  </a:cubicBezTo>
                  <a:cubicBezTo>
                    <a:pt x="8074" y="16941"/>
                    <a:pt x="9176" y="16967"/>
                    <a:pt x="10176" y="16634"/>
                  </a:cubicBezTo>
                  <a:cubicBezTo>
                    <a:pt x="10996" y="16378"/>
                    <a:pt x="11765" y="16070"/>
                    <a:pt x="12508" y="15686"/>
                  </a:cubicBezTo>
                  <a:cubicBezTo>
                    <a:pt x="13636" y="15070"/>
                    <a:pt x="14764" y="14404"/>
                    <a:pt x="15815" y="13686"/>
                  </a:cubicBezTo>
                  <a:cubicBezTo>
                    <a:pt x="17737" y="12405"/>
                    <a:pt x="19582" y="11072"/>
                    <a:pt x="21453" y="9739"/>
                  </a:cubicBezTo>
                  <a:cubicBezTo>
                    <a:pt x="26630" y="6049"/>
                    <a:pt x="32167" y="2896"/>
                    <a:pt x="37985" y="359"/>
                  </a:cubicBezTo>
                  <a:cubicBezTo>
                    <a:pt x="38241" y="256"/>
                    <a:pt x="38446" y="128"/>
                    <a:pt x="38651" y="0"/>
                  </a:cubicBezTo>
                  <a:lnTo>
                    <a:pt x="45494" y="0"/>
                  </a:lnTo>
                  <a:cubicBezTo>
                    <a:pt x="45264" y="154"/>
                    <a:pt x="45007" y="308"/>
                    <a:pt x="44777" y="436"/>
                  </a:cubicBezTo>
                  <a:cubicBezTo>
                    <a:pt x="42931" y="1307"/>
                    <a:pt x="41060" y="2153"/>
                    <a:pt x="39240" y="3024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86" name="Google Shape;186;p7"/>
            <p:cNvSpPr/>
            <p:nvPr/>
          </p:nvSpPr>
          <p:spPr>
            <a:xfrm flipH="1">
              <a:off x="7418160" y="3830040"/>
              <a:ext cx="1724400" cy="1312200"/>
            </a:xfrm>
            <a:custGeom>
              <a:avLst/>
              <a:gdLst>
                <a:gd name="textAreaLeft" fmla="*/ 360 w 1724400"/>
                <a:gd name="textAreaRight" fmla="*/ 1725120 w 1724400"/>
                <a:gd name="textAreaTop" fmla="*/ 0 h 1312200"/>
                <a:gd name="textAreaBottom" fmla="*/ 1312560 h 1312200"/>
              </a:gdLst>
              <a:ahLst/>
              <a:cxnLst/>
              <a:rect l="textAreaLeft" t="textAreaTop" r="textAreaRight" b="textAreaBottom"/>
              <a:pathLst>
                <a:path w="53696" h="44905">
                  <a:moveTo>
                    <a:pt x="5024" y="14199"/>
                  </a:moveTo>
                  <a:cubicBezTo>
                    <a:pt x="12456" y="9766"/>
                    <a:pt x="20350" y="6100"/>
                    <a:pt x="28552" y="3281"/>
                  </a:cubicBezTo>
                  <a:cubicBezTo>
                    <a:pt x="31602" y="2179"/>
                    <a:pt x="34729" y="1308"/>
                    <a:pt x="37907" y="667"/>
                  </a:cubicBezTo>
                  <a:cubicBezTo>
                    <a:pt x="40085" y="180"/>
                    <a:pt x="42315" y="0"/>
                    <a:pt x="44545" y="129"/>
                  </a:cubicBezTo>
                  <a:cubicBezTo>
                    <a:pt x="47621" y="359"/>
                    <a:pt x="49902" y="1590"/>
                    <a:pt x="51363" y="3845"/>
                  </a:cubicBezTo>
                  <a:cubicBezTo>
                    <a:pt x="52003" y="4819"/>
                    <a:pt x="52516" y="5921"/>
                    <a:pt x="52824" y="7074"/>
                  </a:cubicBezTo>
                  <a:cubicBezTo>
                    <a:pt x="53413" y="9150"/>
                    <a:pt x="53695" y="11329"/>
                    <a:pt x="53669" y="13482"/>
                  </a:cubicBezTo>
                  <a:cubicBezTo>
                    <a:pt x="53695" y="16250"/>
                    <a:pt x="53464" y="18992"/>
                    <a:pt x="53003" y="21735"/>
                  </a:cubicBezTo>
                  <a:cubicBezTo>
                    <a:pt x="52414" y="25297"/>
                    <a:pt x="51619" y="28834"/>
                    <a:pt x="50645" y="32346"/>
                  </a:cubicBezTo>
                  <a:cubicBezTo>
                    <a:pt x="49620" y="36216"/>
                    <a:pt x="48390" y="40060"/>
                    <a:pt x="47134" y="43879"/>
                  </a:cubicBezTo>
                  <a:cubicBezTo>
                    <a:pt x="47031" y="44212"/>
                    <a:pt x="46980" y="44545"/>
                    <a:pt x="46929" y="44904"/>
                  </a:cubicBezTo>
                  <a:lnTo>
                    <a:pt x="45314" y="44904"/>
                  </a:lnTo>
                  <a:cubicBezTo>
                    <a:pt x="45314" y="44648"/>
                    <a:pt x="45340" y="44392"/>
                    <a:pt x="45391" y="44161"/>
                  </a:cubicBezTo>
                  <a:cubicBezTo>
                    <a:pt x="45545" y="43648"/>
                    <a:pt x="45724" y="43136"/>
                    <a:pt x="45904" y="42623"/>
                  </a:cubicBezTo>
                  <a:cubicBezTo>
                    <a:pt x="48082" y="35780"/>
                    <a:pt x="50004" y="28885"/>
                    <a:pt x="50901" y="21837"/>
                  </a:cubicBezTo>
                  <a:cubicBezTo>
                    <a:pt x="51260" y="19223"/>
                    <a:pt x="51337" y="16583"/>
                    <a:pt x="51183" y="13969"/>
                  </a:cubicBezTo>
                  <a:cubicBezTo>
                    <a:pt x="51106" y="12636"/>
                    <a:pt x="50876" y="11329"/>
                    <a:pt x="50543" y="10047"/>
                  </a:cubicBezTo>
                  <a:cubicBezTo>
                    <a:pt x="50184" y="8715"/>
                    <a:pt x="49594" y="7433"/>
                    <a:pt x="48774" y="6305"/>
                  </a:cubicBezTo>
                  <a:cubicBezTo>
                    <a:pt x="47493" y="4588"/>
                    <a:pt x="45673" y="3512"/>
                    <a:pt x="43264" y="3102"/>
                  </a:cubicBezTo>
                  <a:cubicBezTo>
                    <a:pt x="41470" y="2845"/>
                    <a:pt x="39624" y="2820"/>
                    <a:pt x="37830" y="3076"/>
                  </a:cubicBezTo>
                  <a:cubicBezTo>
                    <a:pt x="35805" y="3307"/>
                    <a:pt x="33806" y="3691"/>
                    <a:pt x="31858" y="4204"/>
                  </a:cubicBezTo>
                  <a:cubicBezTo>
                    <a:pt x="25989" y="5742"/>
                    <a:pt x="20299" y="7818"/>
                    <a:pt x="14814" y="10406"/>
                  </a:cubicBezTo>
                  <a:cubicBezTo>
                    <a:pt x="10175" y="12636"/>
                    <a:pt x="5664" y="15122"/>
                    <a:pt x="1333" y="17890"/>
                  </a:cubicBezTo>
                  <a:cubicBezTo>
                    <a:pt x="923" y="18147"/>
                    <a:pt x="436" y="18352"/>
                    <a:pt x="0" y="18608"/>
                  </a:cubicBezTo>
                  <a:lnTo>
                    <a:pt x="0" y="17096"/>
                  </a:lnTo>
                  <a:cubicBezTo>
                    <a:pt x="384" y="17019"/>
                    <a:pt x="769" y="16839"/>
                    <a:pt x="1076" y="16609"/>
                  </a:cubicBezTo>
                  <a:cubicBezTo>
                    <a:pt x="2384" y="15814"/>
                    <a:pt x="3691" y="14994"/>
                    <a:pt x="5024" y="1419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87" name="Google Shape;187;p7"/>
            <p:cNvSpPr/>
            <p:nvPr/>
          </p:nvSpPr>
          <p:spPr>
            <a:xfrm flipH="1">
              <a:off x="0" y="983880"/>
              <a:ext cx="301680" cy="823680"/>
            </a:xfrm>
            <a:custGeom>
              <a:avLst/>
              <a:gdLst>
                <a:gd name="textAreaLeft" fmla="*/ 360 w 301680"/>
                <a:gd name="textAreaRight" fmla="*/ 302400 w 301680"/>
                <a:gd name="textAreaTop" fmla="*/ 0 h 823680"/>
                <a:gd name="textAreaBottom" fmla="*/ 824040 h 823680"/>
              </a:gdLst>
              <a:ahLst/>
              <a:cxnLst/>
              <a:rect l="textAreaLeft" t="textAreaTop" r="textAreaRight" b="textAreaBottom"/>
              <a:pathLst>
                <a:path w="9407" h="28194">
                  <a:moveTo>
                    <a:pt x="4050" y="24579"/>
                  </a:moveTo>
                  <a:cubicBezTo>
                    <a:pt x="1462" y="22273"/>
                    <a:pt x="129" y="19556"/>
                    <a:pt x="26" y="16429"/>
                  </a:cubicBezTo>
                  <a:cubicBezTo>
                    <a:pt x="1" y="14481"/>
                    <a:pt x="359" y="12533"/>
                    <a:pt x="1103" y="10714"/>
                  </a:cubicBezTo>
                  <a:cubicBezTo>
                    <a:pt x="2743" y="6536"/>
                    <a:pt x="5639" y="3025"/>
                    <a:pt x="9407" y="0"/>
                  </a:cubicBezTo>
                  <a:lnTo>
                    <a:pt x="9407" y="7125"/>
                  </a:lnTo>
                  <a:cubicBezTo>
                    <a:pt x="9356" y="7177"/>
                    <a:pt x="9279" y="7202"/>
                    <a:pt x="9228" y="7253"/>
                  </a:cubicBezTo>
                  <a:cubicBezTo>
                    <a:pt x="7741" y="9842"/>
                    <a:pt x="7126" y="12559"/>
                    <a:pt x="7792" y="15429"/>
                  </a:cubicBezTo>
                  <a:cubicBezTo>
                    <a:pt x="8074" y="16660"/>
                    <a:pt x="8612" y="17813"/>
                    <a:pt x="9407" y="18787"/>
                  </a:cubicBezTo>
                  <a:lnTo>
                    <a:pt x="9407" y="28193"/>
                  </a:lnTo>
                  <a:lnTo>
                    <a:pt x="8100" y="27424"/>
                  </a:lnTo>
                  <a:cubicBezTo>
                    <a:pt x="6639" y="26630"/>
                    <a:pt x="5280" y="25681"/>
                    <a:pt x="4050" y="2457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88" name="Google Shape;188;p7"/>
            <p:cNvSpPr/>
            <p:nvPr/>
          </p:nvSpPr>
          <p:spPr>
            <a:xfrm flipH="1">
              <a:off x="6772320" y="0"/>
              <a:ext cx="2369880" cy="829800"/>
            </a:xfrm>
            <a:custGeom>
              <a:avLst/>
              <a:gdLst>
                <a:gd name="textAreaLeft" fmla="*/ -360 w 2369880"/>
                <a:gd name="textAreaRight" fmla="*/ 2369880 w 2369880"/>
                <a:gd name="textAreaTop" fmla="*/ 0 h 829800"/>
                <a:gd name="textAreaBottom" fmla="*/ 830160 h 829800"/>
              </a:gdLst>
              <a:ahLst/>
              <a:cxnLst/>
              <a:rect l="textAreaLeft" t="textAreaTop" r="textAreaRight" b="textAreaBottom"/>
              <a:pathLst>
                <a:path w="73790" h="28399">
                  <a:moveTo>
                    <a:pt x="63076" y="10355"/>
                  </a:moveTo>
                  <a:cubicBezTo>
                    <a:pt x="62537" y="11405"/>
                    <a:pt x="61999" y="12482"/>
                    <a:pt x="61461" y="13558"/>
                  </a:cubicBezTo>
                  <a:cubicBezTo>
                    <a:pt x="60308" y="16044"/>
                    <a:pt x="59000" y="18479"/>
                    <a:pt x="57591" y="20863"/>
                  </a:cubicBezTo>
                  <a:cubicBezTo>
                    <a:pt x="56745" y="22247"/>
                    <a:pt x="55771" y="23554"/>
                    <a:pt x="54669" y="24784"/>
                  </a:cubicBezTo>
                  <a:cubicBezTo>
                    <a:pt x="53900" y="25630"/>
                    <a:pt x="53029" y="26373"/>
                    <a:pt x="52080" y="26988"/>
                  </a:cubicBezTo>
                  <a:cubicBezTo>
                    <a:pt x="51004" y="27680"/>
                    <a:pt x="49799" y="28090"/>
                    <a:pt x="48543" y="28244"/>
                  </a:cubicBezTo>
                  <a:cubicBezTo>
                    <a:pt x="47211" y="28398"/>
                    <a:pt x="45878" y="28347"/>
                    <a:pt x="44596" y="28090"/>
                  </a:cubicBezTo>
                  <a:cubicBezTo>
                    <a:pt x="42674" y="27757"/>
                    <a:pt x="40803" y="27245"/>
                    <a:pt x="38983" y="26604"/>
                  </a:cubicBezTo>
                  <a:cubicBezTo>
                    <a:pt x="35780" y="25502"/>
                    <a:pt x="32730" y="24195"/>
                    <a:pt x="29705" y="22836"/>
                  </a:cubicBezTo>
                  <a:cubicBezTo>
                    <a:pt x="24169" y="20401"/>
                    <a:pt x="18684" y="17941"/>
                    <a:pt x="13174" y="15481"/>
                  </a:cubicBezTo>
                  <a:cubicBezTo>
                    <a:pt x="9201" y="13686"/>
                    <a:pt x="5229" y="11944"/>
                    <a:pt x="1256" y="10175"/>
                  </a:cubicBezTo>
                  <a:cubicBezTo>
                    <a:pt x="871" y="9996"/>
                    <a:pt x="487" y="9739"/>
                    <a:pt x="0" y="9765"/>
                  </a:cubicBezTo>
                  <a:lnTo>
                    <a:pt x="0" y="9022"/>
                  </a:lnTo>
                  <a:cubicBezTo>
                    <a:pt x="461" y="9176"/>
                    <a:pt x="923" y="9329"/>
                    <a:pt x="1358" y="9509"/>
                  </a:cubicBezTo>
                  <a:cubicBezTo>
                    <a:pt x="9252" y="12943"/>
                    <a:pt x="17172" y="16378"/>
                    <a:pt x="25066" y="19838"/>
                  </a:cubicBezTo>
                  <a:cubicBezTo>
                    <a:pt x="28475" y="21299"/>
                    <a:pt x="31884" y="22708"/>
                    <a:pt x="35395" y="23990"/>
                  </a:cubicBezTo>
                  <a:cubicBezTo>
                    <a:pt x="37215" y="24656"/>
                    <a:pt x="39060" y="25194"/>
                    <a:pt x="40931" y="25656"/>
                  </a:cubicBezTo>
                  <a:cubicBezTo>
                    <a:pt x="42443" y="26014"/>
                    <a:pt x="43981" y="26194"/>
                    <a:pt x="45545" y="26168"/>
                  </a:cubicBezTo>
                  <a:cubicBezTo>
                    <a:pt x="47082" y="26168"/>
                    <a:pt x="48569" y="25758"/>
                    <a:pt x="49902" y="24989"/>
                  </a:cubicBezTo>
                  <a:cubicBezTo>
                    <a:pt x="50927" y="24374"/>
                    <a:pt x="51850" y="23656"/>
                    <a:pt x="52695" y="22811"/>
                  </a:cubicBezTo>
                  <a:cubicBezTo>
                    <a:pt x="53746" y="21734"/>
                    <a:pt x="54695" y="20555"/>
                    <a:pt x="55540" y="19299"/>
                  </a:cubicBezTo>
                  <a:cubicBezTo>
                    <a:pt x="56950" y="17198"/>
                    <a:pt x="58257" y="15045"/>
                    <a:pt x="59436" y="12815"/>
                  </a:cubicBezTo>
                  <a:cubicBezTo>
                    <a:pt x="60103" y="11585"/>
                    <a:pt x="60769" y="10355"/>
                    <a:pt x="61461" y="9150"/>
                  </a:cubicBezTo>
                  <a:cubicBezTo>
                    <a:pt x="62409" y="7510"/>
                    <a:pt x="63588" y="5997"/>
                    <a:pt x="64947" y="4665"/>
                  </a:cubicBezTo>
                  <a:cubicBezTo>
                    <a:pt x="66587" y="3076"/>
                    <a:pt x="68432" y="1717"/>
                    <a:pt x="70432" y="589"/>
                  </a:cubicBezTo>
                  <a:cubicBezTo>
                    <a:pt x="70739" y="410"/>
                    <a:pt x="70995" y="205"/>
                    <a:pt x="71277" y="0"/>
                  </a:cubicBezTo>
                  <a:lnTo>
                    <a:pt x="73789" y="0"/>
                  </a:lnTo>
                  <a:cubicBezTo>
                    <a:pt x="73123" y="410"/>
                    <a:pt x="72482" y="846"/>
                    <a:pt x="71790" y="1256"/>
                  </a:cubicBezTo>
                  <a:cubicBezTo>
                    <a:pt x="67869" y="3614"/>
                    <a:pt x="64947" y="6638"/>
                    <a:pt x="63076" y="1035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89" name="Google Shape;189;p7"/>
            <p:cNvSpPr/>
            <p:nvPr/>
          </p:nvSpPr>
          <p:spPr>
            <a:xfrm flipH="1">
              <a:off x="2507760" y="0"/>
              <a:ext cx="762840" cy="307440"/>
            </a:xfrm>
            <a:custGeom>
              <a:avLst/>
              <a:gdLst>
                <a:gd name="textAreaLeft" fmla="*/ -360 w 762840"/>
                <a:gd name="textAreaRight" fmla="*/ 762840 w 762840"/>
                <a:gd name="textAreaTop" fmla="*/ 0 h 307440"/>
                <a:gd name="textAreaBottom" fmla="*/ 307800 h 307440"/>
              </a:gdLst>
              <a:ahLst/>
              <a:cxnLst/>
              <a:rect l="textAreaLeft" t="textAreaTop" r="textAreaRight" b="textAreaBottom"/>
              <a:pathLst>
                <a:path w="23760" h="10534">
                  <a:moveTo>
                    <a:pt x="13944" y="5895"/>
                  </a:moveTo>
                  <a:cubicBezTo>
                    <a:pt x="12534" y="6792"/>
                    <a:pt x="11099" y="7663"/>
                    <a:pt x="9663" y="8509"/>
                  </a:cubicBezTo>
                  <a:cubicBezTo>
                    <a:pt x="8895" y="8945"/>
                    <a:pt x="8126" y="9329"/>
                    <a:pt x="7331" y="9688"/>
                  </a:cubicBezTo>
                  <a:cubicBezTo>
                    <a:pt x="6742" y="9919"/>
                    <a:pt x="6152" y="10124"/>
                    <a:pt x="5537" y="10252"/>
                  </a:cubicBezTo>
                  <a:cubicBezTo>
                    <a:pt x="4153" y="10534"/>
                    <a:pt x="2974" y="10226"/>
                    <a:pt x="2077" y="9329"/>
                  </a:cubicBezTo>
                  <a:cubicBezTo>
                    <a:pt x="1692" y="8919"/>
                    <a:pt x="1359" y="8458"/>
                    <a:pt x="1077" y="7971"/>
                  </a:cubicBezTo>
                  <a:cubicBezTo>
                    <a:pt x="667" y="7176"/>
                    <a:pt x="411" y="6305"/>
                    <a:pt x="283" y="5434"/>
                  </a:cubicBezTo>
                  <a:cubicBezTo>
                    <a:pt x="78" y="3947"/>
                    <a:pt x="1" y="2435"/>
                    <a:pt x="129" y="948"/>
                  </a:cubicBezTo>
                  <a:cubicBezTo>
                    <a:pt x="129" y="615"/>
                    <a:pt x="78" y="333"/>
                    <a:pt x="78" y="26"/>
                  </a:cubicBezTo>
                  <a:lnTo>
                    <a:pt x="2128" y="26"/>
                  </a:lnTo>
                  <a:cubicBezTo>
                    <a:pt x="2077" y="1025"/>
                    <a:pt x="2179" y="1999"/>
                    <a:pt x="2384" y="2973"/>
                  </a:cubicBezTo>
                  <a:cubicBezTo>
                    <a:pt x="2538" y="3870"/>
                    <a:pt x="2871" y="4716"/>
                    <a:pt x="3384" y="5459"/>
                  </a:cubicBezTo>
                  <a:cubicBezTo>
                    <a:pt x="4358" y="6792"/>
                    <a:pt x="5742" y="7279"/>
                    <a:pt x="7536" y="6818"/>
                  </a:cubicBezTo>
                  <a:cubicBezTo>
                    <a:pt x="8356" y="6613"/>
                    <a:pt x="9151" y="6305"/>
                    <a:pt x="9894" y="5946"/>
                  </a:cubicBezTo>
                  <a:cubicBezTo>
                    <a:pt x="11047" y="5408"/>
                    <a:pt x="12150" y="4793"/>
                    <a:pt x="13252" y="4178"/>
                  </a:cubicBezTo>
                  <a:cubicBezTo>
                    <a:pt x="15533" y="2896"/>
                    <a:pt x="17763" y="1563"/>
                    <a:pt x="20018" y="256"/>
                  </a:cubicBezTo>
                  <a:cubicBezTo>
                    <a:pt x="20146" y="179"/>
                    <a:pt x="20249" y="103"/>
                    <a:pt x="20351" y="0"/>
                  </a:cubicBezTo>
                  <a:lnTo>
                    <a:pt x="23760" y="0"/>
                  </a:lnTo>
                  <a:cubicBezTo>
                    <a:pt x="23581" y="154"/>
                    <a:pt x="23376" y="308"/>
                    <a:pt x="23171" y="436"/>
                  </a:cubicBezTo>
                  <a:cubicBezTo>
                    <a:pt x="19967" y="2127"/>
                    <a:pt x="16968" y="3998"/>
                    <a:pt x="13944" y="589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590" name="Google Shape;190;p7"/>
          <p:cNvSpPr/>
          <p:nvPr/>
        </p:nvSpPr>
        <p:spPr>
          <a:xfrm>
            <a:off x="222480" y="245880"/>
            <a:ext cx="8698320" cy="4651560"/>
          </a:xfrm>
          <a:prstGeom prst="roundRect">
            <a:avLst>
              <a:gd name="adj" fmla="val 10431"/>
            </a:avLst>
          </a:prstGeom>
          <a:solidFill>
            <a:schemeClr val="accent6"/>
          </a:solidFill>
          <a:ln w="0">
            <a:noFill/>
          </a:ln>
          <a:effectLst>
            <a:outerShdw blurRad="585720" algn="bl" rotWithShape="0">
              <a:schemeClr val="dk2">
                <a:alpha val="81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59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  <a:endParaRPr lang="fr-FR" sz="35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592" name="PlaceHolder 2"/>
          <p:cNvSpPr>
            <a:spLocks noGrp="1"/>
          </p:cNvSpPr>
          <p:nvPr>
            <p:ph type="body"/>
          </p:nvPr>
        </p:nvSpPr>
        <p:spPr>
          <a:xfrm>
            <a:off x="720000" y="1267920"/>
            <a:ext cx="4401720" cy="3216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  <a:endParaRPr lang="fr-FR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/>
    <p:bodyStyle/>
    <p:otherStyle/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7477FB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3" name="Google Shape;194;p8"/>
          <p:cNvGrpSpPr/>
          <p:nvPr/>
        </p:nvGrpSpPr>
        <p:grpSpPr>
          <a:xfrm>
            <a:off x="0" y="0"/>
            <a:ext cx="9143640" cy="5143320"/>
            <a:chOff x="0" y="0"/>
            <a:chExt cx="9143640" cy="5143320"/>
          </a:xfrm>
        </p:grpSpPr>
        <p:sp>
          <p:nvSpPr>
            <p:cNvPr id="594" name="Google Shape;195;p8"/>
            <p:cNvSpPr/>
            <p:nvPr/>
          </p:nvSpPr>
          <p:spPr>
            <a:xfrm>
              <a:off x="5324040" y="0"/>
              <a:ext cx="3819600" cy="4427640"/>
            </a:xfrm>
            <a:custGeom>
              <a:avLst/>
              <a:gdLst>
                <a:gd name="textAreaLeft" fmla="*/ 0 w 3819600"/>
                <a:gd name="textAreaRight" fmla="*/ 3819960 w 3819600"/>
                <a:gd name="textAreaTop" fmla="*/ 0 h 4427640"/>
                <a:gd name="textAreaBottom" fmla="*/ 4428000 h 4427640"/>
              </a:gdLst>
              <a:ahLst/>
              <a:cxnLst/>
              <a:rect l="textAreaLeft" t="textAreaTop" r="textAreaRight" b="textAreaBottom"/>
              <a:pathLst>
                <a:path w="118924" h="151474">
                  <a:moveTo>
                    <a:pt x="103008" y="151473"/>
                  </a:moveTo>
                  <a:cubicBezTo>
                    <a:pt x="98522" y="151448"/>
                    <a:pt x="94063" y="150781"/>
                    <a:pt x="89731" y="149525"/>
                  </a:cubicBezTo>
                  <a:cubicBezTo>
                    <a:pt x="87425" y="148833"/>
                    <a:pt x="85118" y="148090"/>
                    <a:pt x="82862" y="147270"/>
                  </a:cubicBezTo>
                  <a:cubicBezTo>
                    <a:pt x="77531" y="145348"/>
                    <a:pt x="72200" y="143374"/>
                    <a:pt x="66869" y="141375"/>
                  </a:cubicBezTo>
                  <a:cubicBezTo>
                    <a:pt x="65024" y="140657"/>
                    <a:pt x="63178" y="139888"/>
                    <a:pt x="61384" y="139094"/>
                  </a:cubicBezTo>
                  <a:cubicBezTo>
                    <a:pt x="56130" y="136787"/>
                    <a:pt x="52414" y="133302"/>
                    <a:pt x="50158" y="128739"/>
                  </a:cubicBezTo>
                  <a:cubicBezTo>
                    <a:pt x="48979" y="126407"/>
                    <a:pt x="48031" y="123947"/>
                    <a:pt x="47288" y="121435"/>
                  </a:cubicBezTo>
                  <a:cubicBezTo>
                    <a:pt x="46493" y="118616"/>
                    <a:pt x="45724" y="115822"/>
                    <a:pt x="45084" y="112977"/>
                  </a:cubicBezTo>
                  <a:cubicBezTo>
                    <a:pt x="44545" y="110465"/>
                    <a:pt x="44161" y="107902"/>
                    <a:pt x="43776" y="105365"/>
                  </a:cubicBezTo>
                  <a:cubicBezTo>
                    <a:pt x="43469" y="103084"/>
                    <a:pt x="43187" y="100803"/>
                    <a:pt x="42982" y="98522"/>
                  </a:cubicBezTo>
                  <a:cubicBezTo>
                    <a:pt x="42444" y="93114"/>
                    <a:pt x="42187" y="87706"/>
                    <a:pt x="42674" y="82298"/>
                  </a:cubicBezTo>
                  <a:cubicBezTo>
                    <a:pt x="43161" y="77351"/>
                    <a:pt x="44340" y="72507"/>
                    <a:pt x="46160" y="67868"/>
                  </a:cubicBezTo>
                  <a:cubicBezTo>
                    <a:pt x="47518" y="64357"/>
                    <a:pt x="49236" y="60948"/>
                    <a:pt x="50902" y="57514"/>
                  </a:cubicBezTo>
                  <a:cubicBezTo>
                    <a:pt x="55028" y="49081"/>
                    <a:pt x="59975" y="40982"/>
                    <a:pt x="65460" y="33088"/>
                  </a:cubicBezTo>
                  <a:cubicBezTo>
                    <a:pt x="67664" y="29961"/>
                    <a:pt x="69765" y="26758"/>
                    <a:pt x="71867" y="23554"/>
                  </a:cubicBezTo>
                  <a:cubicBezTo>
                    <a:pt x="72585" y="22503"/>
                    <a:pt x="73200" y="21375"/>
                    <a:pt x="73789" y="20273"/>
                  </a:cubicBezTo>
                  <a:cubicBezTo>
                    <a:pt x="74456" y="19094"/>
                    <a:pt x="74917" y="17813"/>
                    <a:pt x="75148" y="16480"/>
                  </a:cubicBezTo>
                  <a:cubicBezTo>
                    <a:pt x="75225" y="15967"/>
                    <a:pt x="75225" y="15429"/>
                    <a:pt x="75148" y="14891"/>
                  </a:cubicBezTo>
                  <a:cubicBezTo>
                    <a:pt x="75020" y="13866"/>
                    <a:pt x="74251" y="13276"/>
                    <a:pt x="73097" y="12994"/>
                  </a:cubicBezTo>
                  <a:cubicBezTo>
                    <a:pt x="72303" y="12815"/>
                    <a:pt x="71508" y="12764"/>
                    <a:pt x="70714" y="12841"/>
                  </a:cubicBezTo>
                  <a:cubicBezTo>
                    <a:pt x="69560" y="12943"/>
                    <a:pt x="68407" y="13123"/>
                    <a:pt x="67254" y="13404"/>
                  </a:cubicBezTo>
                  <a:cubicBezTo>
                    <a:pt x="65460" y="13866"/>
                    <a:pt x="63691" y="14430"/>
                    <a:pt x="61974" y="15122"/>
                  </a:cubicBezTo>
                  <a:cubicBezTo>
                    <a:pt x="58693" y="16378"/>
                    <a:pt x="55489" y="17838"/>
                    <a:pt x="52414" y="19479"/>
                  </a:cubicBezTo>
                  <a:cubicBezTo>
                    <a:pt x="48339" y="21606"/>
                    <a:pt x="44468" y="23964"/>
                    <a:pt x="40624" y="26373"/>
                  </a:cubicBezTo>
                  <a:cubicBezTo>
                    <a:pt x="37830" y="28142"/>
                    <a:pt x="35011" y="29910"/>
                    <a:pt x="32192" y="31653"/>
                  </a:cubicBezTo>
                  <a:cubicBezTo>
                    <a:pt x="30193" y="32883"/>
                    <a:pt x="28142" y="34037"/>
                    <a:pt x="26040" y="35062"/>
                  </a:cubicBezTo>
                  <a:cubicBezTo>
                    <a:pt x="24169" y="36010"/>
                    <a:pt x="22196" y="36753"/>
                    <a:pt x="20171" y="37292"/>
                  </a:cubicBezTo>
                  <a:cubicBezTo>
                    <a:pt x="14686" y="38650"/>
                    <a:pt x="10073" y="37445"/>
                    <a:pt x="6228" y="34037"/>
                  </a:cubicBezTo>
                  <a:cubicBezTo>
                    <a:pt x="5229" y="33114"/>
                    <a:pt x="4383" y="32089"/>
                    <a:pt x="3717" y="30935"/>
                  </a:cubicBezTo>
                  <a:cubicBezTo>
                    <a:pt x="2563" y="29039"/>
                    <a:pt x="1717" y="27014"/>
                    <a:pt x="1205" y="24912"/>
                  </a:cubicBezTo>
                  <a:cubicBezTo>
                    <a:pt x="564" y="22452"/>
                    <a:pt x="205" y="19966"/>
                    <a:pt x="103" y="17454"/>
                  </a:cubicBezTo>
                  <a:cubicBezTo>
                    <a:pt x="0" y="15173"/>
                    <a:pt x="26" y="12866"/>
                    <a:pt x="205" y="10585"/>
                  </a:cubicBezTo>
                  <a:cubicBezTo>
                    <a:pt x="436" y="7612"/>
                    <a:pt x="667" y="4665"/>
                    <a:pt x="897" y="1692"/>
                  </a:cubicBezTo>
                  <a:cubicBezTo>
                    <a:pt x="949" y="1128"/>
                    <a:pt x="949" y="564"/>
                    <a:pt x="949" y="0"/>
                  </a:cubicBezTo>
                  <a:lnTo>
                    <a:pt x="8689" y="0"/>
                  </a:lnTo>
                  <a:cubicBezTo>
                    <a:pt x="8766" y="179"/>
                    <a:pt x="8791" y="359"/>
                    <a:pt x="8791" y="538"/>
                  </a:cubicBezTo>
                  <a:cubicBezTo>
                    <a:pt x="8586" y="2153"/>
                    <a:pt x="8356" y="3768"/>
                    <a:pt x="8151" y="5382"/>
                  </a:cubicBezTo>
                  <a:cubicBezTo>
                    <a:pt x="7715" y="8637"/>
                    <a:pt x="7587" y="11944"/>
                    <a:pt x="7817" y="15224"/>
                  </a:cubicBezTo>
                  <a:cubicBezTo>
                    <a:pt x="7946" y="16993"/>
                    <a:pt x="8330" y="18736"/>
                    <a:pt x="8945" y="20401"/>
                  </a:cubicBezTo>
                  <a:cubicBezTo>
                    <a:pt x="9355" y="21606"/>
                    <a:pt x="9996" y="22708"/>
                    <a:pt x="10816" y="23682"/>
                  </a:cubicBezTo>
                  <a:cubicBezTo>
                    <a:pt x="11559" y="24579"/>
                    <a:pt x="12482" y="25297"/>
                    <a:pt x="13507" y="25809"/>
                  </a:cubicBezTo>
                  <a:cubicBezTo>
                    <a:pt x="15071" y="26604"/>
                    <a:pt x="16865" y="26809"/>
                    <a:pt x="18531" y="26348"/>
                  </a:cubicBezTo>
                  <a:cubicBezTo>
                    <a:pt x="19530" y="26091"/>
                    <a:pt x="20504" y="25707"/>
                    <a:pt x="21427" y="25220"/>
                  </a:cubicBezTo>
                  <a:cubicBezTo>
                    <a:pt x="22785" y="24528"/>
                    <a:pt x="24093" y="23733"/>
                    <a:pt x="25323" y="22811"/>
                  </a:cubicBezTo>
                  <a:cubicBezTo>
                    <a:pt x="26630" y="21862"/>
                    <a:pt x="27963" y="20914"/>
                    <a:pt x="29193" y="19914"/>
                  </a:cubicBezTo>
                  <a:cubicBezTo>
                    <a:pt x="36190" y="14302"/>
                    <a:pt x="43930" y="9483"/>
                    <a:pt x="52183" y="5229"/>
                  </a:cubicBezTo>
                  <a:cubicBezTo>
                    <a:pt x="55464" y="3537"/>
                    <a:pt x="58796" y="1820"/>
                    <a:pt x="62204" y="256"/>
                  </a:cubicBezTo>
                  <a:cubicBezTo>
                    <a:pt x="62384" y="179"/>
                    <a:pt x="62538" y="77"/>
                    <a:pt x="62691" y="0"/>
                  </a:cubicBezTo>
                  <a:lnTo>
                    <a:pt x="118924" y="0"/>
                  </a:lnTo>
                  <a:lnTo>
                    <a:pt x="118924" y="8278"/>
                  </a:lnTo>
                  <a:cubicBezTo>
                    <a:pt x="118616" y="8407"/>
                    <a:pt x="118334" y="8535"/>
                    <a:pt x="118027" y="8663"/>
                  </a:cubicBezTo>
                  <a:cubicBezTo>
                    <a:pt x="112029" y="10995"/>
                    <a:pt x="106416" y="14225"/>
                    <a:pt x="101393" y="18274"/>
                  </a:cubicBezTo>
                  <a:cubicBezTo>
                    <a:pt x="94729" y="23554"/>
                    <a:pt x="88527" y="29372"/>
                    <a:pt x="82811" y="35651"/>
                  </a:cubicBezTo>
                  <a:cubicBezTo>
                    <a:pt x="76532" y="42571"/>
                    <a:pt x="71893" y="50158"/>
                    <a:pt x="68843" y="58411"/>
                  </a:cubicBezTo>
                  <a:cubicBezTo>
                    <a:pt x="67510" y="62025"/>
                    <a:pt x="66126" y="65587"/>
                    <a:pt x="65101" y="69252"/>
                  </a:cubicBezTo>
                  <a:cubicBezTo>
                    <a:pt x="63691" y="74096"/>
                    <a:pt x="62897" y="78992"/>
                    <a:pt x="63102" y="83964"/>
                  </a:cubicBezTo>
                  <a:cubicBezTo>
                    <a:pt x="63281" y="88654"/>
                    <a:pt x="64383" y="93216"/>
                    <a:pt x="66075" y="97702"/>
                  </a:cubicBezTo>
                  <a:cubicBezTo>
                    <a:pt x="68202" y="103238"/>
                    <a:pt x="71278" y="108389"/>
                    <a:pt x="75199" y="112849"/>
                  </a:cubicBezTo>
                  <a:cubicBezTo>
                    <a:pt x="78505" y="116668"/>
                    <a:pt x="82427" y="119923"/>
                    <a:pt x="86758" y="122486"/>
                  </a:cubicBezTo>
                  <a:cubicBezTo>
                    <a:pt x="94447" y="127073"/>
                    <a:pt x="103059" y="129201"/>
                    <a:pt x="112568" y="128739"/>
                  </a:cubicBezTo>
                  <a:cubicBezTo>
                    <a:pt x="114362" y="128663"/>
                    <a:pt x="116182" y="128432"/>
                    <a:pt x="117950" y="128073"/>
                  </a:cubicBezTo>
                  <a:cubicBezTo>
                    <a:pt x="118283" y="128022"/>
                    <a:pt x="118591" y="127894"/>
                    <a:pt x="118924" y="127817"/>
                  </a:cubicBezTo>
                  <a:lnTo>
                    <a:pt x="118924" y="149064"/>
                  </a:lnTo>
                  <a:cubicBezTo>
                    <a:pt x="118514" y="149141"/>
                    <a:pt x="118129" y="149218"/>
                    <a:pt x="117719" y="149346"/>
                  </a:cubicBezTo>
                  <a:cubicBezTo>
                    <a:pt x="112952" y="150730"/>
                    <a:pt x="108005" y="151448"/>
                    <a:pt x="103008" y="151473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95" name="Google Shape;196;p8"/>
            <p:cNvSpPr/>
            <p:nvPr/>
          </p:nvSpPr>
          <p:spPr>
            <a:xfrm>
              <a:off x="1080" y="0"/>
              <a:ext cx="6626880" cy="5142240"/>
            </a:xfrm>
            <a:custGeom>
              <a:avLst/>
              <a:gdLst>
                <a:gd name="textAreaLeft" fmla="*/ 0 w 6626880"/>
                <a:gd name="textAreaRight" fmla="*/ 6627240 w 6626880"/>
                <a:gd name="textAreaTop" fmla="*/ 0 h 5142240"/>
                <a:gd name="textAreaBottom" fmla="*/ 5142600 h 5142240"/>
              </a:gdLst>
              <a:ahLst/>
              <a:cxnLst/>
              <a:rect l="textAreaLeft" t="textAreaTop" r="textAreaRight" b="textAreaBottom"/>
              <a:pathLst>
                <a:path w="206323" h="175925">
                  <a:moveTo>
                    <a:pt x="141196" y="19504"/>
                  </a:moveTo>
                  <a:cubicBezTo>
                    <a:pt x="142093" y="23041"/>
                    <a:pt x="142965" y="26604"/>
                    <a:pt x="143836" y="30166"/>
                  </a:cubicBezTo>
                  <a:cubicBezTo>
                    <a:pt x="145400" y="36318"/>
                    <a:pt x="147424" y="42315"/>
                    <a:pt x="149936" y="48133"/>
                  </a:cubicBezTo>
                  <a:cubicBezTo>
                    <a:pt x="151089" y="50824"/>
                    <a:pt x="152217" y="53515"/>
                    <a:pt x="153089" y="56283"/>
                  </a:cubicBezTo>
                  <a:cubicBezTo>
                    <a:pt x="153858" y="58770"/>
                    <a:pt x="154447" y="61333"/>
                    <a:pt x="154831" y="63921"/>
                  </a:cubicBezTo>
                  <a:cubicBezTo>
                    <a:pt x="155421" y="67612"/>
                    <a:pt x="155703" y="71277"/>
                    <a:pt x="156036" y="74968"/>
                  </a:cubicBezTo>
                  <a:cubicBezTo>
                    <a:pt x="156241" y="77813"/>
                    <a:pt x="156600" y="80658"/>
                    <a:pt x="157138" y="83477"/>
                  </a:cubicBezTo>
                  <a:cubicBezTo>
                    <a:pt x="157574" y="85912"/>
                    <a:pt x="158343" y="88270"/>
                    <a:pt x="159394" y="90525"/>
                  </a:cubicBezTo>
                  <a:cubicBezTo>
                    <a:pt x="160675" y="93191"/>
                    <a:pt x="162520" y="95549"/>
                    <a:pt x="164802" y="97420"/>
                  </a:cubicBezTo>
                  <a:cubicBezTo>
                    <a:pt x="165776" y="98214"/>
                    <a:pt x="166724" y="99034"/>
                    <a:pt x="167723" y="99803"/>
                  </a:cubicBezTo>
                  <a:cubicBezTo>
                    <a:pt x="171645" y="102751"/>
                    <a:pt x="174618" y="106826"/>
                    <a:pt x="176207" y="111490"/>
                  </a:cubicBezTo>
                  <a:cubicBezTo>
                    <a:pt x="177027" y="113797"/>
                    <a:pt x="177565" y="116155"/>
                    <a:pt x="177873" y="118590"/>
                  </a:cubicBezTo>
                  <a:cubicBezTo>
                    <a:pt x="178155" y="120820"/>
                    <a:pt x="178257" y="123075"/>
                    <a:pt x="178129" y="125331"/>
                  </a:cubicBezTo>
                  <a:cubicBezTo>
                    <a:pt x="178027" y="127330"/>
                    <a:pt x="177565" y="129278"/>
                    <a:pt x="176796" y="131123"/>
                  </a:cubicBezTo>
                  <a:cubicBezTo>
                    <a:pt x="175694" y="133686"/>
                    <a:pt x="174567" y="136249"/>
                    <a:pt x="173439" y="138812"/>
                  </a:cubicBezTo>
                  <a:cubicBezTo>
                    <a:pt x="172824" y="140222"/>
                    <a:pt x="172209" y="141631"/>
                    <a:pt x="171645" y="143067"/>
                  </a:cubicBezTo>
                  <a:cubicBezTo>
                    <a:pt x="170491" y="146040"/>
                    <a:pt x="170696" y="148987"/>
                    <a:pt x="172055" y="151909"/>
                  </a:cubicBezTo>
                  <a:cubicBezTo>
                    <a:pt x="172798" y="153447"/>
                    <a:pt x="173721" y="154882"/>
                    <a:pt x="174797" y="156215"/>
                  </a:cubicBezTo>
                  <a:cubicBezTo>
                    <a:pt x="176925" y="158829"/>
                    <a:pt x="179488" y="161136"/>
                    <a:pt x="182281" y="163263"/>
                  </a:cubicBezTo>
                  <a:cubicBezTo>
                    <a:pt x="188971" y="168415"/>
                    <a:pt x="196609" y="172387"/>
                    <a:pt x="205015" y="175386"/>
                  </a:cubicBezTo>
                  <a:cubicBezTo>
                    <a:pt x="205451" y="175540"/>
                    <a:pt x="205887" y="175745"/>
                    <a:pt x="206322" y="175924"/>
                  </a:cubicBezTo>
                  <a:lnTo>
                    <a:pt x="178539" y="175924"/>
                  </a:lnTo>
                  <a:cubicBezTo>
                    <a:pt x="178257" y="175668"/>
                    <a:pt x="178001" y="175412"/>
                    <a:pt x="177694" y="175181"/>
                  </a:cubicBezTo>
                  <a:cubicBezTo>
                    <a:pt x="174054" y="172439"/>
                    <a:pt x="170594" y="169491"/>
                    <a:pt x="167313" y="166364"/>
                  </a:cubicBezTo>
                  <a:cubicBezTo>
                    <a:pt x="164597" y="163801"/>
                    <a:pt x="162136" y="161008"/>
                    <a:pt x="159932" y="158009"/>
                  </a:cubicBezTo>
                  <a:cubicBezTo>
                    <a:pt x="157753" y="154985"/>
                    <a:pt x="156010" y="151806"/>
                    <a:pt x="154960" y="148372"/>
                  </a:cubicBezTo>
                  <a:cubicBezTo>
                    <a:pt x="154550" y="146988"/>
                    <a:pt x="154268" y="145553"/>
                    <a:pt x="154139" y="144117"/>
                  </a:cubicBezTo>
                  <a:cubicBezTo>
                    <a:pt x="153909" y="141401"/>
                    <a:pt x="154344" y="138658"/>
                    <a:pt x="155421" y="136146"/>
                  </a:cubicBezTo>
                  <a:cubicBezTo>
                    <a:pt x="156036" y="134686"/>
                    <a:pt x="156754" y="133225"/>
                    <a:pt x="157394" y="131764"/>
                  </a:cubicBezTo>
                  <a:cubicBezTo>
                    <a:pt x="157856" y="130739"/>
                    <a:pt x="158266" y="129688"/>
                    <a:pt x="158625" y="128637"/>
                  </a:cubicBezTo>
                  <a:cubicBezTo>
                    <a:pt x="159650" y="125356"/>
                    <a:pt x="159163" y="122178"/>
                    <a:pt x="157471" y="119103"/>
                  </a:cubicBezTo>
                  <a:cubicBezTo>
                    <a:pt x="156779" y="117898"/>
                    <a:pt x="155959" y="116745"/>
                    <a:pt x="154985" y="115745"/>
                  </a:cubicBezTo>
                  <a:cubicBezTo>
                    <a:pt x="154344" y="115079"/>
                    <a:pt x="153678" y="114438"/>
                    <a:pt x="152986" y="113823"/>
                  </a:cubicBezTo>
                  <a:cubicBezTo>
                    <a:pt x="152422" y="113285"/>
                    <a:pt x="151833" y="112746"/>
                    <a:pt x="151218" y="112234"/>
                  </a:cubicBezTo>
                  <a:cubicBezTo>
                    <a:pt x="147040" y="108748"/>
                    <a:pt x="144016" y="104083"/>
                    <a:pt x="142580" y="98829"/>
                  </a:cubicBezTo>
                  <a:cubicBezTo>
                    <a:pt x="141837" y="96164"/>
                    <a:pt x="141299" y="93473"/>
                    <a:pt x="140966" y="90756"/>
                  </a:cubicBezTo>
                  <a:cubicBezTo>
                    <a:pt x="140402" y="86476"/>
                    <a:pt x="139915" y="82170"/>
                    <a:pt x="139325" y="77864"/>
                  </a:cubicBezTo>
                  <a:cubicBezTo>
                    <a:pt x="138813" y="74173"/>
                    <a:pt x="138172" y="70482"/>
                    <a:pt x="137403" y="66817"/>
                  </a:cubicBezTo>
                  <a:cubicBezTo>
                    <a:pt x="136685" y="63409"/>
                    <a:pt x="136045" y="60025"/>
                    <a:pt x="135250" y="56642"/>
                  </a:cubicBezTo>
                  <a:cubicBezTo>
                    <a:pt x="133533" y="49107"/>
                    <a:pt x="131636" y="41572"/>
                    <a:pt x="129124" y="34216"/>
                  </a:cubicBezTo>
                  <a:cubicBezTo>
                    <a:pt x="128279" y="31576"/>
                    <a:pt x="127202" y="29039"/>
                    <a:pt x="125946" y="26578"/>
                  </a:cubicBezTo>
                  <a:cubicBezTo>
                    <a:pt x="125152" y="25015"/>
                    <a:pt x="124203" y="23554"/>
                    <a:pt x="123127" y="22170"/>
                  </a:cubicBezTo>
                  <a:cubicBezTo>
                    <a:pt x="122025" y="20786"/>
                    <a:pt x="120718" y="19530"/>
                    <a:pt x="119231" y="18530"/>
                  </a:cubicBezTo>
                  <a:cubicBezTo>
                    <a:pt x="118360" y="17941"/>
                    <a:pt x="117437" y="17454"/>
                    <a:pt x="116463" y="17070"/>
                  </a:cubicBezTo>
                  <a:cubicBezTo>
                    <a:pt x="113951" y="16096"/>
                    <a:pt x="111183" y="15942"/>
                    <a:pt x="108595" y="16659"/>
                  </a:cubicBezTo>
                  <a:cubicBezTo>
                    <a:pt x="107031" y="17095"/>
                    <a:pt x="105519" y="17710"/>
                    <a:pt x="104135" y="18530"/>
                  </a:cubicBezTo>
                  <a:cubicBezTo>
                    <a:pt x="101880" y="19838"/>
                    <a:pt x="99829" y="21478"/>
                    <a:pt x="98035" y="23400"/>
                  </a:cubicBezTo>
                  <a:cubicBezTo>
                    <a:pt x="95370" y="26194"/>
                    <a:pt x="93114" y="29321"/>
                    <a:pt x="91320" y="32729"/>
                  </a:cubicBezTo>
                  <a:cubicBezTo>
                    <a:pt x="90218" y="34806"/>
                    <a:pt x="89167" y="36907"/>
                    <a:pt x="88116" y="38958"/>
                  </a:cubicBezTo>
                  <a:cubicBezTo>
                    <a:pt x="86758" y="41674"/>
                    <a:pt x="85246" y="44314"/>
                    <a:pt x="83580" y="46852"/>
                  </a:cubicBezTo>
                  <a:cubicBezTo>
                    <a:pt x="82298" y="48748"/>
                    <a:pt x="80837" y="50491"/>
                    <a:pt x="79197" y="52080"/>
                  </a:cubicBezTo>
                  <a:cubicBezTo>
                    <a:pt x="78300" y="52926"/>
                    <a:pt x="77352" y="53695"/>
                    <a:pt x="76326" y="54387"/>
                  </a:cubicBezTo>
                  <a:cubicBezTo>
                    <a:pt x="73302" y="56335"/>
                    <a:pt x="69791" y="57437"/>
                    <a:pt x="66177" y="57539"/>
                  </a:cubicBezTo>
                  <a:cubicBezTo>
                    <a:pt x="62332" y="57693"/>
                    <a:pt x="58616" y="57104"/>
                    <a:pt x="55002" y="56104"/>
                  </a:cubicBezTo>
                  <a:cubicBezTo>
                    <a:pt x="50414" y="54797"/>
                    <a:pt x="45980" y="52952"/>
                    <a:pt x="41828" y="50619"/>
                  </a:cubicBezTo>
                  <a:cubicBezTo>
                    <a:pt x="37830" y="48441"/>
                    <a:pt x="34139" y="45955"/>
                    <a:pt x="30423" y="43443"/>
                  </a:cubicBezTo>
                  <a:cubicBezTo>
                    <a:pt x="26194" y="40572"/>
                    <a:pt x="21991" y="37625"/>
                    <a:pt x="17710" y="34806"/>
                  </a:cubicBezTo>
                  <a:cubicBezTo>
                    <a:pt x="12405" y="31269"/>
                    <a:pt x="6843" y="28065"/>
                    <a:pt x="1128" y="25040"/>
                  </a:cubicBezTo>
                  <a:cubicBezTo>
                    <a:pt x="769" y="24861"/>
                    <a:pt x="461" y="24605"/>
                    <a:pt x="0" y="24630"/>
                  </a:cubicBezTo>
                  <a:lnTo>
                    <a:pt x="0" y="19351"/>
                  </a:lnTo>
                  <a:cubicBezTo>
                    <a:pt x="179" y="19351"/>
                    <a:pt x="359" y="19376"/>
                    <a:pt x="538" y="19428"/>
                  </a:cubicBezTo>
                  <a:cubicBezTo>
                    <a:pt x="846" y="19556"/>
                    <a:pt x="1128" y="19709"/>
                    <a:pt x="1435" y="19863"/>
                  </a:cubicBezTo>
                  <a:cubicBezTo>
                    <a:pt x="11354" y="24964"/>
                    <a:pt x="20991" y="30653"/>
                    <a:pt x="30269" y="36907"/>
                  </a:cubicBezTo>
                  <a:cubicBezTo>
                    <a:pt x="33447" y="39060"/>
                    <a:pt x="36677" y="41136"/>
                    <a:pt x="39906" y="43187"/>
                  </a:cubicBezTo>
                  <a:cubicBezTo>
                    <a:pt x="42315" y="44724"/>
                    <a:pt x="44827" y="46083"/>
                    <a:pt x="47416" y="47287"/>
                  </a:cubicBezTo>
                  <a:cubicBezTo>
                    <a:pt x="50389" y="48723"/>
                    <a:pt x="53516" y="49773"/>
                    <a:pt x="56745" y="50440"/>
                  </a:cubicBezTo>
                  <a:cubicBezTo>
                    <a:pt x="58795" y="50876"/>
                    <a:pt x="60871" y="51029"/>
                    <a:pt x="62948" y="50952"/>
                  </a:cubicBezTo>
                  <a:cubicBezTo>
                    <a:pt x="66510" y="50799"/>
                    <a:pt x="69586" y="49748"/>
                    <a:pt x="72149" y="47697"/>
                  </a:cubicBezTo>
                  <a:cubicBezTo>
                    <a:pt x="73353" y="46723"/>
                    <a:pt x="74455" y="45570"/>
                    <a:pt x="75404" y="44314"/>
                  </a:cubicBezTo>
                  <a:cubicBezTo>
                    <a:pt x="76813" y="42443"/>
                    <a:pt x="78018" y="40418"/>
                    <a:pt x="79018" y="38266"/>
                  </a:cubicBezTo>
                  <a:cubicBezTo>
                    <a:pt x="80427" y="35190"/>
                    <a:pt x="81658" y="32037"/>
                    <a:pt x="82657" y="28808"/>
                  </a:cubicBezTo>
                  <a:cubicBezTo>
                    <a:pt x="83477" y="26091"/>
                    <a:pt x="84502" y="23477"/>
                    <a:pt x="85733" y="20940"/>
                  </a:cubicBezTo>
                  <a:cubicBezTo>
                    <a:pt x="87527" y="17454"/>
                    <a:pt x="89680" y="14148"/>
                    <a:pt x="92166" y="11123"/>
                  </a:cubicBezTo>
                  <a:cubicBezTo>
                    <a:pt x="94883" y="7817"/>
                    <a:pt x="97753" y="4562"/>
                    <a:pt x="100778" y="1435"/>
                  </a:cubicBezTo>
                  <a:cubicBezTo>
                    <a:pt x="101239" y="948"/>
                    <a:pt x="101752" y="461"/>
                    <a:pt x="102238" y="0"/>
                  </a:cubicBezTo>
                  <a:lnTo>
                    <a:pt x="125921" y="0"/>
                  </a:lnTo>
                  <a:cubicBezTo>
                    <a:pt x="126100" y="308"/>
                    <a:pt x="126485" y="384"/>
                    <a:pt x="126792" y="564"/>
                  </a:cubicBezTo>
                  <a:cubicBezTo>
                    <a:pt x="128663" y="1512"/>
                    <a:pt x="130457" y="2640"/>
                    <a:pt x="132123" y="3921"/>
                  </a:cubicBezTo>
                  <a:cubicBezTo>
                    <a:pt x="134968" y="6126"/>
                    <a:pt x="137224" y="8996"/>
                    <a:pt x="138684" y="12277"/>
                  </a:cubicBezTo>
                  <a:cubicBezTo>
                    <a:pt x="139735" y="14609"/>
                    <a:pt x="140555" y="17018"/>
                    <a:pt x="141196" y="19504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96" name="Google Shape;197;p8"/>
            <p:cNvSpPr/>
            <p:nvPr/>
          </p:nvSpPr>
          <p:spPr>
            <a:xfrm>
              <a:off x="1080" y="1168200"/>
              <a:ext cx="4783320" cy="3974400"/>
            </a:xfrm>
            <a:custGeom>
              <a:avLst/>
              <a:gdLst>
                <a:gd name="textAreaLeft" fmla="*/ 0 w 4783320"/>
                <a:gd name="textAreaRight" fmla="*/ 4783680 w 4783320"/>
                <a:gd name="textAreaTop" fmla="*/ 0 h 3974400"/>
                <a:gd name="textAreaBottom" fmla="*/ 3974760 h 3974400"/>
              </a:gdLst>
              <a:ahLst/>
              <a:cxnLst/>
              <a:rect l="textAreaLeft" t="textAreaTop" r="textAreaRight" b="textAreaBottom"/>
              <a:pathLst>
                <a:path w="148937" h="135968">
                  <a:moveTo>
                    <a:pt x="1307" y="308"/>
                  </a:moveTo>
                  <a:cubicBezTo>
                    <a:pt x="3306" y="897"/>
                    <a:pt x="5229" y="1615"/>
                    <a:pt x="7125" y="2435"/>
                  </a:cubicBezTo>
                  <a:cubicBezTo>
                    <a:pt x="10329" y="3819"/>
                    <a:pt x="13430" y="5331"/>
                    <a:pt x="16429" y="6972"/>
                  </a:cubicBezTo>
                  <a:cubicBezTo>
                    <a:pt x="21068" y="9483"/>
                    <a:pt x="25656" y="12021"/>
                    <a:pt x="30295" y="14507"/>
                  </a:cubicBezTo>
                  <a:cubicBezTo>
                    <a:pt x="35805" y="17505"/>
                    <a:pt x="41546" y="19992"/>
                    <a:pt x="47493" y="21991"/>
                  </a:cubicBezTo>
                  <a:cubicBezTo>
                    <a:pt x="51414" y="23323"/>
                    <a:pt x="55412" y="24374"/>
                    <a:pt x="59487" y="25169"/>
                  </a:cubicBezTo>
                  <a:cubicBezTo>
                    <a:pt x="62512" y="25758"/>
                    <a:pt x="65562" y="26040"/>
                    <a:pt x="68637" y="26040"/>
                  </a:cubicBezTo>
                  <a:cubicBezTo>
                    <a:pt x="74174" y="25989"/>
                    <a:pt x="79146" y="24631"/>
                    <a:pt x="83554" y="21863"/>
                  </a:cubicBezTo>
                  <a:cubicBezTo>
                    <a:pt x="85476" y="20632"/>
                    <a:pt x="87296" y="19248"/>
                    <a:pt x="88988" y="17736"/>
                  </a:cubicBezTo>
                  <a:cubicBezTo>
                    <a:pt x="90269" y="16608"/>
                    <a:pt x="91499" y="15455"/>
                    <a:pt x="92781" y="14353"/>
                  </a:cubicBezTo>
                  <a:cubicBezTo>
                    <a:pt x="94062" y="13225"/>
                    <a:pt x="95395" y="12149"/>
                    <a:pt x="96754" y="11124"/>
                  </a:cubicBezTo>
                  <a:cubicBezTo>
                    <a:pt x="97574" y="10534"/>
                    <a:pt x="98420" y="10021"/>
                    <a:pt x="99317" y="9535"/>
                  </a:cubicBezTo>
                  <a:cubicBezTo>
                    <a:pt x="100086" y="9124"/>
                    <a:pt x="100931" y="8817"/>
                    <a:pt x="101803" y="8637"/>
                  </a:cubicBezTo>
                  <a:cubicBezTo>
                    <a:pt x="103571" y="8202"/>
                    <a:pt x="105417" y="8432"/>
                    <a:pt x="107031" y="9278"/>
                  </a:cubicBezTo>
                  <a:cubicBezTo>
                    <a:pt x="107928" y="9765"/>
                    <a:pt x="108749" y="10380"/>
                    <a:pt x="109492" y="11098"/>
                  </a:cubicBezTo>
                  <a:cubicBezTo>
                    <a:pt x="110466" y="12072"/>
                    <a:pt x="111337" y="13123"/>
                    <a:pt x="112080" y="14302"/>
                  </a:cubicBezTo>
                  <a:cubicBezTo>
                    <a:pt x="113413" y="16326"/>
                    <a:pt x="114515" y="18505"/>
                    <a:pt x="115387" y="20786"/>
                  </a:cubicBezTo>
                  <a:cubicBezTo>
                    <a:pt x="116848" y="24528"/>
                    <a:pt x="117950" y="28424"/>
                    <a:pt x="118667" y="32371"/>
                  </a:cubicBezTo>
                  <a:cubicBezTo>
                    <a:pt x="119667" y="37471"/>
                    <a:pt x="120026" y="42648"/>
                    <a:pt x="119769" y="47826"/>
                  </a:cubicBezTo>
                  <a:cubicBezTo>
                    <a:pt x="119641" y="50056"/>
                    <a:pt x="119436" y="52311"/>
                    <a:pt x="119180" y="54566"/>
                  </a:cubicBezTo>
                  <a:cubicBezTo>
                    <a:pt x="118693" y="58795"/>
                    <a:pt x="118078" y="63024"/>
                    <a:pt x="117591" y="67253"/>
                  </a:cubicBezTo>
                  <a:cubicBezTo>
                    <a:pt x="117027" y="71610"/>
                    <a:pt x="116719" y="75993"/>
                    <a:pt x="116617" y="80401"/>
                  </a:cubicBezTo>
                  <a:cubicBezTo>
                    <a:pt x="116566" y="83374"/>
                    <a:pt x="116771" y="86348"/>
                    <a:pt x="117258" y="89295"/>
                  </a:cubicBezTo>
                  <a:cubicBezTo>
                    <a:pt x="118129" y="94498"/>
                    <a:pt x="120000" y="99444"/>
                    <a:pt x="123358" y="103930"/>
                  </a:cubicBezTo>
                  <a:cubicBezTo>
                    <a:pt x="125049" y="106262"/>
                    <a:pt x="126818" y="108543"/>
                    <a:pt x="128663" y="110824"/>
                  </a:cubicBezTo>
                  <a:cubicBezTo>
                    <a:pt x="131559" y="114412"/>
                    <a:pt x="134276" y="118129"/>
                    <a:pt x="137019" y="121794"/>
                  </a:cubicBezTo>
                  <a:cubicBezTo>
                    <a:pt x="140581" y="126561"/>
                    <a:pt x="144426" y="131123"/>
                    <a:pt x="148526" y="135429"/>
                  </a:cubicBezTo>
                  <a:cubicBezTo>
                    <a:pt x="148680" y="135583"/>
                    <a:pt x="148808" y="135788"/>
                    <a:pt x="148937" y="135967"/>
                  </a:cubicBezTo>
                  <a:lnTo>
                    <a:pt x="115028" y="135967"/>
                  </a:lnTo>
                  <a:cubicBezTo>
                    <a:pt x="114772" y="135608"/>
                    <a:pt x="114515" y="135275"/>
                    <a:pt x="114310" y="134916"/>
                  </a:cubicBezTo>
                  <a:cubicBezTo>
                    <a:pt x="111055" y="129227"/>
                    <a:pt x="108313" y="123255"/>
                    <a:pt x="106134" y="117104"/>
                  </a:cubicBezTo>
                  <a:cubicBezTo>
                    <a:pt x="104340" y="112157"/>
                    <a:pt x="102905" y="107082"/>
                    <a:pt x="101880" y="101931"/>
                  </a:cubicBezTo>
                  <a:cubicBezTo>
                    <a:pt x="101136" y="98086"/>
                    <a:pt x="100624" y="94242"/>
                    <a:pt x="100393" y="90346"/>
                  </a:cubicBezTo>
                  <a:cubicBezTo>
                    <a:pt x="100162" y="86860"/>
                    <a:pt x="100214" y="83374"/>
                    <a:pt x="100470" y="79914"/>
                  </a:cubicBezTo>
                  <a:cubicBezTo>
                    <a:pt x="100726" y="76813"/>
                    <a:pt x="101111" y="73738"/>
                    <a:pt x="101675" y="70688"/>
                  </a:cubicBezTo>
                  <a:cubicBezTo>
                    <a:pt x="102520" y="65997"/>
                    <a:pt x="103751" y="61384"/>
                    <a:pt x="104853" y="56745"/>
                  </a:cubicBezTo>
                  <a:cubicBezTo>
                    <a:pt x="105673" y="53541"/>
                    <a:pt x="106211" y="50286"/>
                    <a:pt x="106467" y="46980"/>
                  </a:cubicBezTo>
                  <a:cubicBezTo>
                    <a:pt x="106724" y="43135"/>
                    <a:pt x="106339" y="39342"/>
                    <a:pt x="105007" y="35651"/>
                  </a:cubicBezTo>
                  <a:cubicBezTo>
                    <a:pt x="104596" y="34524"/>
                    <a:pt x="104058" y="33447"/>
                    <a:pt x="103366" y="32448"/>
                  </a:cubicBezTo>
                  <a:cubicBezTo>
                    <a:pt x="102854" y="31653"/>
                    <a:pt x="102238" y="30936"/>
                    <a:pt x="101521" y="30320"/>
                  </a:cubicBezTo>
                  <a:cubicBezTo>
                    <a:pt x="99957" y="28962"/>
                    <a:pt x="98061" y="28321"/>
                    <a:pt x="95805" y="28398"/>
                  </a:cubicBezTo>
                  <a:cubicBezTo>
                    <a:pt x="94780" y="28398"/>
                    <a:pt x="93781" y="28526"/>
                    <a:pt x="92781" y="28783"/>
                  </a:cubicBezTo>
                  <a:cubicBezTo>
                    <a:pt x="91397" y="29141"/>
                    <a:pt x="90039" y="29500"/>
                    <a:pt x="88680" y="29885"/>
                  </a:cubicBezTo>
                  <a:cubicBezTo>
                    <a:pt x="86271" y="30577"/>
                    <a:pt x="83913" y="31346"/>
                    <a:pt x="81452" y="31884"/>
                  </a:cubicBezTo>
                  <a:cubicBezTo>
                    <a:pt x="76788" y="32909"/>
                    <a:pt x="72021" y="33319"/>
                    <a:pt x="67253" y="33063"/>
                  </a:cubicBezTo>
                  <a:cubicBezTo>
                    <a:pt x="61282" y="32730"/>
                    <a:pt x="55464" y="31807"/>
                    <a:pt x="49671" y="30654"/>
                  </a:cubicBezTo>
                  <a:cubicBezTo>
                    <a:pt x="43956" y="29500"/>
                    <a:pt x="38343" y="28014"/>
                    <a:pt x="32755" y="26502"/>
                  </a:cubicBezTo>
                  <a:cubicBezTo>
                    <a:pt x="28578" y="25399"/>
                    <a:pt x="24400" y="24246"/>
                    <a:pt x="20145" y="23298"/>
                  </a:cubicBezTo>
                  <a:cubicBezTo>
                    <a:pt x="17864" y="22785"/>
                    <a:pt x="15557" y="22401"/>
                    <a:pt x="13225" y="22170"/>
                  </a:cubicBezTo>
                  <a:cubicBezTo>
                    <a:pt x="11226" y="21965"/>
                    <a:pt x="9227" y="21965"/>
                    <a:pt x="7228" y="22196"/>
                  </a:cubicBezTo>
                  <a:cubicBezTo>
                    <a:pt x="4972" y="22426"/>
                    <a:pt x="2845" y="23272"/>
                    <a:pt x="1051" y="24605"/>
                  </a:cubicBezTo>
                  <a:cubicBezTo>
                    <a:pt x="846" y="24759"/>
                    <a:pt x="641" y="24912"/>
                    <a:pt x="436" y="25041"/>
                  </a:cubicBezTo>
                  <a:cubicBezTo>
                    <a:pt x="282" y="25066"/>
                    <a:pt x="154" y="25092"/>
                    <a:pt x="0" y="25092"/>
                  </a:cubicBezTo>
                  <a:lnTo>
                    <a:pt x="0" y="103"/>
                  </a:lnTo>
                  <a:cubicBezTo>
                    <a:pt x="487" y="0"/>
                    <a:pt x="897" y="180"/>
                    <a:pt x="1307" y="30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97" name="Google Shape;198;p8"/>
            <p:cNvSpPr/>
            <p:nvPr/>
          </p:nvSpPr>
          <p:spPr>
            <a:xfrm>
              <a:off x="4425840" y="0"/>
              <a:ext cx="4717800" cy="5142960"/>
            </a:xfrm>
            <a:custGeom>
              <a:avLst/>
              <a:gdLst>
                <a:gd name="textAreaLeft" fmla="*/ 0 w 4717800"/>
                <a:gd name="textAreaRight" fmla="*/ 4718160 w 4717800"/>
                <a:gd name="textAreaTop" fmla="*/ 0 h 5142960"/>
                <a:gd name="textAreaBottom" fmla="*/ 5143320 h 5142960"/>
              </a:gdLst>
              <a:ahLst/>
              <a:cxnLst/>
              <a:rect l="textAreaLeft" t="textAreaTop" r="textAreaRight" b="textAreaBottom"/>
              <a:pathLst>
                <a:path w="146887" h="175950">
                  <a:moveTo>
                    <a:pt x="114772" y="175924"/>
                  </a:moveTo>
                  <a:cubicBezTo>
                    <a:pt x="114644" y="175822"/>
                    <a:pt x="114516" y="175719"/>
                    <a:pt x="114362" y="175642"/>
                  </a:cubicBezTo>
                  <a:cubicBezTo>
                    <a:pt x="110364" y="174310"/>
                    <a:pt x="106289" y="173079"/>
                    <a:pt x="102060" y="172310"/>
                  </a:cubicBezTo>
                  <a:cubicBezTo>
                    <a:pt x="98472" y="171695"/>
                    <a:pt x="94832" y="171439"/>
                    <a:pt x="91193" y="171516"/>
                  </a:cubicBezTo>
                  <a:cubicBezTo>
                    <a:pt x="88989" y="171567"/>
                    <a:pt x="86810" y="171593"/>
                    <a:pt x="84606" y="171644"/>
                  </a:cubicBezTo>
                  <a:cubicBezTo>
                    <a:pt x="78531" y="171772"/>
                    <a:pt x="72457" y="170849"/>
                    <a:pt x="66690" y="168978"/>
                  </a:cubicBezTo>
                  <a:cubicBezTo>
                    <a:pt x="59591" y="166697"/>
                    <a:pt x="53311" y="163391"/>
                    <a:pt x="47929" y="158932"/>
                  </a:cubicBezTo>
                  <a:cubicBezTo>
                    <a:pt x="46263" y="157573"/>
                    <a:pt x="44751" y="156035"/>
                    <a:pt x="43444" y="154318"/>
                  </a:cubicBezTo>
                  <a:cubicBezTo>
                    <a:pt x="42290" y="152883"/>
                    <a:pt x="41419" y="151217"/>
                    <a:pt x="40932" y="149423"/>
                  </a:cubicBezTo>
                  <a:cubicBezTo>
                    <a:pt x="40573" y="148039"/>
                    <a:pt x="40471" y="146629"/>
                    <a:pt x="40650" y="145219"/>
                  </a:cubicBezTo>
                  <a:cubicBezTo>
                    <a:pt x="40958" y="143041"/>
                    <a:pt x="41496" y="140914"/>
                    <a:pt x="42265" y="138889"/>
                  </a:cubicBezTo>
                  <a:cubicBezTo>
                    <a:pt x="43136" y="136454"/>
                    <a:pt x="44033" y="134019"/>
                    <a:pt x="44956" y="131610"/>
                  </a:cubicBezTo>
                  <a:cubicBezTo>
                    <a:pt x="45853" y="129201"/>
                    <a:pt x="46340" y="126689"/>
                    <a:pt x="46417" y="124126"/>
                  </a:cubicBezTo>
                  <a:cubicBezTo>
                    <a:pt x="46494" y="122024"/>
                    <a:pt x="46545" y="119923"/>
                    <a:pt x="46417" y="117821"/>
                  </a:cubicBezTo>
                  <a:cubicBezTo>
                    <a:pt x="46109" y="112772"/>
                    <a:pt x="45212" y="107800"/>
                    <a:pt x="43264" y="102981"/>
                  </a:cubicBezTo>
                  <a:cubicBezTo>
                    <a:pt x="42752" y="101725"/>
                    <a:pt x="42162" y="100495"/>
                    <a:pt x="41522" y="99316"/>
                  </a:cubicBezTo>
                  <a:cubicBezTo>
                    <a:pt x="40138" y="96804"/>
                    <a:pt x="38241" y="94600"/>
                    <a:pt x="36011" y="92806"/>
                  </a:cubicBezTo>
                  <a:cubicBezTo>
                    <a:pt x="35242" y="92191"/>
                    <a:pt x="34499" y="91576"/>
                    <a:pt x="33730" y="90961"/>
                  </a:cubicBezTo>
                  <a:cubicBezTo>
                    <a:pt x="30731" y="88757"/>
                    <a:pt x="28527" y="85655"/>
                    <a:pt x="27374" y="82118"/>
                  </a:cubicBezTo>
                  <a:cubicBezTo>
                    <a:pt x="26759" y="80196"/>
                    <a:pt x="26374" y="78197"/>
                    <a:pt x="26195" y="76198"/>
                  </a:cubicBezTo>
                  <a:cubicBezTo>
                    <a:pt x="25964" y="73686"/>
                    <a:pt x="25887" y="71174"/>
                    <a:pt x="25938" y="68688"/>
                  </a:cubicBezTo>
                  <a:cubicBezTo>
                    <a:pt x="25938" y="67048"/>
                    <a:pt x="25990" y="65433"/>
                    <a:pt x="25938" y="63793"/>
                  </a:cubicBezTo>
                  <a:cubicBezTo>
                    <a:pt x="25938" y="62383"/>
                    <a:pt x="25759" y="60974"/>
                    <a:pt x="25426" y="59590"/>
                  </a:cubicBezTo>
                  <a:cubicBezTo>
                    <a:pt x="24990" y="57873"/>
                    <a:pt x="24298" y="56232"/>
                    <a:pt x="23350" y="54746"/>
                  </a:cubicBezTo>
                  <a:cubicBezTo>
                    <a:pt x="22453" y="53310"/>
                    <a:pt x="21530" y="51901"/>
                    <a:pt x="20607" y="50517"/>
                  </a:cubicBezTo>
                  <a:cubicBezTo>
                    <a:pt x="18506" y="47492"/>
                    <a:pt x="16635" y="44289"/>
                    <a:pt x="15071" y="40957"/>
                  </a:cubicBezTo>
                  <a:cubicBezTo>
                    <a:pt x="13405" y="37317"/>
                    <a:pt x="12124" y="33550"/>
                    <a:pt x="11201" y="29680"/>
                  </a:cubicBezTo>
                  <a:cubicBezTo>
                    <a:pt x="10278" y="25938"/>
                    <a:pt x="9586" y="22144"/>
                    <a:pt x="8894" y="18377"/>
                  </a:cubicBezTo>
                  <a:cubicBezTo>
                    <a:pt x="8305" y="15327"/>
                    <a:pt x="7690" y="12251"/>
                    <a:pt x="6613" y="9278"/>
                  </a:cubicBezTo>
                  <a:cubicBezTo>
                    <a:pt x="6152" y="7945"/>
                    <a:pt x="5537" y="6664"/>
                    <a:pt x="4845" y="5434"/>
                  </a:cubicBezTo>
                  <a:cubicBezTo>
                    <a:pt x="3820" y="3639"/>
                    <a:pt x="2461" y="2050"/>
                    <a:pt x="872" y="743"/>
                  </a:cubicBezTo>
                  <a:cubicBezTo>
                    <a:pt x="565" y="513"/>
                    <a:pt x="283" y="256"/>
                    <a:pt x="1" y="0"/>
                  </a:cubicBezTo>
                  <a:lnTo>
                    <a:pt x="16635" y="0"/>
                  </a:lnTo>
                  <a:cubicBezTo>
                    <a:pt x="16865" y="1128"/>
                    <a:pt x="17173" y="2281"/>
                    <a:pt x="17378" y="3409"/>
                  </a:cubicBezTo>
                  <a:cubicBezTo>
                    <a:pt x="17532" y="4306"/>
                    <a:pt x="17660" y="5203"/>
                    <a:pt x="17711" y="6126"/>
                  </a:cubicBezTo>
                  <a:cubicBezTo>
                    <a:pt x="17839" y="7817"/>
                    <a:pt x="17916" y="9509"/>
                    <a:pt x="18019" y="11175"/>
                  </a:cubicBezTo>
                  <a:cubicBezTo>
                    <a:pt x="18198" y="14532"/>
                    <a:pt x="18326" y="17890"/>
                    <a:pt x="18711" y="21222"/>
                  </a:cubicBezTo>
                  <a:cubicBezTo>
                    <a:pt x="19198" y="25374"/>
                    <a:pt x="20018" y="29474"/>
                    <a:pt x="21633" y="33447"/>
                  </a:cubicBezTo>
                  <a:cubicBezTo>
                    <a:pt x="22555" y="35754"/>
                    <a:pt x="23760" y="37932"/>
                    <a:pt x="25246" y="39906"/>
                  </a:cubicBezTo>
                  <a:cubicBezTo>
                    <a:pt x="28220" y="43853"/>
                    <a:pt x="32295" y="46749"/>
                    <a:pt x="37498" y="48569"/>
                  </a:cubicBezTo>
                  <a:cubicBezTo>
                    <a:pt x="39394" y="49210"/>
                    <a:pt x="41342" y="49697"/>
                    <a:pt x="43316" y="50184"/>
                  </a:cubicBezTo>
                  <a:cubicBezTo>
                    <a:pt x="44469" y="50491"/>
                    <a:pt x="45648" y="50773"/>
                    <a:pt x="46776" y="51106"/>
                  </a:cubicBezTo>
                  <a:cubicBezTo>
                    <a:pt x="47468" y="51337"/>
                    <a:pt x="48160" y="51619"/>
                    <a:pt x="48801" y="51952"/>
                  </a:cubicBezTo>
                  <a:cubicBezTo>
                    <a:pt x="50005" y="52593"/>
                    <a:pt x="50595" y="53541"/>
                    <a:pt x="50595" y="54720"/>
                  </a:cubicBezTo>
                  <a:cubicBezTo>
                    <a:pt x="50620" y="55489"/>
                    <a:pt x="50466" y="56232"/>
                    <a:pt x="50159" y="56950"/>
                  </a:cubicBezTo>
                  <a:cubicBezTo>
                    <a:pt x="49749" y="57898"/>
                    <a:pt x="49287" y="58872"/>
                    <a:pt x="48826" y="59820"/>
                  </a:cubicBezTo>
                  <a:cubicBezTo>
                    <a:pt x="48237" y="61051"/>
                    <a:pt x="47596" y="62255"/>
                    <a:pt x="47032" y="63485"/>
                  </a:cubicBezTo>
                  <a:cubicBezTo>
                    <a:pt x="46366" y="64895"/>
                    <a:pt x="45930" y="66382"/>
                    <a:pt x="45699" y="67919"/>
                  </a:cubicBezTo>
                  <a:cubicBezTo>
                    <a:pt x="45417" y="70098"/>
                    <a:pt x="45853" y="72328"/>
                    <a:pt x="46981" y="74224"/>
                  </a:cubicBezTo>
                  <a:cubicBezTo>
                    <a:pt x="47237" y="74660"/>
                    <a:pt x="47519" y="75070"/>
                    <a:pt x="47801" y="75455"/>
                  </a:cubicBezTo>
                  <a:cubicBezTo>
                    <a:pt x="48160" y="75993"/>
                    <a:pt x="48519" y="76506"/>
                    <a:pt x="48929" y="76992"/>
                  </a:cubicBezTo>
                  <a:cubicBezTo>
                    <a:pt x="51825" y="80478"/>
                    <a:pt x="53491" y="84400"/>
                    <a:pt x="54439" y="88526"/>
                  </a:cubicBezTo>
                  <a:cubicBezTo>
                    <a:pt x="55157" y="91781"/>
                    <a:pt x="55695" y="95087"/>
                    <a:pt x="56079" y="98394"/>
                  </a:cubicBezTo>
                  <a:cubicBezTo>
                    <a:pt x="56438" y="101546"/>
                    <a:pt x="56720" y="104698"/>
                    <a:pt x="56925" y="107851"/>
                  </a:cubicBezTo>
                  <a:cubicBezTo>
                    <a:pt x="57182" y="111465"/>
                    <a:pt x="57182" y="115053"/>
                    <a:pt x="57207" y="118667"/>
                  </a:cubicBezTo>
                  <a:cubicBezTo>
                    <a:pt x="57207" y="120384"/>
                    <a:pt x="57258" y="122101"/>
                    <a:pt x="57335" y="123818"/>
                  </a:cubicBezTo>
                  <a:cubicBezTo>
                    <a:pt x="57438" y="127330"/>
                    <a:pt x="57258" y="130841"/>
                    <a:pt x="56797" y="134327"/>
                  </a:cubicBezTo>
                  <a:cubicBezTo>
                    <a:pt x="56541" y="136249"/>
                    <a:pt x="56438" y="138197"/>
                    <a:pt x="56490" y="140145"/>
                  </a:cubicBezTo>
                  <a:cubicBezTo>
                    <a:pt x="56541" y="141657"/>
                    <a:pt x="56771" y="143169"/>
                    <a:pt x="57233" y="144604"/>
                  </a:cubicBezTo>
                  <a:cubicBezTo>
                    <a:pt x="58130" y="147398"/>
                    <a:pt x="59898" y="149782"/>
                    <a:pt x="62487" y="151730"/>
                  </a:cubicBezTo>
                  <a:cubicBezTo>
                    <a:pt x="65563" y="154062"/>
                    <a:pt x="69202" y="155574"/>
                    <a:pt x="73252" y="156369"/>
                  </a:cubicBezTo>
                  <a:cubicBezTo>
                    <a:pt x="75892" y="156856"/>
                    <a:pt x="78557" y="157189"/>
                    <a:pt x="81248" y="157342"/>
                  </a:cubicBezTo>
                  <a:cubicBezTo>
                    <a:pt x="84426" y="157573"/>
                    <a:pt x="87604" y="157778"/>
                    <a:pt x="90757" y="158214"/>
                  </a:cubicBezTo>
                  <a:cubicBezTo>
                    <a:pt x="95088" y="158803"/>
                    <a:pt x="99369" y="159829"/>
                    <a:pt x="103521" y="161238"/>
                  </a:cubicBezTo>
                  <a:cubicBezTo>
                    <a:pt x="106494" y="162238"/>
                    <a:pt x="109441" y="163340"/>
                    <a:pt x="112389" y="164416"/>
                  </a:cubicBezTo>
                  <a:cubicBezTo>
                    <a:pt x="115669" y="165621"/>
                    <a:pt x="118976" y="166800"/>
                    <a:pt x="122410" y="167748"/>
                  </a:cubicBezTo>
                  <a:cubicBezTo>
                    <a:pt x="125460" y="168594"/>
                    <a:pt x="128587" y="169107"/>
                    <a:pt x="131740" y="169286"/>
                  </a:cubicBezTo>
                  <a:cubicBezTo>
                    <a:pt x="134918" y="169414"/>
                    <a:pt x="138121" y="169158"/>
                    <a:pt x="141223" y="168492"/>
                  </a:cubicBezTo>
                  <a:cubicBezTo>
                    <a:pt x="142760" y="168184"/>
                    <a:pt x="144273" y="167748"/>
                    <a:pt x="145785" y="167364"/>
                  </a:cubicBezTo>
                  <a:cubicBezTo>
                    <a:pt x="146144" y="167287"/>
                    <a:pt x="146528" y="167184"/>
                    <a:pt x="146887" y="167108"/>
                  </a:cubicBezTo>
                  <a:lnTo>
                    <a:pt x="146887" y="175950"/>
                  </a:ln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98" name="Google Shape;199;p8"/>
            <p:cNvSpPr/>
            <p:nvPr/>
          </p:nvSpPr>
          <p:spPr>
            <a:xfrm>
              <a:off x="1080" y="3044160"/>
              <a:ext cx="2357280" cy="2098440"/>
            </a:xfrm>
            <a:custGeom>
              <a:avLst/>
              <a:gdLst>
                <a:gd name="textAreaLeft" fmla="*/ 0 w 2357280"/>
                <a:gd name="textAreaRight" fmla="*/ 2357640 w 2357280"/>
                <a:gd name="textAreaTop" fmla="*/ 0 h 2098440"/>
                <a:gd name="textAreaBottom" fmla="*/ 2098800 h 2098440"/>
              </a:gdLst>
              <a:ahLst/>
              <a:cxnLst/>
              <a:rect l="textAreaLeft" t="textAreaTop" r="textAreaRight" b="textAreaBottom"/>
              <a:pathLst>
                <a:path w="73405" h="71791">
                  <a:moveTo>
                    <a:pt x="15327" y="20582"/>
                  </a:moveTo>
                  <a:cubicBezTo>
                    <a:pt x="18941" y="17865"/>
                    <a:pt x="22580" y="15148"/>
                    <a:pt x="26220" y="12457"/>
                  </a:cubicBezTo>
                  <a:cubicBezTo>
                    <a:pt x="28629" y="10688"/>
                    <a:pt x="31141" y="8997"/>
                    <a:pt x="33755" y="7433"/>
                  </a:cubicBezTo>
                  <a:cubicBezTo>
                    <a:pt x="37907" y="4896"/>
                    <a:pt x="42392" y="2922"/>
                    <a:pt x="47057" y="1590"/>
                  </a:cubicBezTo>
                  <a:cubicBezTo>
                    <a:pt x="50645" y="539"/>
                    <a:pt x="54361" y="1"/>
                    <a:pt x="58103" y="1"/>
                  </a:cubicBezTo>
                  <a:cubicBezTo>
                    <a:pt x="59898" y="1"/>
                    <a:pt x="61640" y="257"/>
                    <a:pt x="63358" y="744"/>
                  </a:cubicBezTo>
                  <a:cubicBezTo>
                    <a:pt x="66408" y="1615"/>
                    <a:pt x="68689" y="3230"/>
                    <a:pt x="70201" y="5562"/>
                  </a:cubicBezTo>
                  <a:cubicBezTo>
                    <a:pt x="71277" y="7305"/>
                    <a:pt x="72021" y="9253"/>
                    <a:pt x="72405" y="11278"/>
                  </a:cubicBezTo>
                  <a:cubicBezTo>
                    <a:pt x="72995" y="14148"/>
                    <a:pt x="73276" y="17096"/>
                    <a:pt x="73302" y="20069"/>
                  </a:cubicBezTo>
                  <a:cubicBezTo>
                    <a:pt x="73405" y="24862"/>
                    <a:pt x="73276" y="29629"/>
                    <a:pt x="72918" y="34422"/>
                  </a:cubicBezTo>
                  <a:cubicBezTo>
                    <a:pt x="72764" y="36780"/>
                    <a:pt x="72610" y="39112"/>
                    <a:pt x="72405" y="41470"/>
                  </a:cubicBezTo>
                  <a:cubicBezTo>
                    <a:pt x="71867" y="47032"/>
                    <a:pt x="71124" y="52542"/>
                    <a:pt x="69688" y="58027"/>
                  </a:cubicBezTo>
                  <a:cubicBezTo>
                    <a:pt x="68561" y="62102"/>
                    <a:pt x="67074" y="66100"/>
                    <a:pt x="65254" y="69945"/>
                  </a:cubicBezTo>
                  <a:cubicBezTo>
                    <a:pt x="64972" y="70560"/>
                    <a:pt x="64716" y="71175"/>
                    <a:pt x="64434" y="71790"/>
                  </a:cubicBezTo>
                  <a:lnTo>
                    <a:pt x="50107" y="71790"/>
                  </a:lnTo>
                  <a:lnTo>
                    <a:pt x="52029" y="66100"/>
                  </a:lnTo>
                  <a:cubicBezTo>
                    <a:pt x="53541" y="61589"/>
                    <a:pt x="54977" y="57053"/>
                    <a:pt x="56104" y="52440"/>
                  </a:cubicBezTo>
                  <a:cubicBezTo>
                    <a:pt x="57155" y="48390"/>
                    <a:pt x="57847" y="44264"/>
                    <a:pt x="58206" y="40086"/>
                  </a:cubicBezTo>
                  <a:cubicBezTo>
                    <a:pt x="58488" y="37190"/>
                    <a:pt x="58411" y="34268"/>
                    <a:pt x="58027" y="31372"/>
                  </a:cubicBezTo>
                  <a:cubicBezTo>
                    <a:pt x="57822" y="29578"/>
                    <a:pt x="57309" y="27835"/>
                    <a:pt x="56514" y="26194"/>
                  </a:cubicBezTo>
                  <a:cubicBezTo>
                    <a:pt x="56130" y="25426"/>
                    <a:pt x="55669" y="24708"/>
                    <a:pt x="55105" y="24042"/>
                  </a:cubicBezTo>
                  <a:cubicBezTo>
                    <a:pt x="53721" y="22478"/>
                    <a:pt x="51850" y="21555"/>
                    <a:pt x="49543" y="21222"/>
                  </a:cubicBezTo>
                  <a:cubicBezTo>
                    <a:pt x="47467" y="20992"/>
                    <a:pt x="45365" y="21094"/>
                    <a:pt x="43341" y="21530"/>
                  </a:cubicBezTo>
                  <a:cubicBezTo>
                    <a:pt x="40803" y="22017"/>
                    <a:pt x="38317" y="22709"/>
                    <a:pt x="35908" y="23580"/>
                  </a:cubicBezTo>
                  <a:cubicBezTo>
                    <a:pt x="31371" y="25169"/>
                    <a:pt x="27014" y="27092"/>
                    <a:pt x="22708" y="29039"/>
                  </a:cubicBezTo>
                  <a:cubicBezTo>
                    <a:pt x="15352" y="32397"/>
                    <a:pt x="8202" y="36216"/>
                    <a:pt x="1333" y="40445"/>
                  </a:cubicBezTo>
                  <a:cubicBezTo>
                    <a:pt x="897" y="40701"/>
                    <a:pt x="436" y="40906"/>
                    <a:pt x="0" y="41137"/>
                  </a:cubicBezTo>
                  <a:lnTo>
                    <a:pt x="0" y="31013"/>
                  </a:lnTo>
                  <a:cubicBezTo>
                    <a:pt x="538" y="30987"/>
                    <a:pt x="871" y="30654"/>
                    <a:pt x="1256" y="30423"/>
                  </a:cubicBezTo>
                  <a:cubicBezTo>
                    <a:pt x="6126" y="27322"/>
                    <a:pt x="10790" y="24016"/>
                    <a:pt x="15327" y="20582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99" name="Google Shape;200;p8"/>
            <p:cNvSpPr/>
            <p:nvPr/>
          </p:nvSpPr>
          <p:spPr>
            <a:xfrm>
              <a:off x="1080" y="699120"/>
              <a:ext cx="5529240" cy="4444200"/>
            </a:xfrm>
            <a:custGeom>
              <a:avLst/>
              <a:gdLst>
                <a:gd name="textAreaLeft" fmla="*/ 0 w 5529240"/>
                <a:gd name="textAreaRight" fmla="*/ 5529600 w 5529240"/>
                <a:gd name="textAreaTop" fmla="*/ 0 h 4444200"/>
                <a:gd name="textAreaBottom" fmla="*/ 4444560 h 4444200"/>
              </a:gdLst>
              <a:ahLst/>
              <a:cxnLst/>
              <a:rect l="textAreaLeft" t="textAreaTop" r="textAreaRight" b="textAreaBottom"/>
              <a:pathLst>
                <a:path w="172158" h="152038">
                  <a:moveTo>
                    <a:pt x="21427" y="15661"/>
                  </a:moveTo>
                  <a:cubicBezTo>
                    <a:pt x="24938" y="18070"/>
                    <a:pt x="28424" y="20479"/>
                    <a:pt x="31961" y="22837"/>
                  </a:cubicBezTo>
                  <a:cubicBezTo>
                    <a:pt x="35959" y="25580"/>
                    <a:pt x="40162" y="27989"/>
                    <a:pt x="44545" y="30090"/>
                  </a:cubicBezTo>
                  <a:cubicBezTo>
                    <a:pt x="48928" y="32218"/>
                    <a:pt x="53593" y="33807"/>
                    <a:pt x="58360" y="34806"/>
                  </a:cubicBezTo>
                  <a:cubicBezTo>
                    <a:pt x="61564" y="35447"/>
                    <a:pt x="64767" y="35806"/>
                    <a:pt x="68074" y="35524"/>
                  </a:cubicBezTo>
                  <a:cubicBezTo>
                    <a:pt x="71072" y="35268"/>
                    <a:pt x="73994" y="34396"/>
                    <a:pt x="76660" y="32961"/>
                  </a:cubicBezTo>
                  <a:cubicBezTo>
                    <a:pt x="78274" y="32038"/>
                    <a:pt x="79761" y="30911"/>
                    <a:pt x="81119" y="29629"/>
                  </a:cubicBezTo>
                  <a:cubicBezTo>
                    <a:pt x="82606" y="28194"/>
                    <a:pt x="83964" y="26656"/>
                    <a:pt x="85143" y="24964"/>
                  </a:cubicBezTo>
                  <a:cubicBezTo>
                    <a:pt x="86399" y="23196"/>
                    <a:pt x="87629" y="21376"/>
                    <a:pt x="88757" y="19531"/>
                  </a:cubicBezTo>
                  <a:cubicBezTo>
                    <a:pt x="90090" y="17378"/>
                    <a:pt x="91320" y="15199"/>
                    <a:pt x="92627" y="13046"/>
                  </a:cubicBezTo>
                  <a:cubicBezTo>
                    <a:pt x="94062" y="10612"/>
                    <a:pt x="95728" y="8382"/>
                    <a:pt x="97651" y="6331"/>
                  </a:cubicBezTo>
                  <a:cubicBezTo>
                    <a:pt x="98983" y="4947"/>
                    <a:pt x="100444" y="3743"/>
                    <a:pt x="102033" y="2692"/>
                  </a:cubicBezTo>
                  <a:cubicBezTo>
                    <a:pt x="103366" y="1795"/>
                    <a:pt x="104827" y="1077"/>
                    <a:pt x="106365" y="616"/>
                  </a:cubicBezTo>
                  <a:cubicBezTo>
                    <a:pt x="107749" y="180"/>
                    <a:pt x="109159" y="1"/>
                    <a:pt x="110620" y="52"/>
                  </a:cubicBezTo>
                  <a:cubicBezTo>
                    <a:pt x="112619" y="129"/>
                    <a:pt x="114567" y="744"/>
                    <a:pt x="116233" y="1872"/>
                  </a:cubicBezTo>
                  <a:cubicBezTo>
                    <a:pt x="117437" y="2666"/>
                    <a:pt x="118514" y="3666"/>
                    <a:pt x="119436" y="4768"/>
                  </a:cubicBezTo>
                  <a:cubicBezTo>
                    <a:pt x="120538" y="6101"/>
                    <a:pt x="121487" y="7536"/>
                    <a:pt x="122281" y="9048"/>
                  </a:cubicBezTo>
                  <a:cubicBezTo>
                    <a:pt x="123358" y="11073"/>
                    <a:pt x="124280" y="13175"/>
                    <a:pt x="125024" y="15328"/>
                  </a:cubicBezTo>
                  <a:cubicBezTo>
                    <a:pt x="127228" y="21222"/>
                    <a:pt x="128817" y="27245"/>
                    <a:pt x="130252" y="33320"/>
                  </a:cubicBezTo>
                  <a:cubicBezTo>
                    <a:pt x="131713" y="39445"/>
                    <a:pt x="132995" y="45622"/>
                    <a:pt x="133994" y="51825"/>
                  </a:cubicBezTo>
                  <a:cubicBezTo>
                    <a:pt x="134609" y="55720"/>
                    <a:pt x="135096" y="59616"/>
                    <a:pt x="135481" y="63512"/>
                  </a:cubicBezTo>
                  <a:cubicBezTo>
                    <a:pt x="135788" y="66716"/>
                    <a:pt x="136070" y="69945"/>
                    <a:pt x="136429" y="73149"/>
                  </a:cubicBezTo>
                  <a:cubicBezTo>
                    <a:pt x="136737" y="75789"/>
                    <a:pt x="137326" y="78403"/>
                    <a:pt x="138198" y="80889"/>
                  </a:cubicBezTo>
                  <a:cubicBezTo>
                    <a:pt x="139658" y="85195"/>
                    <a:pt x="142196" y="89065"/>
                    <a:pt x="145553" y="92141"/>
                  </a:cubicBezTo>
                  <a:cubicBezTo>
                    <a:pt x="146117" y="92653"/>
                    <a:pt x="146707" y="93217"/>
                    <a:pt x="147245" y="93781"/>
                  </a:cubicBezTo>
                  <a:cubicBezTo>
                    <a:pt x="147834" y="94422"/>
                    <a:pt x="148450" y="95062"/>
                    <a:pt x="148988" y="95729"/>
                  </a:cubicBezTo>
                  <a:cubicBezTo>
                    <a:pt x="151166" y="98446"/>
                    <a:pt x="151935" y="101419"/>
                    <a:pt x="151269" y="104622"/>
                  </a:cubicBezTo>
                  <a:cubicBezTo>
                    <a:pt x="151038" y="105724"/>
                    <a:pt x="150705" y="106827"/>
                    <a:pt x="150423" y="107929"/>
                  </a:cubicBezTo>
                  <a:cubicBezTo>
                    <a:pt x="149962" y="109518"/>
                    <a:pt x="149449" y="111132"/>
                    <a:pt x="149065" y="112773"/>
                  </a:cubicBezTo>
                  <a:cubicBezTo>
                    <a:pt x="148398" y="115515"/>
                    <a:pt x="148347" y="118386"/>
                    <a:pt x="148885" y="121179"/>
                  </a:cubicBezTo>
                  <a:cubicBezTo>
                    <a:pt x="149449" y="123999"/>
                    <a:pt x="150423" y="126715"/>
                    <a:pt x="151781" y="129253"/>
                  </a:cubicBezTo>
                  <a:cubicBezTo>
                    <a:pt x="153858" y="133225"/>
                    <a:pt x="156600" y="136865"/>
                    <a:pt x="159701" y="140325"/>
                  </a:cubicBezTo>
                  <a:cubicBezTo>
                    <a:pt x="163264" y="144221"/>
                    <a:pt x="167134" y="147860"/>
                    <a:pt x="171235" y="151218"/>
                  </a:cubicBezTo>
                  <a:cubicBezTo>
                    <a:pt x="171568" y="151474"/>
                    <a:pt x="171850" y="151756"/>
                    <a:pt x="172157" y="152038"/>
                  </a:cubicBezTo>
                  <a:lnTo>
                    <a:pt x="166006" y="152038"/>
                  </a:lnTo>
                  <a:cubicBezTo>
                    <a:pt x="165724" y="151782"/>
                    <a:pt x="165494" y="151500"/>
                    <a:pt x="165212" y="151243"/>
                  </a:cubicBezTo>
                  <a:cubicBezTo>
                    <a:pt x="161111" y="147732"/>
                    <a:pt x="157292" y="143913"/>
                    <a:pt x="153781" y="139812"/>
                  </a:cubicBezTo>
                  <a:cubicBezTo>
                    <a:pt x="151038" y="136609"/>
                    <a:pt x="148706" y="133123"/>
                    <a:pt x="146784" y="129381"/>
                  </a:cubicBezTo>
                  <a:cubicBezTo>
                    <a:pt x="145092" y="126049"/>
                    <a:pt x="143990" y="122461"/>
                    <a:pt x="143529" y="118744"/>
                  </a:cubicBezTo>
                  <a:cubicBezTo>
                    <a:pt x="143195" y="115900"/>
                    <a:pt x="143324" y="113055"/>
                    <a:pt x="143580" y="110210"/>
                  </a:cubicBezTo>
                  <a:cubicBezTo>
                    <a:pt x="143708" y="108723"/>
                    <a:pt x="143836" y="107211"/>
                    <a:pt x="143862" y="105724"/>
                  </a:cubicBezTo>
                  <a:cubicBezTo>
                    <a:pt x="143939" y="102956"/>
                    <a:pt x="142939" y="100265"/>
                    <a:pt x="141119" y="98189"/>
                  </a:cubicBezTo>
                  <a:cubicBezTo>
                    <a:pt x="140786" y="97805"/>
                    <a:pt x="140479" y="97420"/>
                    <a:pt x="140145" y="97036"/>
                  </a:cubicBezTo>
                  <a:cubicBezTo>
                    <a:pt x="139530" y="96344"/>
                    <a:pt x="138941" y="95678"/>
                    <a:pt x="138351" y="94986"/>
                  </a:cubicBezTo>
                  <a:cubicBezTo>
                    <a:pt x="136660" y="93038"/>
                    <a:pt x="135327" y="90833"/>
                    <a:pt x="134327" y="88475"/>
                  </a:cubicBezTo>
                  <a:cubicBezTo>
                    <a:pt x="133123" y="85477"/>
                    <a:pt x="132277" y="82324"/>
                    <a:pt x="131867" y="79121"/>
                  </a:cubicBezTo>
                  <a:cubicBezTo>
                    <a:pt x="131508" y="76506"/>
                    <a:pt x="131303" y="73866"/>
                    <a:pt x="131252" y="71252"/>
                  </a:cubicBezTo>
                  <a:cubicBezTo>
                    <a:pt x="131098" y="67126"/>
                    <a:pt x="130919" y="63025"/>
                    <a:pt x="130483" y="58950"/>
                  </a:cubicBezTo>
                  <a:cubicBezTo>
                    <a:pt x="130278" y="56797"/>
                    <a:pt x="130047" y="54644"/>
                    <a:pt x="129714" y="52491"/>
                  </a:cubicBezTo>
                  <a:cubicBezTo>
                    <a:pt x="129201" y="49364"/>
                    <a:pt x="128637" y="46237"/>
                    <a:pt x="128022" y="43110"/>
                  </a:cubicBezTo>
                  <a:cubicBezTo>
                    <a:pt x="126843" y="37190"/>
                    <a:pt x="125306" y="31321"/>
                    <a:pt x="123435" y="25580"/>
                  </a:cubicBezTo>
                  <a:cubicBezTo>
                    <a:pt x="122409" y="22350"/>
                    <a:pt x="121102" y="19198"/>
                    <a:pt x="119590" y="16148"/>
                  </a:cubicBezTo>
                  <a:cubicBezTo>
                    <a:pt x="118744" y="14507"/>
                    <a:pt x="117745" y="12944"/>
                    <a:pt x="116591" y="11534"/>
                  </a:cubicBezTo>
                  <a:cubicBezTo>
                    <a:pt x="115720" y="10483"/>
                    <a:pt x="114746" y="9561"/>
                    <a:pt x="113618" y="8817"/>
                  </a:cubicBezTo>
                  <a:cubicBezTo>
                    <a:pt x="112516" y="8074"/>
                    <a:pt x="111312" y="7536"/>
                    <a:pt x="110004" y="7280"/>
                  </a:cubicBezTo>
                  <a:cubicBezTo>
                    <a:pt x="108108" y="6895"/>
                    <a:pt x="106134" y="7075"/>
                    <a:pt x="104340" y="7741"/>
                  </a:cubicBezTo>
                  <a:cubicBezTo>
                    <a:pt x="102905" y="8279"/>
                    <a:pt x="101572" y="8997"/>
                    <a:pt x="100342" y="9894"/>
                  </a:cubicBezTo>
                  <a:cubicBezTo>
                    <a:pt x="99060" y="10842"/>
                    <a:pt x="97881" y="11893"/>
                    <a:pt x="96831" y="13072"/>
                  </a:cubicBezTo>
                  <a:cubicBezTo>
                    <a:pt x="95472" y="14559"/>
                    <a:pt x="94242" y="16148"/>
                    <a:pt x="93114" y="17814"/>
                  </a:cubicBezTo>
                  <a:cubicBezTo>
                    <a:pt x="91781" y="19736"/>
                    <a:pt x="90449" y="21684"/>
                    <a:pt x="89116" y="23606"/>
                  </a:cubicBezTo>
                  <a:cubicBezTo>
                    <a:pt x="87578" y="25810"/>
                    <a:pt x="85861" y="27886"/>
                    <a:pt x="84015" y="29834"/>
                  </a:cubicBezTo>
                  <a:cubicBezTo>
                    <a:pt x="82657" y="31269"/>
                    <a:pt x="81145" y="32551"/>
                    <a:pt x="79505" y="33679"/>
                  </a:cubicBezTo>
                  <a:cubicBezTo>
                    <a:pt x="75916" y="36088"/>
                    <a:pt x="71764" y="37292"/>
                    <a:pt x="67125" y="37395"/>
                  </a:cubicBezTo>
                  <a:cubicBezTo>
                    <a:pt x="63665" y="37421"/>
                    <a:pt x="60179" y="36985"/>
                    <a:pt x="56822" y="36139"/>
                  </a:cubicBezTo>
                  <a:cubicBezTo>
                    <a:pt x="51260" y="34781"/>
                    <a:pt x="45878" y="32756"/>
                    <a:pt x="40803" y="30142"/>
                  </a:cubicBezTo>
                  <a:cubicBezTo>
                    <a:pt x="36907" y="28117"/>
                    <a:pt x="33140" y="25887"/>
                    <a:pt x="29500" y="23478"/>
                  </a:cubicBezTo>
                  <a:cubicBezTo>
                    <a:pt x="26015" y="21171"/>
                    <a:pt x="22554" y="18813"/>
                    <a:pt x="19043" y="16532"/>
                  </a:cubicBezTo>
                  <a:cubicBezTo>
                    <a:pt x="13302" y="12765"/>
                    <a:pt x="7381" y="9304"/>
                    <a:pt x="1307" y="6152"/>
                  </a:cubicBezTo>
                  <a:cubicBezTo>
                    <a:pt x="897" y="5947"/>
                    <a:pt x="436" y="5793"/>
                    <a:pt x="0" y="5588"/>
                  </a:cubicBezTo>
                  <a:lnTo>
                    <a:pt x="0" y="2974"/>
                  </a:lnTo>
                  <a:cubicBezTo>
                    <a:pt x="436" y="3153"/>
                    <a:pt x="897" y="3333"/>
                    <a:pt x="1307" y="3538"/>
                  </a:cubicBezTo>
                  <a:cubicBezTo>
                    <a:pt x="8227" y="7203"/>
                    <a:pt x="14942" y="11252"/>
                    <a:pt x="21427" y="15661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00" name="Google Shape;201;p8"/>
            <p:cNvSpPr/>
            <p:nvPr/>
          </p:nvSpPr>
          <p:spPr>
            <a:xfrm>
              <a:off x="7571520" y="362520"/>
              <a:ext cx="1572120" cy="3028680"/>
            </a:xfrm>
            <a:custGeom>
              <a:avLst/>
              <a:gdLst>
                <a:gd name="textAreaLeft" fmla="*/ 0 w 1572120"/>
                <a:gd name="textAreaRight" fmla="*/ 1572480 w 1572120"/>
                <a:gd name="textAreaTop" fmla="*/ 0 h 3028680"/>
                <a:gd name="textAreaBottom" fmla="*/ 3029040 h 3028680"/>
              </a:gdLst>
              <a:ahLst/>
              <a:cxnLst/>
              <a:rect l="textAreaLeft" t="textAreaTop" r="textAreaRight" b="textAreaBottom"/>
              <a:pathLst>
                <a:path w="48954" h="103623">
                  <a:moveTo>
                    <a:pt x="30962" y="101188"/>
                  </a:moveTo>
                  <a:cubicBezTo>
                    <a:pt x="28040" y="100265"/>
                    <a:pt x="25220" y="99035"/>
                    <a:pt x="22529" y="97523"/>
                  </a:cubicBezTo>
                  <a:cubicBezTo>
                    <a:pt x="18223" y="95114"/>
                    <a:pt x="14302" y="92064"/>
                    <a:pt x="10944" y="88450"/>
                  </a:cubicBezTo>
                  <a:cubicBezTo>
                    <a:pt x="6049" y="83196"/>
                    <a:pt x="2794" y="77327"/>
                    <a:pt x="1179" y="70817"/>
                  </a:cubicBezTo>
                  <a:cubicBezTo>
                    <a:pt x="0" y="66024"/>
                    <a:pt x="180" y="61205"/>
                    <a:pt x="1282" y="56438"/>
                  </a:cubicBezTo>
                  <a:cubicBezTo>
                    <a:pt x="1846" y="54055"/>
                    <a:pt x="2538" y="51671"/>
                    <a:pt x="3230" y="49287"/>
                  </a:cubicBezTo>
                  <a:cubicBezTo>
                    <a:pt x="4434" y="45135"/>
                    <a:pt x="6075" y="41137"/>
                    <a:pt x="8125" y="37318"/>
                  </a:cubicBezTo>
                  <a:cubicBezTo>
                    <a:pt x="11073" y="31833"/>
                    <a:pt x="14968" y="26861"/>
                    <a:pt x="19479" y="22196"/>
                  </a:cubicBezTo>
                  <a:cubicBezTo>
                    <a:pt x="24631" y="16917"/>
                    <a:pt x="30141" y="12021"/>
                    <a:pt x="35985" y="7562"/>
                  </a:cubicBezTo>
                  <a:cubicBezTo>
                    <a:pt x="39958" y="4486"/>
                    <a:pt x="44315" y="1949"/>
                    <a:pt x="48954" y="1"/>
                  </a:cubicBezTo>
                  <a:lnTo>
                    <a:pt x="48954" y="3948"/>
                  </a:lnTo>
                  <a:cubicBezTo>
                    <a:pt x="48749" y="4025"/>
                    <a:pt x="48544" y="4076"/>
                    <a:pt x="48339" y="4179"/>
                  </a:cubicBezTo>
                  <a:cubicBezTo>
                    <a:pt x="45853" y="5383"/>
                    <a:pt x="43495" y="6793"/>
                    <a:pt x="41239" y="8433"/>
                  </a:cubicBezTo>
                  <a:cubicBezTo>
                    <a:pt x="33986" y="13687"/>
                    <a:pt x="27348" y="19428"/>
                    <a:pt x="21581" y="25836"/>
                  </a:cubicBezTo>
                  <a:cubicBezTo>
                    <a:pt x="17275" y="30654"/>
                    <a:pt x="13841" y="35883"/>
                    <a:pt x="11534" y="41573"/>
                  </a:cubicBezTo>
                  <a:cubicBezTo>
                    <a:pt x="10355" y="44443"/>
                    <a:pt x="9458" y="47442"/>
                    <a:pt x="8920" y="50492"/>
                  </a:cubicBezTo>
                  <a:cubicBezTo>
                    <a:pt x="8535" y="52645"/>
                    <a:pt x="8151" y="54772"/>
                    <a:pt x="7920" y="56925"/>
                  </a:cubicBezTo>
                  <a:cubicBezTo>
                    <a:pt x="7074" y="64614"/>
                    <a:pt x="9612" y="71432"/>
                    <a:pt x="15763" y="77275"/>
                  </a:cubicBezTo>
                  <a:cubicBezTo>
                    <a:pt x="19838" y="81145"/>
                    <a:pt x="24708" y="84119"/>
                    <a:pt x="30039" y="85964"/>
                  </a:cubicBezTo>
                  <a:cubicBezTo>
                    <a:pt x="34165" y="87399"/>
                    <a:pt x="38522" y="88091"/>
                    <a:pt x="42905" y="87989"/>
                  </a:cubicBezTo>
                  <a:cubicBezTo>
                    <a:pt x="44930" y="87963"/>
                    <a:pt x="46980" y="87707"/>
                    <a:pt x="48954" y="87194"/>
                  </a:cubicBezTo>
                  <a:lnTo>
                    <a:pt x="48954" y="102623"/>
                  </a:lnTo>
                  <a:cubicBezTo>
                    <a:pt x="48851" y="102623"/>
                    <a:pt x="48723" y="102623"/>
                    <a:pt x="48621" y="102649"/>
                  </a:cubicBezTo>
                  <a:cubicBezTo>
                    <a:pt x="42546" y="103623"/>
                    <a:pt x="36677" y="103008"/>
                    <a:pt x="30962" y="10118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01" name="Google Shape;202;p8"/>
            <p:cNvSpPr/>
            <p:nvPr/>
          </p:nvSpPr>
          <p:spPr>
            <a:xfrm>
              <a:off x="5069520" y="0"/>
              <a:ext cx="4073760" cy="4843440"/>
            </a:xfrm>
            <a:custGeom>
              <a:avLst/>
              <a:gdLst>
                <a:gd name="textAreaLeft" fmla="*/ 0 w 4073760"/>
                <a:gd name="textAreaRight" fmla="*/ 4074120 w 4073760"/>
                <a:gd name="textAreaTop" fmla="*/ 0 h 4843440"/>
                <a:gd name="textAreaBottom" fmla="*/ 4843800 h 4843440"/>
              </a:gdLst>
              <a:ahLst/>
              <a:cxnLst/>
              <a:rect l="textAreaLeft" t="textAreaTop" r="textAreaRight" b="textAreaBottom"/>
              <a:pathLst>
                <a:path w="126844" h="165698">
                  <a:moveTo>
                    <a:pt x="114055" y="165595"/>
                  </a:moveTo>
                  <a:cubicBezTo>
                    <a:pt x="110184" y="165698"/>
                    <a:pt x="106340" y="165288"/>
                    <a:pt x="102598" y="164365"/>
                  </a:cubicBezTo>
                  <a:cubicBezTo>
                    <a:pt x="99573" y="163571"/>
                    <a:pt x="96600" y="162648"/>
                    <a:pt x="93679" y="161546"/>
                  </a:cubicBezTo>
                  <a:cubicBezTo>
                    <a:pt x="90321" y="160316"/>
                    <a:pt x="86963" y="159034"/>
                    <a:pt x="83580" y="157829"/>
                  </a:cubicBezTo>
                  <a:cubicBezTo>
                    <a:pt x="78019" y="155830"/>
                    <a:pt x="72252" y="154446"/>
                    <a:pt x="66383" y="153703"/>
                  </a:cubicBezTo>
                  <a:cubicBezTo>
                    <a:pt x="63640" y="153344"/>
                    <a:pt x="60898" y="153011"/>
                    <a:pt x="58181" y="152627"/>
                  </a:cubicBezTo>
                  <a:cubicBezTo>
                    <a:pt x="56054" y="152345"/>
                    <a:pt x="53978" y="151858"/>
                    <a:pt x="51953" y="151140"/>
                  </a:cubicBezTo>
                  <a:cubicBezTo>
                    <a:pt x="46904" y="149269"/>
                    <a:pt x="43597" y="146142"/>
                    <a:pt x="42085" y="141734"/>
                  </a:cubicBezTo>
                  <a:cubicBezTo>
                    <a:pt x="41624" y="140401"/>
                    <a:pt x="41342" y="138991"/>
                    <a:pt x="41214" y="137582"/>
                  </a:cubicBezTo>
                  <a:cubicBezTo>
                    <a:pt x="40983" y="135506"/>
                    <a:pt x="41034" y="133455"/>
                    <a:pt x="41009" y="131379"/>
                  </a:cubicBezTo>
                  <a:cubicBezTo>
                    <a:pt x="40983" y="129508"/>
                    <a:pt x="40932" y="127612"/>
                    <a:pt x="40829" y="125741"/>
                  </a:cubicBezTo>
                  <a:cubicBezTo>
                    <a:pt x="40676" y="122460"/>
                    <a:pt x="40470" y="119179"/>
                    <a:pt x="40317" y="115899"/>
                  </a:cubicBezTo>
                  <a:cubicBezTo>
                    <a:pt x="40137" y="112362"/>
                    <a:pt x="40009" y="108825"/>
                    <a:pt x="39778" y="105288"/>
                  </a:cubicBezTo>
                  <a:cubicBezTo>
                    <a:pt x="39573" y="102033"/>
                    <a:pt x="39266" y="98778"/>
                    <a:pt x="38984" y="95523"/>
                  </a:cubicBezTo>
                  <a:cubicBezTo>
                    <a:pt x="38651" y="91499"/>
                    <a:pt x="38241" y="87475"/>
                    <a:pt x="37600" y="83477"/>
                  </a:cubicBezTo>
                  <a:cubicBezTo>
                    <a:pt x="37087" y="80017"/>
                    <a:pt x="36062" y="76634"/>
                    <a:pt x="34499" y="73507"/>
                  </a:cubicBezTo>
                  <a:cubicBezTo>
                    <a:pt x="34063" y="72635"/>
                    <a:pt x="33678" y="71738"/>
                    <a:pt x="33320" y="70841"/>
                  </a:cubicBezTo>
                  <a:cubicBezTo>
                    <a:pt x="32628" y="69124"/>
                    <a:pt x="32448" y="67202"/>
                    <a:pt x="32833" y="65382"/>
                  </a:cubicBezTo>
                  <a:cubicBezTo>
                    <a:pt x="33063" y="64177"/>
                    <a:pt x="33473" y="63024"/>
                    <a:pt x="34037" y="61973"/>
                  </a:cubicBezTo>
                  <a:cubicBezTo>
                    <a:pt x="34781" y="60589"/>
                    <a:pt x="35575" y="59231"/>
                    <a:pt x="36370" y="57898"/>
                  </a:cubicBezTo>
                  <a:cubicBezTo>
                    <a:pt x="37010" y="56822"/>
                    <a:pt x="37677" y="55771"/>
                    <a:pt x="38292" y="54694"/>
                  </a:cubicBezTo>
                  <a:cubicBezTo>
                    <a:pt x="38830" y="53797"/>
                    <a:pt x="39240" y="52849"/>
                    <a:pt x="39497" y="51849"/>
                  </a:cubicBezTo>
                  <a:cubicBezTo>
                    <a:pt x="39702" y="51183"/>
                    <a:pt x="39753" y="50491"/>
                    <a:pt x="39676" y="49799"/>
                  </a:cubicBezTo>
                  <a:cubicBezTo>
                    <a:pt x="39497" y="48646"/>
                    <a:pt x="38753" y="47851"/>
                    <a:pt x="37446" y="47415"/>
                  </a:cubicBezTo>
                  <a:cubicBezTo>
                    <a:pt x="36652" y="47134"/>
                    <a:pt x="35831" y="47005"/>
                    <a:pt x="34986" y="46980"/>
                  </a:cubicBezTo>
                  <a:cubicBezTo>
                    <a:pt x="33909" y="46929"/>
                    <a:pt x="32807" y="46929"/>
                    <a:pt x="31705" y="46929"/>
                  </a:cubicBezTo>
                  <a:cubicBezTo>
                    <a:pt x="30193" y="46929"/>
                    <a:pt x="28655" y="46954"/>
                    <a:pt x="27143" y="46954"/>
                  </a:cubicBezTo>
                  <a:cubicBezTo>
                    <a:pt x="25092" y="46954"/>
                    <a:pt x="23068" y="46775"/>
                    <a:pt x="21068" y="46416"/>
                  </a:cubicBezTo>
                  <a:cubicBezTo>
                    <a:pt x="15763" y="45442"/>
                    <a:pt x="11457" y="43238"/>
                    <a:pt x="8202" y="39650"/>
                  </a:cubicBezTo>
                  <a:cubicBezTo>
                    <a:pt x="7151" y="38496"/>
                    <a:pt x="6229" y="37215"/>
                    <a:pt x="5460" y="35882"/>
                  </a:cubicBezTo>
                  <a:cubicBezTo>
                    <a:pt x="4178" y="33703"/>
                    <a:pt x="3179" y="31345"/>
                    <a:pt x="2512" y="28911"/>
                  </a:cubicBezTo>
                  <a:cubicBezTo>
                    <a:pt x="1410" y="24810"/>
                    <a:pt x="795" y="20581"/>
                    <a:pt x="693" y="16352"/>
                  </a:cubicBezTo>
                  <a:cubicBezTo>
                    <a:pt x="590" y="12507"/>
                    <a:pt x="539" y="8663"/>
                    <a:pt x="462" y="4793"/>
                  </a:cubicBezTo>
                  <a:cubicBezTo>
                    <a:pt x="462" y="3178"/>
                    <a:pt x="308" y="1589"/>
                    <a:pt x="1" y="0"/>
                  </a:cubicBezTo>
                  <a:lnTo>
                    <a:pt x="2743" y="0"/>
                  </a:lnTo>
                  <a:cubicBezTo>
                    <a:pt x="2794" y="1666"/>
                    <a:pt x="2897" y="3306"/>
                    <a:pt x="2871" y="4972"/>
                  </a:cubicBezTo>
                  <a:cubicBezTo>
                    <a:pt x="2871" y="7638"/>
                    <a:pt x="2769" y="10303"/>
                    <a:pt x="2743" y="12969"/>
                  </a:cubicBezTo>
                  <a:cubicBezTo>
                    <a:pt x="2692" y="16403"/>
                    <a:pt x="2897" y="19863"/>
                    <a:pt x="3384" y="23272"/>
                  </a:cubicBezTo>
                  <a:cubicBezTo>
                    <a:pt x="3768" y="25963"/>
                    <a:pt x="4460" y="28603"/>
                    <a:pt x="5460" y="31140"/>
                  </a:cubicBezTo>
                  <a:cubicBezTo>
                    <a:pt x="6511" y="33832"/>
                    <a:pt x="8048" y="36266"/>
                    <a:pt x="10022" y="38368"/>
                  </a:cubicBezTo>
                  <a:cubicBezTo>
                    <a:pt x="12380" y="40777"/>
                    <a:pt x="15353" y="42520"/>
                    <a:pt x="18634" y="43392"/>
                  </a:cubicBezTo>
                  <a:cubicBezTo>
                    <a:pt x="21632" y="44186"/>
                    <a:pt x="24759" y="44442"/>
                    <a:pt x="27835" y="44084"/>
                  </a:cubicBezTo>
                  <a:cubicBezTo>
                    <a:pt x="29834" y="43879"/>
                    <a:pt x="31807" y="43571"/>
                    <a:pt x="33755" y="43135"/>
                  </a:cubicBezTo>
                  <a:cubicBezTo>
                    <a:pt x="36113" y="42648"/>
                    <a:pt x="38446" y="42110"/>
                    <a:pt x="40804" y="41674"/>
                  </a:cubicBezTo>
                  <a:cubicBezTo>
                    <a:pt x="41880" y="41495"/>
                    <a:pt x="42982" y="41367"/>
                    <a:pt x="44059" y="41290"/>
                  </a:cubicBezTo>
                  <a:cubicBezTo>
                    <a:pt x="44853" y="41239"/>
                    <a:pt x="45648" y="41316"/>
                    <a:pt x="46442" y="41521"/>
                  </a:cubicBezTo>
                  <a:cubicBezTo>
                    <a:pt x="47647" y="41828"/>
                    <a:pt x="48416" y="42520"/>
                    <a:pt x="48723" y="43545"/>
                  </a:cubicBezTo>
                  <a:cubicBezTo>
                    <a:pt x="48877" y="44160"/>
                    <a:pt x="48928" y="44776"/>
                    <a:pt x="48826" y="45416"/>
                  </a:cubicBezTo>
                  <a:cubicBezTo>
                    <a:pt x="48672" y="46518"/>
                    <a:pt x="48365" y="47595"/>
                    <a:pt x="47903" y="48594"/>
                  </a:cubicBezTo>
                  <a:cubicBezTo>
                    <a:pt x="47314" y="49927"/>
                    <a:pt x="46622" y="51209"/>
                    <a:pt x="45827" y="52439"/>
                  </a:cubicBezTo>
                  <a:cubicBezTo>
                    <a:pt x="44725" y="54156"/>
                    <a:pt x="43572" y="55873"/>
                    <a:pt x="42521" y="57591"/>
                  </a:cubicBezTo>
                  <a:cubicBezTo>
                    <a:pt x="41854" y="58667"/>
                    <a:pt x="41239" y="59795"/>
                    <a:pt x="40701" y="60922"/>
                  </a:cubicBezTo>
                  <a:cubicBezTo>
                    <a:pt x="39753" y="62845"/>
                    <a:pt x="39368" y="64972"/>
                    <a:pt x="39548" y="67099"/>
                  </a:cubicBezTo>
                  <a:cubicBezTo>
                    <a:pt x="39650" y="68125"/>
                    <a:pt x="39753" y="69150"/>
                    <a:pt x="39932" y="70175"/>
                  </a:cubicBezTo>
                  <a:cubicBezTo>
                    <a:pt x="40394" y="72892"/>
                    <a:pt x="40727" y="75660"/>
                    <a:pt x="40906" y="78402"/>
                  </a:cubicBezTo>
                  <a:cubicBezTo>
                    <a:pt x="41188" y="82810"/>
                    <a:pt x="41419" y="87219"/>
                    <a:pt x="41675" y="91627"/>
                  </a:cubicBezTo>
                  <a:cubicBezTo>
                    <a:pt x="41829" y="94241"/>
                    <a:pt x="41983" y="96830"/>
                    <a:pt x="42188" y="99419"/>
                  </a:cubicBezTo>
                  <a:cubicBezTo>
                    <a:pt x="42393" y="102007"/>
                    <a:pt x="42598" y="104622"/>
                    <a:pt x="42777" y="107210"/>
                  </a:cubicBezTo>
                  <a:cubicBezTo>
                    <a:pt x="42957" y="110055"/>
                    <a:pt x="43110" y="112900"/>
                    <a:pt x="43315" y="115745"/>
                  </a:cubicBezTo>
                  <a:cubicBezTo>
                    <a:pt x="43392" y="116898"/>
                    <a:pt x="43495" y="118052"/>
                    <a:pt x="43623" y="119205"/>
                  </a:cubicBezTo>
                  <a:cubicBezTo>
                    <a:pt x="43854" y="121384"/>
                    <a:pt x="44110" y="123562"/>
                    <a:pt x="44366" y="125766"/>
                  </a:cubicBezTo>
                  <a:cubicBezTo>
                    <a:pt x="44699" y="128509"/>
                    <a:pt x="44981" y="131251"/>
                    <a:pt x="45340" y="133994"/>
                  </a:cubicBezTo>
                  <a:cubicBezTo>
                    <a:pt x="45545" y="135813"/>
                    <a:pt x="46007" y="137607"/>
                    <a:pt x="46699" y="139299"/>
                  </a:cubicBezTo>
                  <a:cubicBezTo>
                    <a:pt x="48185" y="142836"/>
                    <a:pt x="50953" y="145476"/>
                    <a:pt x="55028" y="147142"/>
                  </a:cubicBezTo>
                  <a:cubicBezTo>
                    <a:pt x="55772" y="147449"/>
                    <a:pt x="56566" y="147706"/>
                    <a:pt x="57335" y="147962"/>
                  </a:cubicBezTo>
                  <a:cubicBezTo>
                    <a:pt x="59129" y="148475"/>
                    <a:pt x="60949" y="148910"/>
                    <a:pt x="62794" y="149243"/>
                  </a:cubicBezTo>
                  <a:cubicBezTo>
                    <a:pt x="65998" y="149884"/>
                    <a:pt x="69202" y="150474"/>
                    <a:pt x="72406" y="151191"/>
                  </a:cubicBezTo>
                  <a:cubicBezTo>
                    <a:pt x="77173" y="152293"/>
                    <a:pt x="81735" y="153857"/>
                    <a:pt x="86246" y="155523"/>
                  </a:cubicBezTo>
                  <a:cubicBezTo>
                    <a:pt x="89655" y="156804"/>
                    <a:pt x="93063" y="158086"/>
                    <a:pt x="96524" y="159290"/>
                  </a:cubicBezTo>
                  <a:cubicBezTo>
                    <a:pt x="100471" y="160674"/>
                    <a:pt x="104546" y="161571"/>
                    <a:pt x="108698" y="161905"/>
                  </a:cubicBezTo>
                  <a:cubicBezTo>
                    <a:pt x="111517" y="162135"/>
                    <a:pt x="114311" y="162084"/>
                    <a:pt x="117104" y="161725"/>
                  </a:cubicBezTo>
                  <a:cubicBezTo>
                    <a:pt x="120026" y="161341"/>
                    <a:pt x="122923" y="160726"/>
                    <a:pt x="125767" y="159880"/>
                  </a:cubicBezTo>
                  <a:cubicBezTo>
                    <a:pt x="126126" y="159752"/>
                    <a:pt x="126485" y="159675"/>
                    <a:pt x="126844" y="159598"/>
                  </a:cubicBezTo>
                  <a:lnTo>
                    <a:pt x="126844" y="163160"/>
                  </a:lnTo>
                  <a:cubicBezTo>
                    <a:pt x="125972" y="163442"/>
                    <a:pt x="125075" y="163750"/>
                    <a:pt x="124178" y="163981"/>
                  </a:cubicBezTo>
                  <a:cubicBezTo>
                    <a:pt x="120872" y="164903"/>
                    <a:pt x="117489" y="165442"/>
                    <a:pt x="114055" y="16559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02" name="Google Shape;203;p8"/>
            <p:cNvSpPr/>
            <p:nvPr/>
          </p:nvSpPr>
          <p:spPr>
            <a:xfrm>
              <a:off x="1080" y="0"/>
              <a:ext cx="2113920" cy="627480"/>
            </a:xfrm>
            <a:custGeom>
              <a:avLst/>
              <a:gdLst>
                <a:gd name="textAreaLeft" fmla="*/ 0 w 2113920"/>
                <a:gd name="textAreaRight" fmla="*/ 2114280 w 2113920"/>
                <a:gd name="textAreaTop" fmla="*/ 0 h 627480"/>
                <a:gd name="textAreaBottom" fmla="*/ 627840 h 627480"/>
              </a:gdLst>
              <a:ahLst/>
              <a:cxnLst/>
              <a:rect l="textAreaLeft" t="textAreaTop" r="textAreaRight" b="textAreaBottom"/>
              <a:pathLst>
                <a:path w="65819" h="21478">
                  <a:moveTo>
                    <a:pt x="65152" y="513"/>
                  </a:moveTo>
                  <a:cubicBezTo>
                    <a:pt x="62179" y="2230"/>
                    <a:pt x="59616" y="4537"/>
                    <a:pt x="57565" y="7305"/>
                  </a:cubicBezTo>
                  <a:cubicBezTo>
                    <a:pt x="56591" y="8637"/>
                    <a:pt x="55617" y="9970"/>
                    <a:pt x="54643" y="11328"/>
                  </a:cubicBezTo>
                  <a:cubicBezTo>
                    <a:pt x="53311" y="13148"/>
                    <a:pt x="51875" y="14865"/>
                    <a:pt x="50312" y="16506"/>
                  </a:cubicBezTo>
                  <a:cubicBezTo>
                    <a:pt x="49210" y="17659"/>
                    <a:pt x="47954" y="18684"/>
                    <a:pt x="46596" y="19530"/>
                  </a:cubicBezTo>
                  <a:cubicBezTo>
                    <a:pt x="45032" y="20504"/>
                    <a:pt x="43264" y="21119"/>
                    <a:pt x="41418" y="21350"/>
                  </a:cubicBezTo>
                  <a:cubicBezTo>
                    <a:pt x="39983" y="21478"/>
                    <a:pt x="38548" y="21401"/>
                    <a:pt x="37112" y="21145"/>
                  </a:cubicBezTo>
                  <a:cubicBezTo>
                    <a:pt x="35088" y="20786"/>
                    <a:pt x="33088" y="20299"/>
                    <a:pt x="31141" y="19658"/>
                  </a:cubicBezTo>
                  <a:cubicBezTo>
                    <a:pt x="27578" y="18556"/>
                    <a:pt x="24118" y="17275"/>
                    <a:pt x="20735" y="15891"/>
                  </a:cubicBezTo>
                  <a:cubicBezTo>
                    <a:pt x="14250" y="13251"/>
                    <a:pt x="7817" y="10585"/>
                    <a:pt x="1358" y="7945"/>
                  </a:cubicBezTo>
                  <a:cubicBezTo>
                    <a:pt x="923" y="7766"/>
                    <a:pt x="538" y="7510"/>
                    <a:pt x="0" y="7510"/>
                  </a:cubicBezTo>
                  <a:lnTo>
                    <a:pt x="0" y="0"/>
                  </a:lnTo>
                  <a:lnTo>
                    <a:pt x="14122" y="0"/>
                  </a:lnTo>
                  <a:cubicBezTo>
                    <a:pt x="14302" y="51"/>
                    <a:pt x="14481" y="103"/>
                    <a:pt x="14660" y="128"/>
                  </a:cubicBezTo>
                  <a:cubicBezTo>
                    <a:pt x="18761" y="487"/>
                    <a:pt x="22888" y="718"/>
                    <a:pt x="27040" y="359"/>
                  </a:cubicBezTo>
                  <a:cubicBezTo>
                    <a:pt x="28116" y="282"/>
                    <a:pt x="29218" y="282"/>
                    <a:pt x="30295" y="0"/>
                  </a:cubicBezTo>
                  <a:lnTo>
                    <a:pt x="65818" y="0"/>
                  </a:lnTo>
                  <a:cubicBezTo>
                    <a:pt x="65613" y="179"/>
                    <a:pt x="65382" y="359"/>
                    <a:pt x="65152" y="513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03" name="Google Shape;204;p8"/>
            <p:cNvSpPr/>
            <p:nvPr/>
          </p:nvSpPr>
          <p:spPr>
            <a:xfrm>
              <a:off x="1080" y="0"/>
              <a:ext cx="3086640" cy="1400040"/>
            </a:xfrm>
            <a:custGeom>
              <a:avLst/>
              <a:gdLst>
                <a:gd name="textAreaLeft" fmla="*/ 0 w 3086640"/>
                <a:gd name="textAreaRight" fmla="*/ 3087000 w 3086640"/>
                <a:gd name="textAreaTop" fmla="*/ 0 h 1400040"/>
                <a:gd name="textAreaBottom" fmla="*/ 1400400 h 1400040"/>
              </a:gdLst>
              <a:ahLst/>
              <a:cxnLst/>
              <a:rect l="textAreaLeft" t="textAreaTop" r="textAreaRight" b="textAreaBottom"/>
              <a:pathLst>
                <a:path w="96113" h="47903">
                  <a:moveTo>
                    <a:pt x="90141" y="6894"/>
                  </a:moveTo>
                  <a:cubicBezTo>
                    <a:pt x="89141" y="8073"/>
                    <a:pt x="88168" y="9252"/>
                    <a:pt x="87194" y="10457"/>
                  </a:cubicBezTo>
                  <a:cubicBezTo>
                    <a:pt x="83862" y="14532"/>
                    <a:pt x="81376" y="19248"/>
                    <a:pt x="79915" y="24323"/>
                  </a:cubicBezTo>
                  <a:cubicBezTo>
                    <a:pt x="79018" y="27552"/>
                    <a:pt x="77967" y="30705"/>
                    <a:pt x="76762" y="33832"/>
                  </a:cubicBezTo>
                  <a:cubicBezTo>
                    <a:pt x="75839" y="36138"/>
                    <a:pt x="74712" y="38368"/>
                    <a:pt x="73379" y="40470"/>
                  </a:cubicBezTo>
                  <a:cubicBezTo>
                    <a:pt x="72482" y="41828"/>
                    <a:pt x="71457" y="43084"/>
                    <a:pt x="70303" y="44186"/>
                  </a:cubicBezTo>
                  <a:cubicBezTo>
                    <a:pt x="68484" y="45878"/>
                    <a:pt x="66228" y="47005"/>
                    <a:pt x="63819" y="47492"/>
                  </a:cubicBezTo>
                  <a:cubicBezTo>
                    <a:pt x="61871" y="47851"/>
                    <a:pt x="59872" y="47902"/>
                    <a:pt x="57924" y="47646"/>
                  </a:cubicBezTo>
                  <a:cubicBezTo>
                    <a:pt x="55182" y="47313"/>
                    <a:pt x="52490" y="46621"/>
                    <a:pt x="49953" y="45570"/>
                  </a:cubicBezTo>
                  <a:cubicBezTo>
                    <a:pt x="47441" y="44571"/>
                    <a:pt x="45032" y="43392"/>
                    <a:pt x="42674" y="42059"/>
                  </a:cubicBezTo>
                  <a:cubicBezTo>
                    <a:pt x="39342" y="40188"/>
                    <a:pt x="36164" y="38189"/>
                    <a:pt x="32986" y="36138"/>
                  </a:cubicBezTo>
                  <a:cubicBezTo>
                    <a:pt x="27117" y="32422"/>
                    <a:pt x="21222" y="28731"/>
                    <a:pt x="15096" y="25297"/>
                  </a:cubicBezTo>
                  <a:cubicBezTo>
                    <a:pt x="10534" y="22734"/>
                    <a:pt x="5869" y="20248"/>
                    <a:pt x="1128" y="17890"/>
                  </a:cubicBezTo>
                  <a:cubicBezTo>
                    <a:pt x="795" y="17659"/>
                    <a:pt x="410" y="17531"/>
                    <a:pt x="0" y="17480"/>
                  </a:cubicBezTo>
                  <a:lnTo>
                    <a:pt x="0" y="13533"/>
                  </a:lnTo>
                  <a:cubicBezTo>
                    <a:pt x="513" y="13738"/>
                    <a:pt x="1025" y="13943"/>
                    <a:pt x="1512" y="14173"/>
                  </a:cubicBezTo>
                  <a:cubicBezTo>
                    <a:pt x="11790" y="19043"/>
                    <a:pt x="21837" y="24195"/>
                    <a:pt x="31679" y="29628"/>
                  </a:cubicBezTo>
                  <a:cubicBezTo>
                    <a:pt x="34908" y="31422"/>
                    <a:pt x="38214" y="33165"/>
                    <a:pt x="41521" y="34857"/>
                  </a:cubicBezTo>
                  <a:cubicBezTo>
                    <a:pt x="43802" y="36061"/>
                    <a:pt x="46160" y="37061"/>
                    <a:pt x="48595" y="37881"/>
                  </a:cubicBezTo>
                  <a:cubicBezTo>
                    <a:pt x="50594" y="38599"/>
                    <a:pt x="52721" y="39034"/>
                    <a:pt x="54848" y="39188"/>
                  </a:cubicBezTo>
                  <a:cubicBezTo>
                    <a:pt x="58001" y="39342"/>
                    <a:pt x="60666" y="38547"/>
                    <a:pt x="62819" y="36574"/>
                  </a:cubicBezTo>
                  <a:cubicBezTo>
                    <a:pt x="63998" y="35498"/>
                    <a:pt x="64998" y="34242"/>
                    <a:pt x="65844" y="32858"/>
                  </a:cubicBezTo>
                  <a:cubicBezTo>
                    <a:pt x="67125" y="30756"/>
                    <a:pt x="68176" y="28526"/>
                    <a:pt x="68996" y="26219"/>
                  </a:cubicBezTo>
                  <a:cubicBezTo>
                    <a:pt x="69945" y="23451"/>
                    <a:pt x="70816" y="20658"/>
                    <a:pt x="71739" y="17890"/>
                  </a:cubicBezTo>
                  <a:cubicBezTo>
                    <a:pt x="72097" y="16788"/>
                    <a:pt x="72456" y="15711"/>
                    <a:pt x="72866" y="14635"/>
                  </a:cubicBezTo>
                  <a:cubicBezTo>
                    <a:pt x="73866" y="12097"/>
                    <a:pt x="75353" y="9765"/>
                    <a:pt x="77223" y="7766"/>
                  </a:cubicBezTo>
                  <a:cubicBezTo>
                    <a:pt x="78633" y="6254"/>
                    <a:pt x="80120" y="4844"/>
                    <a:pt x="81709" y="3511"/>
                  </a:cubicBezTo>
                  <a:cubicBezTo>
                    <a:pt x="82836" y="2537"/>
                    <a:pt x="83964" y="1589"/>
                    <a:pt x="85092" y="589"/>
                  </a:cubicBezTo>
                  <a:cubicBezTo>
                    <a:pt x="85271" y="410"/>
                    <a:pt x="85451" y="205"/>
                    <a:pt x="85630" y="0"/>
                  </a:cubicBezTo>
                  <a:lnTo>
                    <a:pt x="96113" y="0"/>
                  </a:lnTo>
                  <a:cubicBezTo>
                    <a:pt x="95857" y="333"/>
                    <a:pt x="95626" y="641"/>
                    <a:pt x="95370" y="948"/>
                  </a:cubicBezTo>
                  <a:cubicBezTo>
                    <a:pt x="93627" y="2922"/>
                    <a:pt x="91884" y="4895"/>
                    <a:pt x="90141" y="6894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04" name="Google Shape;205;p8"/>
            <p:cNvSpPr/>
            <p:nvPr/>
          </p:nvSpPr>
          <p:spPr>
            <a:xfrm>
              <a:off x="1080" y="1999800"/>
              <a:ext cx="3473640" cy="3142800"/>
            </a:xfrm>
            <a:custGeom>
              <a:avLst/>
              <a:gdLst>
                <a:gd name="textAreaLeft" fmla="*/ 0 w 3473640"/>
                <a:gd name="textAreaRight" fmla="*/ 3474000 w 3473640"/>
                <a:gd name="textAreaTop" fmla="*/ 0 h 3142800"/>
                <a:gd name="textAreaBottom" fmla="*/ 3143160 h 3142800"/>
              </a:gdLst>
              <a:ahLst/>
              <a:cxnLst/>
              <a:rect l="textAreaLeft" t="textAreaTop" r="textAreaRight" b="textAreaBottom"/>
              <a:pathLst>
                <a:path w="108160" h="107519">
                  <a:moveTo>
                    <a:pt x="897" y="6280"/>
                  </a:moveTo>
                  <a:cubicBezTo>
                    <a:pt x="1717" y="5331"/>
                    <a:pt x="2614" y="4486"/>
                    <a:pt x="3588" y="3717"/>
                  </a:cubicBezTo>
                  <a:cubicBezTo>
                    <a:pt x="5869" y="1923"/>
                    <a:pt x="8586" y="769"/>
                    <a:pt x="11457" y="359"/>
                  </a:cubicBezTo>
                  <a:cubicBezTo>
                    <a:pt x="12918" y="129"/>
                    <a:pt x="14378" y="0"/>
                    <a:pt x="15865" y="0"/>
                  </a:cubicBezTo>
                  <a:cubicBezTo>
                    <a:pt x="19197" y="26"/>
                    <a:pt x="22503" y="308"/>
                    <a:pt x="25784" y="846"/>
                  </a:cubicBezTo>
                  <a:cubicBezTo>
                    <a:pt x="30423" y="1513"/>
                    <a:pt x="35011" y="2410"/>
                    <a:pt x="39573" y="3281"/>
                  </a:cubicBezTo>
                  <a:cubicBezTo>
                    <a:pt x="46954" y="4716"/>
                    <a:pt x="54387" y="5998"/>
                    <a:pt x="61948" y="6664"/>
                  </a:cubicBezTo>
                  <a:cubicBezTo>
                    <a:pt x="65306" y="6997"/>
                    <a:pt x="68689" y="7151"/>
                    <a:pt x="72097" y="7100"/>
                  </a:cubicBezTo>
                  <a:cubicBezTo>
                    <a:pt x="75968" y="6997"/>
                    <a:pt x="79863" y="6587"/>
                    <a:pt x="83682" y="5921"/>
                  </a:cubicBezTo>
                  <a:cubicBezTo>
                    <a:pt x="85605" y="5613"/>
                    <a:pt x="87552" y="5280"/>
                    <a:pt x="89500" y="4998"/>
                  </a:cubicBezTo>
                  <a:cubicBezTo>
                    <a:pt x="90910" y="4793"/>
                    <a:pt x="92371" y="4742"/>
                    <a:pt x="93806" y="4896"/>
                  </a:cubicBezTo>
                  <a:cubicBezTo>
                    <a:pt x="95985" y="5101"/>
                    <a:pt x="97779" y="5895"/>
                    <a:pt x="99086" y="7382"/>
                  </a:cubicBezTo>
                  <a:cubicBezTo>
                    <a:pt x="99573" y="7946"/>
                    <a:pt x="100009" y="8561"/>
                    <a:pt x="100419" y="9227"/>
                  </a:cubicBezTo>
                  <a:cubicBezTo>
                    <a:pt x="101034" y="10304"/>
                    <a:pt x="101495" y="11483"/>
                    <a:pt x="101777" y="12687"/>
                  </a:cubicBezTo>
                  <a:cubicBezTo>
                    <a:pt x="102623" y="15942"/>
                    <a:pt x="102572" y="19223"/>
                    <a:pt x="102162" y="22504"/>
                  </a:cubicBezTo>
                  <a:cubicBezTo>
                    <a:pt x="101752" y="25246"/>
                    <a:pt x="101239" y="27988"/>
                    <a:pt x="100547" y="30680"/>
                  </a:cubicBezTo>
                  <a:cubicBezTo>
                    <a:pt x="99394" y="35549"/>
                    <a:pt x="98317" y="40445"/>
                    <a:pt x="97625" y="45417"/>
                  </a:cubicBezTo>
                  <a:cubicBezTo>
                    <a:pt x="97164" y="48518"/>
                    <a:pt x="96882" y="51619"/>
                    <a:pt x="96779" y="54772"/>
                  </a:cubicBezTo>
                  <a:cubicBezTo>
                    <a:pt x="96677" y="58052"/>
                    <a:pt x="96728" y="61333"/>
                    <a:pt x="96959" y="64639"/>
                  </a:cubicBezTo>
                  <a:cubicBezTo>
                    <a:pt x="97241" y="68484"/>
                    <a:pt x="97728" y="72303"/>
                    <a:pt x="98445" y="76121"/>
                  </a:cubicBezTo>
                  <a:cubicBezTo>
                    <a:pt x="99188" y="80222"/>
                    <a:pt x="100188" y="84297"/>
                    <a:pt x="101341" y="88373"/>
                  </a:cubicBezTo>
                  <a:cubicBezTo>
                    <a:pt x="103059" y="94524"/>
                    <a:pt x="105160" y="100572"/>
                    <a:pt x="107646" y="106493"/>
                  </a:cubicBezTo>
                  <a:cubicBezTo>
                    <a:pt x="107800" y="106826"/>
                    <a:pt x="108005" y="107185"/>
                    <a:pt x="108159" y="107518"/>
                  </a:cubicBezTo>
                  <a:lnTo>
                    <a:pt x="102238" y="107518"/>
                  </a:lnTo>
                  <a:cubicBezTo>
                    <a:pt x="102238" y="107364"/>
                    <a:pt x="102213" y="107211"/>
                    <a:pt x="102187" y="107057"/>
                  </a:cubicBezTo>
                  <a:cubicBezTo>
                    <a:pt x="101726" y="105340"/>
                    <a:pt x="101239" y="103648"/>
                    <a:pt x="100778" y="101931"/>
                  </a:cubicBezTo>
                  <a:cubicBezTo>
                    <a:pt x="98753" y="94370"/>
                    <a:pt x="96907" y="86809"/>
                    <a:pt x="95575" y="79146"/>
                  </a:cubicBezTo>
                  <a:cubicBezTo>
                    <a:pt x="94729" y="74353"/>
                    <a:pt x="94165" y="69509"/>
                    <a:pt x="93883" y="64665"/>
                  </a:cubicBezTo>
                  <a:cubicBezTo>
                    <a:pt x="93499" y="57770"/>
                    <a:pt x="93781" y="50850"/>
                    <a:pt x="94780" y="44033"/>
                  </a:cubicBezTo>
                  <a:cubicBezTo>
                    <a:pt x="95370" y="39753"/>
                    <a:pt x="96215" y="35524"/>
                    <a:pt x="97087" y="31295"/>
                  </a:cubicBezTo>
                  <a:cubicBezTo>
                    <a:pt x="97728" y="28475"/>
                    <a:pt x="98189" y="25630"/>
                    <a:pt x="98496" y="22734"/>
                  </a:cubicBezTo>
                  <a:cubicBezTo>
                    <a:pt x="98702" y="20556"/>
                    <a:pt x="98573" y="18351"/>
                    <a:pt x="98112" y="16199"/>
                  </a:cubicBezTo>
                  <a:cubicBezTo>
                    <a:pt x="97830" y="14840"/>
                    <a:pt x="97317" y="13533"/>
                    <a:pt x="96549" y="12380"/>
                  </a:cubicBezTo>
                  <a:cubicBezTo>
                    <a:pt x="95344" y="10586"/>
                    <a:pt x="93524" y="9458"/>
                    <a:pt x="91064" y="9022"/>
                  </a:cubicBezTo>
                  <a:cubicBezTo>
                    <a:pt x="89603" y="8766"/>
                    <a:pt x="88142" y="8689"/>
                    <a:pt x="86655" y="8766"/>
                  </a:cubicBezTo>
                  <a:cubicBezTo>
                    <a:pt x="83810" y="8945"/>
                    <a:pt x="80991" y="9125"/>
                    <a:pt x="78146" y="9304"/>
                  </a:cubicBezTo>
                  <a:cubicBezTo>
                    <a:pt x="75224" y="9484"/>
                    <a:pt x="72303" y="9560"/>
                    <a:pt x="69381" y="9509"/>
                  </a:cubicBezTo>
                  <a:cubicBezTo>
                    <a:pt x="64306" y="9407"/>
                    <a:pt x="59231" y="9073"/>
                    <a:pt x="54182" y="8510"/>
                  </a:cubicBezTo>
                  <a:cubicBezTo>
                    <a:pt x="49620" y="7971"/>
                    <a:pt x="45032" y="7459"/>
                    <a:pt x="40444" y="6895"/>
                  </a:cubicBezTo>
                  <a:cubicBezTo>
                    <a:pt x="35575" y="6305"/>
                    <a:pt x="30679" y="5767"/>
                    <a:pt x="25758" y="5562"/>
                  </a:cubicBezTo>
                  <a:cubicBezTo>
                    <a:pt x="22683" y="5408"/>
                    <a:pt x="19607" y="5588"/>
                    <a:pt x="16583" y="6049"/>
                  </a:cubicBezTo>
                  <a:cubicBezTo>
                    <a:pt x="12149" y="6741"/>
                    <a:pt x="8407" y="8484"/>
                    <a:pt x="5382" y="11252"/>
                  </a:cubicBezTo>
                  <a:cubicBezTo>
                    <a:pt x="3742" y="12790"/>
                    <a:pt x="2307" y="14558"/>
                    <a:pt x="1102" y="16455"/>
                  </a:cubicBezTo>
                  <a:cubicBezTo>
                    <a:pt x="923" y="16737"/>
                    <a:pt x="743" y="17019"/>
                    <a:pt x="589" y="17275"/>
                  </a:cubicBezTo>
                  <a:cubicBezTo>
                    <a:pt x="461" y="17480"/>
                    <a:pt x="231" y="17634"/>
                    <a:pt x="0" y="17685"/>
                  </a:cubicBezTo>
                  <a:lnTo>
                    <a:pt x="0" y="6972"/>
                  </a:lnTo>
                  <a:cubicBezTo>
                    <a:pt x="359" y="6844"/>
                    <a:pt x="692" y="6587"/>
                    <a:pt x="897" y="6280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05" name="Google Shape;206;p8"/>
            <p:cNvSpPr/>
            <p:nvPr/>
          </p:nvSpPr>
          <p:spPr>
            <a:xfrm>
              <a:off x="1080" y="2722680"/>
              <a:ext cx="2599560" cy="2420280"/>
            </a:xfrm>
            <a:custGeom>
              <a:avLst/>
              <a:gdLst>
                <a:gd name="textAreaLeft" fmla="*/ 0 w 2599560"/>
                <a:gd name="textAreaRight" fmla="*/ 2599920 w 2599560"/>
                <a:gd name="textAreaTop" fmla="*/ 0 h 2420280"/>
                <a:gd name="textAreaBottom" fmla="*/ 2420640 h 2420280"/>
              </a:gdLst>
              <a:ahLst/>
              <a:cxnLst/>
              <a:rect l="textAreaLeft" t="textAreaTop" r="textAreaRight" b="textAreaBottom"/>
              <a:pathLst>
                <a:path w="80940" h="82811">
                  <a:moveTo>
                    <a:pt x="1333" y="34498"/>
                  </a:moveTo>
                  <a:cubicBezTo>
                    <a:pt x="3921" y="32294"/>
                    <a:pt x="6331" y="29962"/>
                    <a:pt x="8637" y="27553"/>
                  </a:cubicBezTo>
                  <a:cubicBezTo>
                    <a:pt x="12097" y="24016"/>
                    <a:pt x="15378" y="20376"/>
                    <a:pt x="18659" y="16737"/>
                  </a:cubicBezTo>
                  <a:cubicBezTo>
                    <a:pt x="20248" y="14943"/>
                    <a:pt x="21939" y="13251"/>
                    <a:pt x="23708" y="11662"/>
                  </a:cubicBezTo>
                  <a:cubicBezTo>
                    <a:pt x="27681" y="8125"/>
                    <a:pt x="32320" y="5408"/>
                    <a:pt x="37369" y="3717"/>
                  </a:cubicBezTo>
                  <a:cubicBezTo>
                    <a:pt x="39983" y="2820"/>
                    <a:pt x="42674" y="2102"/>
                    <a:pt x="45365" y="1589"/>
                  </a:cubicBezTo>
                  <a:cubicBezTo>
                    <a:pt x="49312" y="846"/>
                    <a:pt x="53311" y="385"/>
                    <a:pt x="57309" y="205"/>
                  </a:cubicBezTo>
                  <a:cubicBezTo>
                    <a:pt x="60513" y="0"/>
                    <a:pt x="63742" y="103"/>
                    <a:pt x="66946" y="462"/>
                  </a:cubicBezTo>
                  <a:cubicBezTo>
                    <a:pt x="68740" y="667"/>
                    <a:pt x="70508" y="1051"/>
                    <a:pt x="72226" y="1615"/>
                  </a:cubicBezTo>
                  <a:cubicBezTo>
                    <a:pt x="75481" y="2717"/>
                    <a:pt x="77787" y="4588"/>
                    <a:pt x="79018" y="7331"/>
                  </a:cubicBezTo>
                  <a:cubicBezTo>
                    <a:pt x="79274" y="7920"/>
                    <a:pt x="79505" y="8510"/>
                    <a:pt x="79710" y="9125"/>
                  </a:cubicBezTo>
                  <a:cubicBezTo>
                    <a:pt x="80197" y="10791"/>
                    <a:pt x="80504" y="12508"/>
                    <a:pt x="80607" y="14225"/>
                  </a:cubicBezTo>
                  <a:cubicBezTo>
                    <a:pt x="80940" y="17736"/>
                    <a:pt x="80837" y="21222"/>
                    <a:pt x="80760" y="24733"/>
                  </a:cubicBezTo>
                  <a:cubicBezTo>
                    <a:pt x="80581" y="31243"/>
                    <a:pt x="80376" y="37753"/>
                    <a:pt x="80222" y="44289"/>
                  </a:cubicBezTo>
                  <a:cubicBezTo>
                    <a:pt x="80094" y="49364"/>
                    <a:pt x="80043" y="54438"/>
                    <a:pt x="79966" y="59488"/>
                  </a:cubicBezTo>
                  <a:cubicBezTo>
                    <a:pt x="79889" y="63101"/>
                    <a:pt x="79658" y="66690"/>
                    <a:pt x="79274" y="70278"/>
                  </a:cubicBezTo>
                  <a:cubicBezTo>
                    <a:pt x="78889" y="74225"/>
                    <a:pt x="78172" y="78146"/>
                    <a:pt x="77121" y="81965"/>
                  </a:cubicBezTo>
                  <a:cubicBezTo>
                    <a:pt x="77044" y="82247"/>
                    <a:pt x="76993" y="82529"/>
                    <a:pt x="76967" y="82811"/>
                  </a:cubicBezTo>
                  <a:lnTo>
                    <a:pt x="70816" y="82811"/>
                  </a:lnTo>
                  <a:cubicBezTo>
                    <a:pt x="70918" y="82478"/>
                    <a:pt x="71021" y="82119"/>
                    <a:pt x="71149" y="81811"/>
                  </a:cubicBezTo>
                  <a:cubicBezTo>
                    <a:pt x="72379" y="78864"/>
                    <a:pt x="73328" y="75839"/>
                    <a:pt x="74020" y="72738"/>
                  </a:cubicBezTo>
                  <a:cubicBezTo>
                    <a:pt x="74994" y="68381"/>
                    <a:pt x="75660" y="63947"/>
                    <a:pt x="76019" y="59513"/>
                  </a:cubicBezTo>
                  <a:cubicBezTo>
                    <a:pt x="76403" y="55130"/>
                    <a:pt x="76634" y="50748"/>
                    <a:pt x="76762" y="46365"/>
                  </a:cubicBezTo>
                  <a:cubicBezTo>
                    <a:pt x="76865" y="43623"/>
                    <a:pt x="76993" y="40855"/>
                    <a:pt x="77095" y="38112"/>
                  </a:cubicBezTo>
                  <a:cubicBezTo>
                    <a:pt x="77275" y="32909"/>
                    <a:pt x="77403" y="27706"/>
                    <a:pt x="77198" y="22503"/>
                  </a:cubicBezTo>
                  <a:cubicBezTo>
                    <a:pt x="77121" y="20222"/>
                    <a:pt x="76813" y="17941"/>
                    <a:pt x="76301" y="15712"/>
                  </a:cubicBezTo>
                  <a:cubicBezTo>
                    <a:pt x="75942" y="14071"/>
                    <a:pt x="75301" y="12508"/>
                    <a:pt x="74455" y="11073"/>
                  </a:cubicBezTo>
                  <a:cubicBezTo>
                    <a:pt x="73123" y="8971"/>
                    <a:pt x="71149" y="7407"/>
                    <a:pt x="68535" y="6459"/>
                  </a:cubicBezTo>
                  <a:cubicBezTo>
                    <a:pt x="67715" y="6177"/>
                    <a:pt x="66895" y="5947"/>
                    <a:pt x="66074" y="5741"/>
                  </a:cubicBezTo>
                  <a:cubicBezTo>
                    <a:pt x="63511" y="5203"/>
                    <a:pt x="60897" y="4998"/>
                    <a:pt x="58283" y="5101"/>
                  </a:cubicBezTo>
                  <a:cubicBezTo>
                    <a:pt x="52619" y="5255"/>
                    <a:pt x="47031" y="6280"/>
                    <a:pt x="41675" y="8099"/>
                  </a:cubicBezTo>
                  <a:cubicBezTo>
                    <a:pt x="36856" y="9765"/>
                    <a:pt x="32345" y="12200"/>
                    <a:pt x="28296" y="15276"/>
                  </a:cubicBezTo>
                  <a:cubicBezTo>
                    <a:pt x="26040" y="16967"/>
                    <a:pt x="23939" y="18787"/>
                    <a:pt x="21888" y="20607"/>
                  </a:cubicBezTo>
                  <a:cubicBezTo>
                    <a:pt x="18172" y="23913"/>
                    <a:pt x="14455" y="27245"/>
                    <a:pt x="10739" y="30551"/>
                  </a:cubicBezTo>
                  <a:cubicBezTo>
                    <a:pt x="7715" y="33242"/>
                    <a:pt x="4537" y="35754"/>
                    <a:pt x="1230" y="38112"/>
                  </a:cubicBezTo>
                  <a:cubicBezTo>
                    <a:pt x="1000" y="38292"/>
                    <a:pt x="769" y="38445"/>
                    <a:pt x="538" y="38573"/>
                  </a:cubicBezTo>
                  <a:cubicBezTo>
                    <a:pt x="359" y="38625"/>
                    <a:pt x="179" y="38625"/>
                    <a:pt x="0" y="38625"/>
                  </a:cubicBezTo>
                  <a:lnTo>
                    <a:pt x="0" y="35242"/>
                  </a:lnTo>
                  <a:cubicBezTo>
                    <a:pt x="179" y="35242"/>
                    <a:pt x="359" y="35216"/>
                    <a:pt x="513" y="35165"/>
                  </a:cubicBezTo>
                  <a:cubicBezTo>
                    <a:pt x="820" y="34960"/>
                    <a:pt x="1076" y="34729"/>
                    <a:pt x="1333" y="3449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06" name="Google Shape;207;p8"/>
            <p:cNvSpPr/>
            <p:nvPr/>
          </p:nvSpPr>
          <p:spPr>
            <a:xfrm>
              <a:off x="5226120" y="0"/>
              <a:ext cx="3917520" cy="4620960"/>
            </a:xfrm>
            <a:custGeom>
              <a:avLst/>
              <a:gdLst>
                <a:gd name="textAreaLeft" fmla="*/ 0 w 3917520"/>
                <a:gd name="textAreaRight" fmla="*/ 3917880 w 3917520"/>
                <a:gd name="textAreaTop" fmla="*/ 0 h 4620960"/>
                <a:gd name="textAreaBottom" fmla="*/ 4621320 h 4620960"/>
              </a:gdLst>
              <a:ahLst/>
              <a:cxnLst/>
              <a:rect l="textAreaLeft" t="textAreaTop" r="textAreaRight" b="textAreaBottom"/>
              <a:pathLst>
                <a:path w="121974" h="158086">
                  <a:moveTo>
                    <a:pt x="100009" y="157368"/>
                  </a:moveTo>
                  <a:cubicBezTo>
                    <a:pt x="96703" y="156856"/>
                    <a:pt x="93473" y="156061"/>
                    <a:pt x="90321" y="154959"/>
                  </a:cubicBezTo>
                  <a:cubicBezTo>
                    <a:pt x="88065" y="154190"/>
                    <a:pt x="85810" y="153370"/>
                    <a:pt x="83554" y="152498"/>
                  </a:cubicBezTo>
                  <a:cubicBezTo>
                    <a:pt x="78685" y="150679"/>
                    <a:pt x="73789" y="148885"/>
                    <a:pt x="68740" y="147424"/>
                  </a:cubicBezTo>
                  <a:cubicBezTo>
                    <a:pt x="65818" y="146578"/>
                    <a:pt x="62871" y="145758"/>
                    <a:pt x="59923" y="144938"/>
                  </a:cubicBezTo>
                  <a:cubicBezTo>
                    <a:pt x="58155" y="144425"/>
                    <a:pt x="56412" y="143810"/>
                    <a:pt x="54721" y="143041"/>
                  </a:cubicBezTo>
                  <a:cubicBezTo>
                    <a:pt x="50876" y="141298"/>
                    <a:pt x="48185" y="138709"/>
                    <a:pt x="46647" y="135326"/>
                  </a:cubicBezTo>
                  <a:cubicBezTo>
                    <a:pt x="46083" y="133994"/>
                    <a:pt x="45596" y="132635"/>
                    <a:pt x="45263" y="131251"/>
                  </a:cubicBezTo>
                  <a:cubicBezTo>
                    <a:pt x="44443" y="128124"/>
                    <a:pt x="43776" y="124997"/>
                    <a:pt x="43213" y="121819"/>
                  </a:cubicBezTo>
                  <a:cubicBezTo>
                    <a:pt x="42879" y="119871"/>
                    <a:pt x="42546" y="117924"/>
                    <a:pt x="42290" y="115950"/>
                  </a:cubicBezTo>
                  <a:cubicBezTo>
                    <a:pt x="41982" y="113515"/>
                    <a:pt x="41777" y="111080"/>
                    <a:pt x="41521" y="108646"/>
                  </a:cubicBezTo>
                  <a:cubicBezTo>
                    <a:pt x="41239" y="105698"/>
                    <a:pt x="40957" y="102725"/>
                    <a:pt x="40726" y="99752"/>
                  </a:cubicBezTo>
                  <a:cubicBezTo>
                    <a:pt x="40445" y="96010"/>
                    <a:pt x="40240" y="92242"/>
                    <a:pt x="40163" y="88500"/>
                  </a:cubicBezTo>
                  <a:cubicBezTo>
                    <a:pt x="39983" y="81247"/>
                    <a:pt x="40445" y="73994"/>
                    <a:pt x="41598" y="66843"/>
                  </a:cubicBezTo>
                  <a:cubicBezTo>
                    <a:pt x="41957" y="64357"/>
                    <a:pt x="42700" y="61922"/>
                    <a:pt x="43751" y="59641"/>
                  </a:cubicBezTo>
                  <a:cubicBezTo>
                    <a:pt x="44520" y="58052"/>
                    <a:pt x="45391" y="56488"/>
                    <a:pt x="46263" y="54925"/>
                  </a:cubicBezTo>
                  <a:cubicBezTo>
                    <a:pt x="47749" y="52362"/>
                    <a:pt x="49313" y="49799"/>
                    <a:pt x="50799" y="47236"/>
                  </a:cubicBezTo>
                  <a:cubicBezTo>
                    <a:pt x="52183" y="44852"/>
                    <a:pt x="53413" y="42392"/>
                    <a:pt x="54439" y="39855"/>
                  </a:cubicBezTo>
                  <a:cubicBezTo>
                    <a:pt x="55002" y="38573"/>
                    <a:pt x="55387" y="37215"/>
                    <a:pt x="55592" y="35831"/>
                  </a:cubicBezTo>
                  <a:cubicBezTo>
                    <a:pt x="55720" y="35113"/>
                    <a:pt x="55694" y="34395"/>
                    <a:pt x="55541" y="33678"/>
                  </a:cubicBezTo>
                  <a:cubicBezTo>
                    <a:pt x="55207" y="32473"/>
                    <a:pt x="54310" y="31756"/>
                    <a:pt x="52824" y="31627"/>
                  </a:cubicBezTo>
                  <a:cubicBezTo>
                    <a:pt x="52132" y="31551"/>
                    <a:pt x="51440" y="31576"/>
                    <a:pt x="50773" y="31679"/>
                  </a:cubicBezTo>
                  <a:cubicBezTo>
                    <a:pt x="49851" y="31807"/>
                    <a:pt x="48928" y="32012"/>
                    <a:pt x="48031" y="32268"/>
                  </a:cubicBezTo>
                  <a:cubicBezTo>
                    <a:pt x="46032" y="32832"/>
                    <a:pt x="44084" y="33524"/>
                    <a:pt x="42187" y="34344"/>
                  </a:cubicBezTo>
                  <a:cubicBezTo>
                    <a:pt x="39804" y="35318"/>
                    <a:pt x="37446" y="36343"/>
                    <a:pt x="35062" y="37317"/>
                  </a:cubicBezTo>
                  <a:cubicBezTo>
                    <a:pt x="32961" y="38163"/>
                    <a:pt x="30833" y="39009"/>
                    <a:pt x="28655" y="39752"/>
                  </a:cubicBezTo>
                  <a:cubicBezTo>
                    <a:pt x="26399" y="40572"/>
                    <a:pt x="24067" y="41136"/>
                    <a:pt x="21683" y="41418"/>
                  </a:cubicBezTo>
                  <a:cubicBezTo>
                    <a:pt x="16506" y="41956"/>
                    <a:pt x="12021" y="40752"/>
                    <a:pt x="8202" y="37804"/>
                  </a:cubicBezTo>
                  <a:cubicBezTo>
                    <a:pt x="6920" y="36779"/>
                    <a:pt x="5818" y="35574"/>
                    <a:pt x="4896" y="34242"/>
                  </a:cubicBezTo>
                  <a:cubicBezTo>
                    <a:pt x="3742" y="32576"/>
                    <a:pt x="2845" y="30782"/>
                    <a:pt x="2179" y="28885"/>
                  </a:cubicBezTo>
                  <a:cubicBezTo>
                    <a:pt x="846" y="25117"/>
                    <a:pt x="333" y="21273"/>
                    <a:pt x="154" y="17377"/>
                  </a:cubicBezTo>
                  <a:cubicBezTo>
                    <a:pt x="0" y="13148"/>
                    <a:pt x="257" y="8919"/>
                    <a:pt x="487" y="4690"/>
                  </a:cubicBezTo>
                  <a:cubicBezTo>
                    <a:pt x="564" y="3127"/>
                    <a:pt x="564" y="1563"/>
                    <a:pt x="590" y="0"/>
                  </a:cubicBezTo>
                  <a:lnTo>
                    <a:pt x="1717" y="0"/>
                  </a:lnTo>
                  <a:cubicBezTo>
                    <a:pt x="1692" y="1153"/>
                    <a:pt x="1717" y="2332"/>
                    <a:pt x="1641" y="3486"/>
                  </a:cubicBezTo>
                  <a:cubicBezTo>
                    <a:pt x="1512" y="6254"/>
                    <a:pt x="1333" y="9047"/>
                    <a:pt x="1179" y="11841"/>
                  </a:cubicBezTo>
                  <a:cubicBezTo>
                    <a:pt x="1000" y="14917"/>
                    <a:pt x="1102" y="18044"/>
                    <a:pt x="1461" y="21119"/>
                  </a:cubicBezTo>
                  <a:cubicBezTo>
                    <a:pt x="1717" y="23349"/>
                    <a:pt x="2179" y="25553"/>
                    <a:pt x="2871" y="27680"/>
                  </a:cubicBezTo>
                  <a:cubicBezTo>
                    <a:pt x="3640" y="30166"/>
                    <a:pt x="4870" y="32473"/>
                    <a:pt x="6510" y="34524"/>
                  </a:cubicBezTo>
                  <a:cubicBezTo>
                    <a:pt x="7792" y="36113"/>
                    <a:pt x="9407" y="37445"/>
                    <a:pt x="11252" y="38394"/>
                  </a:cubicBezTo>
                  <a:cubicBezTo>
                    <a:pt x="14148" y="39906"/>
                    <a:pt x="17429" y="40572"/>
                    <a:pt x="20684" y="40265"/>
                  </a:cubicBezTo>
                  <a:cubicBezTo>
                    <a:pt x="22709" y="40085"/>
                    <a:pt x="24682" y="39650"/>
                    <a:pt x="26604" y="39009"/>
                  </a:cubicBezTo>
                  <a:cubicBezTo>
                    <a:pt x="29014" y="38214"/>
                    <a:pt x="31372" y="37266"/>
                    <a:pt x="33627" y="36138"/>
                  </a:cubicBezTo>
                  <a:cubicBezTo>
                    <a:pt x="36626" y="34652"/>
                    <a:pt x="39599" y="33140"/>
                    <a:pt x="42597" y="31679"/>
                  </a:cubicBezTo>
                  <a:cubicBezTo>
                    <a:pt x="44955" y="30525"/>
                    <a:pt x="47313" y="29372"/>
                    <a:pt x="49723" y="28296"/>
                  </a:cubicBezTo>
                  <a:cubicBezTo>
                    <a:pt x="51184" y="27655"/>
                    <a:pt x="52721" y="27142"/>
                    <a:pt x="54259" y="26604"/>
                  </a:cubicBezTo>
                  <a:cubicBezTo>
                    <a:pt x="55361" y="26219"/>
                    <a:pt x="56515" y="25989"/>
                    <a:pt x="57668" y="25861"/>
                  </a:cubicBezTo>
                  <a:cubicBezTo>
                    <a:pt x="58386" y="25784"/>
                    <a:pt x="59103" y="25809"/>
                    <a:pt x="59821" y="25938"/>
                  </a:cubicBezTo>
                  <a:cubicBezTo>
                    <a:pt x="60923" y="26143"/>
                    <a:pt x="61641" y="26706"/>
                    <a:pt x="61923" y="27603"/>
                  </a:cubicBezTo>
                  <a:cubicBezTo>
                    <a:pt x="62076" y="28014"/>
                    <a:pt x="62153" y="28449"/>
                    <a:pt x="62153" y="28885"/>
                  </a:cubicBezTo>
                  <a:cubicBezTo>
                    <a:pt x="62128" y="29474"/>
                    <a:pt x="62076" y="30064"/>
                    <a:pt x="61948" y="30653"/>
                  </a:cubicBezTo>
                  <a:cubicBezTo>
                    <a:pt x="61564" y="32473"/>
                    <a:pt x="60795" y="34216"/>
                    <a:pt x="59949" y="35933"/>
                  </a:cubicBezTo>
                  <a:cubicBezTo>
                    <a:pt x="58437" y="39086"/>
                    <a:pt x="56694" y="42136"/>
                    <a:pt x="54951" y="45186"/>
                  </a:cubicBezTo>
                  <a:cubicBezTo>
                    <a:pt x="52824" y="48928"/>
                    <a:pt x="50671" y="52670"/>
                    <a:pt x="48595" y="56437"/>
                  </a:cubicBezTo>
                  <a:cubicBezTo>
                    <a:pt x="46852" y="59513"/>
                    <a:pt x="45494" y="62768"/>
                    <a:pt x="44520" y="66177"/>
                  </a:cubicBezTo>
                  <a:cubicBezTo>
                    <a:pt x="43161" y="71123"/>
                    <a:pt x="42316" y="76198"/>
                    <a:pt x="41982" y="81324"/>
                  </a:cubicBezTo>
                  <a:cubicBezTo>
                    <a:pt x="41700" y="86219"/>
                    <a:pt x="41752" y="91166"/>
                    <a:pt x="42111" y="96061"/>
                  </a:cubicBezTo>
                  <a:cubicBezTo>
                    <a:pt x="42316" y="99086"/>
                    <a:pt x="42597" y="102110"/>
                    <a:pt x="42931" y="105134"/>
                  </a:cubicBezTo>
                  <a:cubicBezTo>
                    <a:pt x="43238" y="108338"/>
                    <a:pt x="43623" y="111516"/>
                    <a:pt x="44084" y="114669"/>
                  </a:cubicBezTo>
                  <a:cubicBezTo>
                    <a:pt x="44699" y="119103"/>
                    <a:pt x="45647" y="123511"/>
                    <a:pt x="46878" y="127817"/>
                  </a:cubicBezTo>
                  <a:cubicBezTo>
                    <a:pt x="47390" y="129713"/>
                    <a:pt x="48057" y="131584"/>
                    <a:pt x="48877" y="133378"/>
                  </a:cubicBezTo>
                  <a:cubicBezTo>
                    <a:pt x="50492" y="136787"/>
                    <a:pt x="53157" y="139427"/>
                    <a:pt x="56976" y="141247"/>
                  </a:cubicBezTo>
                  <a:cubicBezTo>
                    <a:pt x="57950" y="141683"/>
                    <a:pt x="58898" y="142118"/>
                    <a:pt x="59923" y="142503"/>
                  </a:cubicBezTo>
                  <a:cubicBezTo>
                    <a:pt x="61333" y="143015"/>
                    <a:pt x="62768" y="143528"/>
                    <a:pt x="64204" y="143989"/>
                  </a:cubicBezTo>
                  <a:cubicBezTo>
                    <a:pt x="68817" y="145450"/>
                    <a:pt x="73431" y="146860"/>
                    <a:pt x="77941" y="148551"/>
                  </a:cubicBezTo>
                  <a:cubicBezTo>
                    <a:pt x="81171" y="149730"/>
                    <a:pt x="84451" y="150935"/>
                    <a:pt x="87706" y="152140"/>
                  </a:cubicBezTo>
                  <a:cubicBezTo>
                    <a:pt x="89859" y="152934"/>
                    <a:pt x="92038" y="153652"/>
                    <a:pt x="94268" y="154216"/>
                  </a:cubicBezTo>
                  <a:cubicBezTo>
                    <a:pt x="98727" y="155446"/>
                    <a:pt x="103341" y="155984"/>
                    <a:pt x="107954" y="155830"/>
                  </a:cubicBezTo>
                  <a:cubicBezTo>
                    <a:pt x="111261" y="155677"/>
                    <a:pt x="114567" y="155190"/>
                    <a:pt x="117796" y="154395"/>
                  </a:cubicBezTo>
                  <a:cubicBezTo>
                    <a:pt x="119206" y="154087"/>
                    <a:pt x="120616" y="153703"/>
                    <a:pt x="121974" y="153190"/>
                  </a:cubicBezTo>
                  <a:lnTo>
                    <a:pt x="121974" y="155266"/>
                  </a:lnTo>
                  <a:cubicBezTo>
                    <a:pt x="119308" y="156112"/>
                    <a:pt x="116566" y="156779"/>
                    <a:pt x="113824" y="157240"/>
                  </a:cubicBezTo>
                  <a:cubicBezTo>
                    <a:pt x="109236" y="158034"/>
                    <a:pt x="104571" y="158086"/>
                    <a:pt x="100009" y="15736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07" name="Google Shape;208;p8"/>
            <p:cNvSpPr/>
            <p:nvPr/>
          </p:nvSpPr>
          <p:spPr>
            <a:xfrm>
              <a:off x="1080" y="970920"/>
              <a:ext cx="5097240" cy="4172040"/>
            </a:xfrm>
            <a:custGeom>
              <a:avLst/>
              <a:gdLst>
                <a:gd name="textAreaLeft" fmla="*/ 0 w 5097240"/>
                <a:gd name="textAreaRight" fmla="*/ 5097600 w 5097240"/>
                <a:gd name="textAreaTop" fmla="*/ 0 h 4172040"/>
                <a:gd name="textAreaBottom" fmla="*/ 4172400 h 4172040"/>
              </a:gdLst>
              <a:ahLst/>
              <a:cxnLst/>
              <a:rect l="textAreaLeft" t="textAreaTop" r="textAreaRight" b="textAreaBottom"/>
              <a:pathLst>
                <a:path w="158702" h="142734">
                  <a:moveTo>
                    <a:pt x="1256" y="436"/>
                  </a:moveTo>
                  <a:cubicBezTo>
                    <a:pt x="5331" y="2358"/>
                    <a:pt x="9329" y="4460"/>
                    <a:pt x="13123" y="6741"/>
                  </a:cubicBezTo>
                  <a:cubicBezTo>
                    <a:pt x="17403" y="9304"/>
                    <a:pt x="21606" y="11893"/>
                    <a:pt x="25810" y="14533"/>
                  </a:cubicBezTo>
                  <a:cubicBezTo>
                    <a:pt x="29295" y="16686"/>
                    <a:pt x="32781" y="18864"/>
                    <a:pt x="36446" y="20838"/>
                  </a:cubicBezTo>
                  <a:cubicBezTo>
                    <a:pt x="41239" y="23426"/>
                    <a:pt x="46288" y="25579"/>
                    <a:pt x="51491" y="27220"/>
                  </a:cubicBezTo>
                  <a:cubicBezTo>
                    <a:pt x="56079" y="28680"/>
                    <a:pt x="60795" y="29783"/>
                    <a:pt x="65716" y="30013"/>
                  </a:cubicBezTo>
                  <a:cubicBezTo>
                    <a:pt x="68766" y="30193"/>
                    <a:pt x="71841" y="29859"/>
                    <a:pt x="74789" y="29065"/>
                  </a:cubicBezTo>
                  <a:cubicBezTo>
                    <a:pt x="77890" y="28168"/>
                    <a:pt x="80786" y="26656"/>
                    <a:pt x="83272" y="24605"/>
                  </a:cubicBezTo>
                  <a:cubicBezTo>
                    <a:pt x="84913" y="23272"/>
                    <a:pt x="86476" y="21786"/>
                    <a:pt x="87886" y="20197"/>
                  </a:cubicBezTo>
                  <a:cubicBezTo>
                    <a:pt x="89500" y="18352"/>
                    <a:pt x="91089" y="16455"/>
                    <a:pt x="92678" y="14610"/>
                  </a:cubicBezTo>
                  <a:cubicBezTo>
                    <a:pt x="93960" y="13123"/>
                    <a:pt x="95241" y="11636"/>
                    <a:pt x="96574" y="10201"/>
                  </a:cubicBezTo>
                  <a:cubicBezTo>
                    <a:pt x="97728" y="8971"/>
                    <a:pt x="99035" y="7920"/>
                    <a:pt x="100496" y="7074"/>
                  </a:cubicBezTo>
                  <a:cubicBezTo>
                    <a:pt x="101546" y="6434"/>
                    <a:pt x="102725" y="5947"/>
                    <a:pt x="103930" y="5639"/>
                  </a:cubicBezTo>
                  <a:cubicBezTo>
                    <a:pt x="106006" y="5075"/>
                    <a:pt x="108236" y="5357"/>
                    <a:pt x="110107" y="6408"/>
                  </a:cubicBezTo>
                  <a:cubicBezTo>
                    <a:pt x="110696" y="6741"/>
                    <a:pt x="111260" y="7126"/>
                    <a:pt x="111773" y="7561"/>
                  </a:cubicBezTo>
                  <a:cubicBezTo>
                    <a:pt x="112644" y="8253"/>
                    <a:pt x="113439" y="9073"/>
                    <a:pt x="114105" y="9971"/>
                  </a:cubicBezTo>
                  <a:cubicBezTo>
                    <a:pt x="115028" y="11175"/>
                    <a:pt x="115874" y="12431"/>
                    <a:pt x="116566" y="13764"/>
                  </a:cubicBezTo>
                  <a:cubicBezTo>
                    <a:pt x="118360" y="17147"/>
                    <a:pt x="119821" y="20684"/>
                    <a:pt x="120923" y="24349"/>
                  </a:cubicBezTo>
                  <a:cubicBezTo>
                    <a:pt x="122819" y="30295"/>
                    <a:pt x="124203" y="36421"/>
                    <a:pt x="125075" y="42597"/>
                  </a:cubicBezTo>
                  <a:cubicBezTo>
                    <a:pt x="125562" y="45929"/>
                    <a:pt x="125844" y="49287"/>
                    <a:pt x="125946" y="52619"/>
                  </a:cubicBezTo>
                  <a:cubicBezTo>
                    <a:pt x="126126" y="57617"/>
                    <a:pt x="125972" y="62589"/>
                    <a:pt x="125818" y="67561"/>
                  </a:cubicBezTo>
                  <a:cubicBezTo>
                    <a:pt x="125639" y="72533"/>
                    <a:pt x="125972" y="77480"/>
                    <a:pt x="126843" y="82375"/>
                  </a:cubicBezTo>
                  <a:cubicBezTo>
                    <a:pt x="127459" y="85835"/>
                    <a:pt x="128766" y="89116"/>
                    <a:pt x="130714" y="92063"/>
                  </a:cubicBezTo>
                  <a:cubicBezTo>
                    <a:pt x="131457" y="93140"/>
                    <a:pt x="132174" y="94242"/>
                    <a:pt x="132918" y="95344"/>
                  </a:cubicBezTo>
                  <a:cubicBezTo>
                    <a:pt x="134353" y="97420"/>
                    <a:pt x="135378" y="99727"/>
                    <a:pt x="135968" y="102187"/>
                  </a:cubicBezTo>
                  <a:cubicBezTo>
                    <a:pt x="136506" y="104494"/>
                    <a:pt x="137019" y="106801"/>
                    <a:pt x="137506" y="109107"/>
                  </a:cubicBezTo>
                  <a:cubicBezTo>
                    <a:pt x="139171" y="116745"/>
                    <a:pt x="142503" y="123870"/>
                    <a:pt x="147450" y="130457"/>
                  </a:cubicBezTo>
                  <a:cubicBezTo>
                    <a:pt x="150808" y="134891"/>
                    <a:pt x="154575" y="138992"/>
                    <a:pt x="158702" y="142734"/>
                  </a:cubicBezTo>
                  <a:lnTo>
                    <a:pt x="155318" y="142734"/>
                  </a:lnTo>
                  <a:lnTo>
                    <a:pt x="153114" y="140453"/>
                  </a:lnTo>
                  <a:cubicBezTo>
                    <a:pt x="145656" y="132789"/>
                    <a:pt x="139915" y="124332"/>
                    <a:pt x="136275" y="114951"/>
                  </a:cubicBezTo>
                  <a:cubicBezTo>
                    <a:pt x="135378" y="112619"/>
                    <a:pt x="134507" y="110286"/>
                    <a:pt x="133661" y="107954"/>
                  </a:cubicBezTo>
                  <a:cubicBezTo>
                    <a:pt x="132661" y="105212"/>
                    <a:pt x="131354" y="102597"/>
                    <a:pt x="129740" y="100162"/>
                  </a:cubicBezTo>
                  <a:cubicBezTo>
                    <a:pt x="128817" y="98804"/>
                    <a:pt x="127945" y="97394"/>
                    <a:pt x="127100" y="95985"/>
                  </a:cubicBezTo>
                  <a:cubicBezTo>
                    <a:pt x="125331" y="93114"/>
                    <a:pt x="124152" y="89936"/>
                    <a:pt x="123640" y="86604"/>
                  </a:cubicBezTo>
                  <a:cubicBezTo>
                    <a:pt x="123230" y="83913"/>
                    <a:pt x="123024" y="81171"/>
                    <a:pt x="122999" y="78454"/>
                  </a:cubicBezTo>
                  <a:cubicBezTo>
                    <a:pt x="122896" y="73789"/>
                    <a:pt x="123178" y="69125"/>
                    <a:pt x="123511" y="64460"/>
                  </a:cubicBezTo>
                  <a:cubicBezTo>
                    <a:pt x="123793" y="60205"/>
                    <a:pt x="123973" y="55951"/>
                    <a:pt x="123845" y="51696"/>
                  </a:cubicBezTo>
                  <a:cubicBezTo>
                    <a:pt x="123768" y="48723"/>
                    <a:pt x="123537" y="45750"/>
                    <a:pt x="123127" y="42777"/>
                  </a:cubicBezTo>
                  <a:cubicBezTo>
                    <a:pt x="122691" y="39650"/>
                    <a:pt x="122102" y="36523"/>
                    <a:pt x="121359" y="33422"/>
                  </a:cubicBezTo>
                  <a:cubicBezTo>
                    <a:pt x="120461" y="29449"/>
                    <a:pt x="119231" y="25579"/>
                    <a:pt x="117719" y="21786"/>
                  </a:cubicBezTo>
                  <a:cubicBezTo>
                    <a:pt x="116694" y="19249"/>
                    <a:pt x="115438" y="16839"/>
                    <a:pt x="113951" y="14558"/>
                  </a:cubicBezTo>
                  <a:cubicBezTo>
                    <a:pt x="113208" y="13431"/>
                    <a:pt x="112337" y="12405"/>
                    <a:pt x="111388" y="11457"/>
                  </a:cubicBezTo>
                  <a:cubicBezTo>
                    <a:pt x="110620" y="10714"/>
                    <a:pt x="109748" y="10099"/>
                    <a:pt x="108825" y="9612"/>
                  </a:cubicBezTo>
                  <a:cubicBezTo>
                    <a:pt x="107236" y="8792"/>
                    <a:pt x="105442" y="8535"/>
                    <a:pt x="103699" y="8868"/>
                  </a:cubicBezTo>
                  <a:cubicBezTo>
                    <a:pt x="102777" y="9048"/>
                    <a:pt x="101880" y="9330"/>
                    <a:pt x="101059" y="9714"/>
                  </a:cubicBezTo>
                  <a:cubicBezTo>
                    <a:pt x="99881" y="10252"/>
                    <a:pt x="98804" y="10944"/>
                    <a:pt x="97830" y="11790"/>
                  </a:cubicBezTo>
                  <a:cubicBezTo>
                    <a:pt x="96651" y="12841"/>
                    <a:pt x="95472" y="13918"/>
                    <a:pt x="94396" y="15045"/>
                  </a:cubicBezTo>
                  <a:cubicBezTo>
                    <a:pt x="92935" y="16532"/>
                    <a:pt x="91602" y="18095"/>
                    <a:pt x="90167" y="19582"/>
                  </a:cubicBezTo>
                  <a:cubicBezTo>
                    <a:pt x="88731" y="21094"/>
                    <a:pt x="87296" y="22504"/>
                    <a:pt x="85810" y="23939"/>
                  </a:cubicBezTo>
                  <a:cubicBezTo>
                    <a:pt x="84502" y="25143"/>
                    <a:pt x="83093" y="26246"/>
                    <a:pt x="81555" y="27194"/>
                  </a:cubicBezTo>
                  <a:cubicBezTo>
                    <a:pt x="77890" y="29501"/>
                    <a:pt x="73738" y="30705"/>
                    <a:pt x="69150" y="30910"/>
                  </a:cubicBezTo>
                  <a:cubicBezTo>
                    <a:pt x="65408" y="31038"/>
                    <a:pt x="61666" y="30680"/>
                    <a:pt x="58001" y="29834"/>
                  </a:cubicBezTo>
                  <a:cubicBezTo>
                    <a:pt x="51747" y="28450"/>
                    <a:pt x="45673" y="26374"/>
                    <a:pt x="39855" y="23657"/>
                  </a:cubicBezTo>
                  <a:cubicBezTo>
                    <a:pt x="35754" y="21709"/>
                    <a:pt x="31756" y="19531"/>
                    <a:pt x="27886" y="17147"/>
                  </a:cubicBezTo>
                  <a:cubicBezTo>
                    <a:pt x="23452" y="14507"/>
                    <a:pt x="19069" y="11842"/>
                    <a:pt x="14609" y="9227"/>
                  </a:cubicBezTo>
                  <a:cubicBezTo>
                    <a:pt x="10560" y="6844"/>
                    <a:pt x="6356" y="4665"/>
                    <a:pt x="2076" y="2768"/>
                  </a:cubicBezTo>
                  <a:cubicBezTo>
                    <a:pt x="1615" y="2538"/>
                    <a:pt x="1128" y="2358"/>
                    <a:pt x="641" y="2153"/>
                  </a:cubicBezTo>
                  <a:cubicBezTo>
                    <a:pt x="436" y="2128"/>
                    <a:pt x="205" y="2102"/>
                    <a:pt x="0" y="2128"/>
                  </a:cubicBezTo>
                  <a:lnTo>
                    <a:pt x="0" y="52"/>
                  </a:lnTo>
                  <a:cubicBezTo>
                    <a:pt x="513" y="0"/>
                    <a:pt x="871" y="257"/>
                    <a:pt x="1256" y="436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08" name="Google Shape;209;p8"/>
            <p:cNvSpPr/>
            <p:nvPr/>
          </p:nvSpPr>
          <p:spPr>
            <a:xfrm>
              <a:off x="1080" y="4377600"/>
              <a:ext cx="1171800" cy="764640"/>
            </a:xfrm>
            <a:custGeom>
              <a:avLst/>
              <a:gdLst>
                <a:gd name="textAreaLeft" fmla="*/ 0 w 1171800"/>
                <a:gd name="textAreaRight" fmla="*/ 1172160 w 1171800"/>
                <a:gd name="textAreaTop" fmla="*/ 0 h 764640"/>
                <a:gd name="textAreaBottom" fmla="*/ 765000 h 764640"/>
              </a:gdLst>
              <a:ahLst/>
              <a:cxnLst/>
              <a:rect l="textAreaLeft" t="textAreaTop" r="textAreaRight" b="textAreaBottom"/>
              <a:pathLst>
                <a:path w="36498" h="26169">
                  <a:moveTo>
                    <a:pt x="641" y="9355"/>
                  </a:moveTo>
                  <a:cubicBezTo>
                    <a:pt x="974" y="9150"/>
                    <a:pt x="1307" y="8945"/>
                    <a:pt x="1640" y="8740"/>
                  </a:cubicBezTo>
                  <a:cubicBezTo>
                    <a:pt x="4690" y="6766"/>
                    <a:pt x="7894" y="5023"/>
                    <a:pt x="11200" y="3511"/>
                  </a:cubicBezTo>
                  <a:cubicBezTo>
                    <a:pt x="13456" y="2435"/>
                    <a:pt x="15814" y="1563"/>
                    <a:pt x="18249" y="897"/>
                  </a:cubicBezTo>
                  <a:cubicBezTo>
                    <a:pt x="20478" y="282"/>
                    <a:pt x="22760" y="0"/>
                    <a:pt x="25066" y="51"/>
                  </a:cubicBezTo>
                  <a:cubicBezTo>
                    <a:pt x="26040" y="77"/>
                    <a:pt x="27014" y="179"/>
                    <a:pt x="27988" y="384"/>
                  </a:cubicBezTo>
                  <a:cubicBezTo>
                    <a:pt x="30577" y="948"/>
                    <a:pt x="32525" y="2179"/>
                    <a:pt x="33934" y="4050"/>
                  </a:cubicBezTo>
                  <a:cubicBezTo>
                    <a:pt x="34934" y="5485"/>
                    <a:pt x="35626" y="7100"/>
                    <a:pt x="35985" y="8817"/>
                  </a:cubicBezTo>
                  <a:cubicBezTo>
                    <a:pt x="36318" y="10406"/>
                    <a:pt x="36497" y="12020"/>
                    <a:pt x="36497" y="13661"/>
                  </a:cubicBezTo>
                  <a:cubicBezTo>
                    <a:pt x="36497" y="15967"/>
                    <a:pt x="36369" y="18300"/>
                    <a:pt x="36062" y="20581"/>
                  </a:cubicBezTo>
                  <a:cubicBezTo>
                    <a:pt x="35857" y="22247"/>
                    <a:pt x="35651" y="23887"/>
                    <a:pt x="35472" y="25527"/>
                  </a:cubicBezTo>
                  <a:cubicBezTo>
                    <a:pt x="35472" y="25758"/>
                    <a:pt x="35498" y="25963"/>
                    <a:pt x="35523" y="26168"/>
                  </a:cubicBezTo>
                  <a:lnTo>
                    <a:pt x="26425" y="26168"/>
                  </a:lnTo>
                  <a:cubicBezTo>
                    <a:pt x="26066" y="24400"/>
                    <a:pt x="25733" y="22606"/>
                    <a:pt x="25066" y="20863"/>
                  </a:cubicBezTo>
                  <a:cubicBezTo>
                    <a:pt x="24733" y="19991"/>
                    <a:pt x="24349" y="19146"/>
                    <a:pt x="23913" y="18325"/>
                  </a:cubicBezTo>
                  <a:cubicBezTo>
                    <a:pt x="23477" y="17582"/>
                    <a:pt x="22990" y="16916"/>
                    <a:pt x="22426" y="16301"/>
                  </a:cubicBezTo>
                  <a:cubicBezTo>
                    <a:pt x="20504" y="14250"/>
                    <a:pt x="17915" y="13456"/>
                    <a:pt x="14840" y="13661"/>
                  </a:cubicBezTo>
                  <a:cubicBezTo>
                    <a:pt x="12584" y="13840"/>
                    <a:pt x="10380" y="14353"/>
                    <a:pt x="8304" y="15199"/>
                  </a:cubicBezTo>
                  <a:cubicBezTo>
                    <a:pt x="6638" y="15839"/>
                    <a:pt x="4998" y="16583"/>
                    <a:pt x="3434" y="17403"/>
                  </a:cubicBezTo>
                  <a:cubicBezTo>
                    <a:pt x="2666" y="17813"/>
                    <a:pt x="1922" y="18223"/>
                    <a:pt x="1128" y="18607"/>
                  </a:cubicBezTo>
                  <a:cubicBezTo>
                    <a:pt x="769" y="18787"/>
                    <a:pt x="384" y="18889"/>
                    <a:pt x="0" y="19043"/>
                  </a:cubicBezTo>
                  <a:lnTo>
                    <a:pt x="0" y="9457"/>
                  </a:lnTo>
                  <a:cubicBezTo>
                    <a:pt x="205" y="9509"/>
                    <a:pt x="461" y="9483"/>
                    <a:pt x="641" y="935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09" name="Google Shape;210;p8"/>
            <p:cNvSpPr/>
            <p:nvPr/>
          </p:nvSpPr>
          <p:spPr>
            <a:xfrm>
              <a:off x="8146800" y="621000"/>
              <a:ext cx="996480" cy="1850400"/>
            </a:xfrm>
            <a:custGeom>
              <a:avLst/>
              <a:gdLst>
                <a:gd name="textAreaLeft" fmla="*/ 0 w 996480"/>
                <a:gd name="textAreaRight" fmla="*/ 996840 w 996480"/>
                <a:gd name="textAreaTop" fmla="*/ 0 h 1850400"/>
                <a:gd name="textAreaBottom" fmla="*/ 1850760 h 1850400"/>
              </a:gdLst>
              <a:ahLst/>
              <a:cxnLst/>
              <a:rect l="textAreaLeft" t="textAreaTop" r="textAreaRight" b="textAreaBottom"/>
              <a:pathLst>
                <a:path w="31039" h="63307">
                  <a:moveTo>
                    <a:pt x="20172" y="62948"/>
                  </a:moveTo>
                  <a:cubicBezTo>
                    <a:pt x="16660" y="62537"/>
                    <a:pt x="13303" y="61615"/>
                    <a:pt x="10381" y="59872"/>
                  </a:cubicBezTo>
                  <a:cubicBezTo>
                    <a:pt x="6050" y="57283"/>
                    <a:pt x="3128" y="53874"/>
                    <a:pt x="1641" y="49620"/>
                  </a:cubicBezTo>
                  <a:cubicBezTo>
                    <a:pt x="513" y="46288"/>
                    <a:pt x="1" y="42802"/>
                    <a:pt x="129" y="39317"/>
                  </a:cubicBezTo>
                  <a:cubicBezTo>
                    <a:pt x="283" y="34985"/>
                    <a:pt x="1564" y="30884"/>
                    <a:pt x="3615" y="26937"/>
                  </a:cubicBezTo>
                  <a:cubicBezTo>
                    <a:pt x="5998" y="22350"/>
                    <a:pt x="9202" y="18198"/>
                    <a:pt x="12995" y="14327"/>
                  </a:cubicBezTo>
                  <a:cubicBezTo>
                    <a:pt x="17327" y="9970"/>
                    <a:pt x="22043" y="6023"/>
                    <a:pt x="27066" y="2486"/>
                  </a:cubicBezTo>
                  <a:cubicBezTo>
                    <a:pt x="28194" y="1692"/>
                    <a:pt x="29373" y="974"/>
                    <a:pt x="30552" y="205"/>
                  </a:cubicBezTo>
                  <a:cubicBezTo>
                    <a:pt x="30706" y="128"/>
                    <a:pt x="30860" y="52"/>
                    <a:pt x="31039" y="0"/>
                  </a:cubicBezTo>
                  <a:lnTo>
                    <a:pt x="31039" y="2640"/>
                  </a:lnTo>
                  <a:cubicBezTo>
                    <a:pt x="30936" y="2691"/>
                    <a:pt x="30834" y="2743"/>
                    <a:pt x="30757" y="2794"/>
                  </a:cubicBezTo>
                  <a:cubicBezTo>
                    <a:pt x="27425" y="5024"/>
                    <a:pt x="24221" y="7484"/>
                    <a:pt x="21171" y="10124"/>
                  </a:cubicBezTo>
                  <a:cubicBezTo>
                    <a:pt x="17660" y="13097"/>
                    <a:pt x="14508" y="16455"/>
                    <a:pt x="11765" y="20120"/>
                  </a:cubicBezTo>
                  <a:cubicBezTo>
                    <a:pt x="9407" y="23349"/>
                    <a:pt x="7485" y="26758"/>
                    <a:pt x="6357" y="30423"/>
                  </a:cubicBezTo>
                  <a:cubicBezTo>
                    <a:pt x="4461" y="36446"/>
                    <a:pt x="5332" y="42213"/>
                    <a:pt x="8818" y="47723"/>
                  </a:cubicBezTo>
                  <a:cubicBezTo>
                    <a:pt x="10022" y="49646"/>
                    <a:pt x="11586" y="51337"/>
                    <a:pt x="13405" y="52696"/>
                  </a:cubicBezTo>
                  <a:cubicBezTo>
                    <a:pt x="15917" y="54515"/>
                    <a:pt x="18813" y="55669"/>
                    <a:pt x="22043" y="56361"/>
                  </a:cubicBezTo>
                  <a:cubicBezTo>
                    <a:pt x="24298" y="56822"/>
                    <a:pt x="26579" y="57104"/>
                    <a:pt x="28886" y="57206"/>
                  </a:cubicBezTo>
                  <a:lnTo>
                    <a:pt x="31039" y="57335"/>
                  </a:lnTo>
                  <a:lnTo>
                    <a:pt x="31039" y="62768"/>
                  </a:lnTo>
                  <a:cubicBezTo>
                    <a:pt x="30860" y="62819"/>
                    <a:pt x="30680" y="62871"/>
                    <a:pt x="30501" y="62896"/>
                  </a:cubicBezTo>
                  <a:cubicBezTo>
                    <a:pt x="27066" y="63306"/>
                    <a:pt x="23606" y="63306"/>
                    <a:pt x="20172" y="6294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10" name="Google Shape;211;p8"/>
            <p:cNvSpPr/>
            <p:nvPr/>
          </p:nvSpPr>
          <p:spPr>
            <a:xfrm>
              <a:off x="0" y="2318040"/>
              <a:ext cx="3094200" cy="2824920"/>
            </a:xfrm>
            <a:custGeom>
              <a:avLst/>
              <a:gdLst>
                <a:gd name="textAreaLeft" fmla="*/ 0 w 3094200"/>
                <a:gd name="textAreaRight" fmla="*/ 3094560 w 3094200"/>
                <a:gd name="textAreaTop" fmla="*/ 0 h 2824920"/>
                <a:gd name="textAreaBottom" fmla="*/ 2825280 h 2824920"/>
              </a:gdLst>
              <a:ahLst/>
              <a:cxnLst/>
              <a:rect l="textAreaLeft" t="textAreaTop" r="textAreaRight" b="textAreaBottom"/>
              <a:pathLst>
                <a:path w="96344" h="96651">
                  <a:moveTo>
                    <a:pt x="436" y="22093"/>
                  </a:moveTo>
                  <a:cubicBezTo>
                    <a:pt x="564" y="21837"/>
                    <a:pt x="667" y="21581"/>
                    <a:pt x="769" y="21299"/>
                  </a:cubicBezTo>
                  <a:cubicBezTo>
                    <a:pt x="1692" y="18582"/>
                    <a:pt x="2897" y="15968"/>
                    <a:pt x="4357" y="13507"/>
                  </a:cubicBezTo>
                  <a:cubicBezTo>
                    <a:pt x="5767" y="11149"/>
                    <a:pt x="7459" y="9022"/>
                    <a:pt x="9432" y="7177"/>
                  </a:cubicBezTo>
                  <a:cubicBezTo>
                    <a:pt x="12277" y="4485"/>
                    <a:pt x="15763" y="2614"/>
                    <a:pt x="19889" y="1564"/>
                  </a:cubicBezTo>
                  <a:cubicBezTo>
                    <a:pt x="21555" y="1128"/>
                    <a:pt x="23273" y="795"/>
                    <a:pt x="24990" y="564"/>
                  </a:cubicBezTo>
                  <a:cubicBezTo>
                    <a:pt x="27886" y="205"/>
                    <a:pt x="30782" y="26"/>
                    <a:pt x="33704" y="26"/>
                  </a:cubicBezTo>
                  <a:cubicBezTo>
                    <a:pt x="39035" y="0"/>
                    <a:pt x="44315" y="359"/>
                    <a:pt x="49620" y="667"/>
                  </a:cubicBezTo>
                  <a:cubicBezTo>
                    <a:pt x="53337" y="897"/>
                    <a:pt x="57027" y="1128"/>
                    <a:pt x="60744" y="1307"/>
                  </a:cubicBezTo>
                  <a:cubicBezTo>
                    <a:pt x="65024" y="1512"/>
                    <a:pt x="69304" y="1589"/>
                    <a:pt x="73610" y="1615"/>
                  </a:cubicBezTo>
                  <a:cubicBezTo>
                    <a:pt x="76481" y="1615"/>
                    <a:pt x="79377" y="1666"/>
                    <a:pt x="82247" y="1743"/>
                  </a:cubicBezTo>
                  <a:cubicBezTo>
                    <a:pt x="83913" y="1769"/>
                    <a:pt x="85579" y="1948"/>
                    <a:pt x="87194" y="2307"/>
                  </a:cubicBezTo>
                  <a:cubicBezTo>
                    <a:pt x="89962" y="2948"/>
                    <a:pt x="91910" y="4357"/>
                    <a:pt x="93012" y="6587"/>
                  </a:cubicBezTo>
                  <a:cubicBezTo>
                    <a:pt x="93576" y="7792"/>
                    <a:pt x="93960" y="9073"/>
                    <a:pt x="94088" y="10406"/>
                  </a:cubicBezTo>
                  <a:cubicBezTo>
                    <a:pt x="94319" y="12482"/>
                    <a:pt x="94294" y="14609"/>
                    <a:pt x="93986" y="16685"/>
                  </a:cubicBezTo>
                  <a:cubicBezTo>
                    <a:pt x="93602" y="19761"/>
                    <a:pt x="93115" y="22836"/>
                    <a:pt x="92628" y="25912"/>
                  </a:cubicBezTo>
                  <a:cubicBezTo>
                    <a:pt x="92038" y="29577"/>
                    <a:pt x="91525" y="33242"/>
                    <a:pt x="91167" y="36933"/>
                  </a:cubicBezTo>
                  <a:cubicBezTo>
                    <a:pt x="90757" y="40983"/>
                    <a:pt x="90577" y="45058"/>
                    <a:pt x="90577" y="49133"/>
                  </a:cubicBezTo>
                  <a:cubicBezTo>
                    <a:pt x="90577" y="51465"/>
                    <a:pt x="90654" y="53823"/>
                    <a:pt x="90782" y="56181"/>
                  </a:cubicBezTo>
                  <a:cubicBezTo>
                    <a:pt x="90910" y="58513"/>
                    <a:pt x="91090" y="60923"/>
                    <a:pt x="91346" y="63306"/>
                  </a:cubicBezTo>
                  <a:cubicBezTo>
                    <a:pt x="91551" y="65510"/>
                    <a:pt x="91807" y="67715"/>
                    <a:pt x="92141" y="69919"/>
                  </a:cubicBezTo>
                  <a:cubicBezTo>
                    <a:pt x="92525" y="72661"/>
                    <a:pt x="92935" y="75404"/>
                    <a:pt x="93371" y="78120"/>
                  </a:cubicBezTo>
                  <a:cubicBezTo>
                    <a:pt x="93858" y="81170"/>
                    <a:pt x="94396" y="84220"/>
                    <a:pt x="94883" y="87245"/>
                  </a:cubicBezTo>
                  <a:cubicBezTo>
                    <a:pt x="95396" y="90372"/>
                    <a:pt x="95857" y="93524"/>
                    <a:pt x="96344" y="96651"/>
                  </a:cubicBezTo>
                  <a:lnTo>
                    <a:pt x="93627" y="96651"/>
                  </a:lnTo>
                  <a:cubicBezTo>
                    <a:pt x="93627" y="96446"/>
                    <a:pt x="93627" y="96215"/>
                    <a:pt x="93602" y="96010"/>
                  </a:cubicBezTo>
                  <a:cubicBezTo>
                    <a:pt x="93191" y="91269"/>
                    <a:pt x="92551" y="86527"/>
                    <a:pt x="91936" y="81811"/>
                  </a:cubicBezTo>
                  <a:cubicBezTo>
                    <a:pt x="91525" y="78659"/>
                    <a:pt x="91064" y="75532"/>
                    <a:pt x="90705" y="72379"/>
                  </a:cubicBezTo>
                  <a:cubicBezTo>
                    <a:pt x="90321" y="69124"/>
                    <a:pt x="90013" y="65895"/>
                    <a:pt x="89680" y="62640"/>
                  </a:cubicBezTo>
                  <a:cubicBezTo>
                    <a:pt x="89321" y="58924"/>
                    <a:pt x="89193" y="55207"/>
                    <a:pt x="89116" y="51465"/>
                  </a:cubicBezTo>
                  <a:cubicBezTo>
                    <a:pt x="89065" y="47749"/>
                    <a:pt x="89219" y="43956"/>
                    <a:pt x="89475" y="40214"/>
                  </a:cubicBezTo>
                  <a:cubicBezTo>
                    <a:pt x="89706" y="36805"/>
                    <a:pt x="90065" y="33396"/>
                    <a:pt x="90500" y="30013"/>
                  </a:cubicBezTo>
                  <a:cubicBezTo>
                    <a:pt x="90936" y="26399"/>
                    <a:pt x="91449" y="22785"/>
                    <a:pt x="91910" y="19171"/>
                  </a:cubicBezTo>
                  <a:cubicBezTo>
                    <a:pt x="92217" y="16890"/>
                    <a:pt x="92269" y="14558"/>
                    <a:pt x="92038" y="12226"/>
                  </a:cubicBezTo>
                  <a:cubicBezTo>
                    <a:pt x="91910" y="11047"/>
                    <a:pt x="91602" y="9868"/>
                    <a:pt x="91141" y="8766"/>
                  </a:cubicBezTo>
                  <a:cubicBezTo>
                    <a:pt x="90167" y="6613"/>
                    <a:pt x="88399" y="5101"/>
                    <a:pt x="85759" y="4357"/>
                  </a:cubicBezTo>
                  <a:cubicBezTo>
                    <a:pt x="84964" y="4101"/>
                    <a:pt x="84144" y="3922"/>
                    <a:pt x="83324" y="3768"/>
                  </a:cubicBezTo>
                  <a:cubicBezTo>
                    <a:pt x="80889" y="3435"/>
                    <a:pt x="78428" y="3230"/>
                    <a:pt x="75968" y="3204"/>
                  </a:cubicBezTo>
                  <a:cubicBezTo>
                    <a:pt x="71406" y="3101"/>
                    <a:pt x="66844" y="2999"/>
                    <a:pt x="62307" y="2871"/>
                  </a:cubicBezTo>
                  <a:cubicBezTo>
                    <a:pt x="57335" y="2717"/>
                    <a:pt x="52363" y="2538"/>
                    <a:pt x="47416" y="2358"/>
                  </a:cubicBezTo>
                  <a:cubicBezTo>
                    <a:pt x="42598" y="2204"/>
                    <a:pt x="37779" y="2153"/>
                    <a:pt x="32961" y="2486"/>
                  </a:cubicBezTo>
                  <a:cubicBezTo>
                    <a:pt x="29654" y="2666"/>
                    <a:pt x="26348" y="3153"/>
                    <a:pt x="23144" y="3973"/>
                  </a:cubicBezTo>
                  <a:cubicBezTo>
                    <a:pt x="18915" y="5049"/>
                    <a:pt x="15225" y="6843"/>
                    <a:pt x="12175" y="9483"/>
                  </a:cubicBezTo>
                  <a:cubicBezTo>
                    <a:pt x="10201" y="11226"/>
                    <a:pt x="8484" y="13225"/>
                    <a:pt x="7049" y="15455"/>
                  </a:cubicBezTo>
                  <a:cubicBezTo>
                    <a:pt x="5716" y="17531"/>
                    <a:pt x="4563" y="19761"/>
                    <a:pt x="3640" y="22093"/>
                  </a:cubicBezTo>
                  <a:cubicBezTo>
                    <a:pt x="2717" y="24451"/>
                    <a:pt x="1820" y="26809"/>
                    <a:pt x="897" y="29167"/>
                  </a:cubicBezTo>
                  <a:cubicBezTo>
                    <a:pt x="769" y="29526"/>
                    <a:pt x="615" y="29885"/>
                    <a:pt x="436" y="30218"/>
                  </a:cubicBezTo>
                  <a:cubicBezTo>
                    <a:pt x="359" y="30320"/>
                    <a:pt x="154" y="30397"/>
                    <a:pt x="0" y="30474"/>
                  </a:cubicBezTo>
                  <a:lnTo>
                    <a:pt x="0" y="22375"/>
                  </a:lnTo>
                  <a:cubicBezTo>
                    <a:pt x="180" y="22298"/>
                    <a:pt x="359" y="22221"/>
                    <a:pt x="436" y="22093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11" name="Google Shape;212;p8"/>
            <p:cNvSpPr/>
            <p:nvPr/>
          </p:nvSpPr>
          <p:spPr>
            <a:xfrm>
              <a:off x="1080" y="2531520"/>
              <a:ext cx="2795400" cy="2610720"/>
            </a:xfrm>
            <a:custGeom>
              <a:avLst/>
              <a:gdLst>
                <a:gd name="textAreaLeft" fmla="*/ 0 w 2795400"/>
                <a:gd name="textAreaRight" fmla="*/ 2795760 w 2795400"/>
                <a:gd name="textAreaTop" fmla="*/ 0 h 2610720"/>
                <a:gd name="textAreaBottom" fmla="*/ 2611080 h 2610720"/>
              </a:gdLst>
              <a:ahLst/>
              <a:cxnLst/>
              <a:rect l="textAreaLeft" t="textAreaTop" r="textAreaRight" b="textAreaBottom"/>
              <a:pathLst>
                <a:path w="87040" h="89322">
                  <a:moveTo>
                    <a:pt x="948" y="33499"/>
                  </a:moveTo>
                  <a:cubicBezTo>
                    <a:pt x="3511" y="30244"/>
                    <a:pt x="5869" y="26784"/>
                    <a:pt x="7997" y="23196"/>
                  </a:cubicBezTo>
                  <a:cubicBezTo>
                    <a:pt x="9047" y="21351"/>
                    <a:pt x="10098" y="19531"/>
                    <a:pt x="11200" y="17711"/>
                  </a:cubicBezTo>
                  <a:cubicBezTo>
                    <a:pt x="12456" y="15558"/>
                    <a:pt x="13943" y="13533"/>
                    <a:pt x="15583" y="11662"/>
                  </a:cubicBezTo>
                  <a:cubicBezTo>
                    <a:pt x="19069" y="7818"/>
                    <a:pt x="23528" y="4999"/>
                    <a:pt x="28962" y="3204"/>
                  </a:cubicBezTo>
                  <a:cubicBezTo>
                    <a:pt x="31858" y="2282"/>
                    <a:pt x="34806" y="1615"/>
                    <a:pt x="37830" y="1180"/>
                  </a:cubicBezTo>
                  <a:cubicBezTo>
                    <a:pt x="42520" y="513"/>
                    <a:pt x="47236" y="154"/>
                    <a:pt x="51978" y="103"/>
                  </a:cubicBezTo>
                  <a:cubicBezTo>
                    <a:pt x="56335" y="1"/>
                    <a:pt x="60692" y="26"/>
                    <a:pt x="65075" y="52"/>
                  </a:cubicBezTo>
                  <a:cubicBezTo>
                    <a:pt x="68125" y="78"/>
                    <a:pt x="71200" y="257"/>
                    <a:pt x="74250" y="616"/>
                  </a:cubicBezTo>
                  <a:cubicBezTo>
                    <a:pt x="76173" y="795"/>
                    <a:pt x="78044" y="1180"/>
                    <a:pt x="79863" y="1769"/>
                  </a:cubicBezTo>
                  <a:cubicBezTo>
                    <a:pt x="82862" y="2769"/>
                    <a:pt x="84887" y="4537"/>
                    <a:pt x="85861" y="7075"/>
                  </a:cubicBezTo>
                  <a:cubicBezTo>
                    <a:pt x="86373" y="8407"/>
                    <a:pt x="86681" y="9817"/>
                    <a:pt x="86758" y="11252"/>
                  </a:cubicBezTo>
                  <a:cubicBezTo>
                    <a:pt x="87040" y="14943"/>
                    <a:pt x="86707" y="18634"/>
                    <a:pt x="86450" y="22324"/>
                  </a:cubicBezTo>
                  <a:cubicBezTo>
                    <a:pt x="86194" y="25656"/>
                    <a:pt x="85886" y="29014"/>
                    <a:pt x="85681" y="32346"/>
                  </a:cubicBezTo>
                  <a:cubicBezTo>
                    <a:pt x="85323" y="37882"/>
                    <a:pt x="85169" y="43444"/>
                    <a:pt x="85297" y="48980"/>
                  </a:cubicBezTo>
                  <a:cubicBezTo>
                    <a:pt x="85374" y="53875"/>
                    <a:pt x="85630" y="58745"/>
                    <a:pt x="85886" y="63640"/>
                  </a:cubicBezTo>
                  <a:cubicBezTo>
                    <a:pt x="86092" y="67484"/>
                    <a:pt x="86348" y="71329"/>
                    <a:pt x="86527" y="75173"/>
                  </a:cubicBezTo>
                  <a:cubicBezTo>
                    <a:pt x="86784" y="79710"/>
                    <a:pt x="86732" y="84246"/>
                    <a:pt x="86425" y="88783"/>
                  </a:cubicBezTo>
                  <a:cubicBezTo>
                    <a:pt x="86450" y="88962"/>
                    <a:pt x="86476" y="89142"/>
                    <a:pt x="86527" y="89321"/>
                  </a:cubicBezTo>
                  <a:lnTo>
                    <a:pt x="83580" y="89321"/>
                  </a:lnTo>
                  <a:cubicBezTo>
                    <a:pt x="83605" y="88886"/>
                    <a:pt x="83605" y="88450"/>
                    <a:pt x="83657" y="88014"/>
                  </a:cubicBezTo>
                  <a:cubicBezTo>
                    <a:pt x="83836" y="85810"/>
                    <a:pt x="84118" y="83580"/>
                    <a:pt x="84221" y="81376"/>
                  </a:cubicBezTo>
                  <a:cubicBezTo>
                    <a:pt x="84502" y="75814"/>
                    <a:pt x="84323" y="70278"/>
                    <a:pt x="84144" y="64742"/>
                  </a:cubicBezTo>
                  <a:cubicBezTo>
                    <a:pt x="84041" y="61385"/>
                    <a:pt x="83913" y="58053"/>
                    <a:pt x="83836" y="54695"/>
                  </a:cubicBezTo>
                  <a:cubicBezTo>
                    <a:pt x="83657" y="47083"/>
                    <a:pt x="83708" y="39471"/>
                    <a:pt x="84195" y="31859"/>
                  </a:cubicBezTo>
                  <a:cubicBezTo>
                    <a:pt x="84451" y="28296"/>
                    <a:pt x="84605" y="24734"/>
                    <a:pt x="84810" y="21171"/>
                  </a:cubicBezTo>
                  <a:cubicBezTo>
                    <a:pt x="84989" y="18557"/>
                    <a:pt x="84938" y="15968"/>
                    <a:pt x="84707" y="13380"/>
                  </a:cubicBezTo>
                  <a:cubicBezTo>
                    <a:pt x="84554" y="11842"/>
                    <a:pt x="84195" y="10355"/>
                    <a:pt x="83631" y="8946"/>
                  </a:cubicBezTo>
                  <a:cubicBezTo>
                    <a:pt x="82580" y="6562"/>
                    <a:pt x="80658" y="4845"/>
                    <a:pt x="77839" y="3820"/>
                  </a:cubicBezTo>
                  <a:cubicBezTo>
                    <a:pt x="76660" y="3410"/>
                    <a:pt x="75481" y="3076"/>
                    <a:pt x="74276" y="2846"/>
                  </a:cubicBezTo>
                  <a:cubicBezTo>
                    <a:pt x="71124" y="2282"/>
                    <a:pt x="67971" y="2000"/>
                    <a:pt x="64793" y="1974"/>
                  </a:cubicBezTo>
                  <a:cubicBezTo>
                    <a:pt x="57770" y="1769"/>
                    <a:pt x="50748" y="2051"/>
                    <a:pt x="43776" y="2871"/>
                  </a:cubicBezTo>
                  <a:cubicBezTo>
                    <a:pt x="40444" y="3230"/>
                    <a:pt x="37164" y="3871"/>
                    <a:pt x="33934" y="4768"/>
                  </a:cubicBezTo>
                  <a:cubicBezTo>
                    <a:pt x="28731" y="6229"/>
                    <a:pt x="24144" y="8484"/>
                    <a:pt x="20350" y="11765"/>
                  </a:cubicBezTo>
                  <a:cubicBezTo>
                    <a:pt x="18223" y="13636"/>
                    <a:pt x="16301" y="15763"/>
                    <a:pt x="14660" y="18095"/>
                  </a:cubicBezTo>
                  <a:cubicBezTo>
                    <a:pt x="13379" y="19864"/>
                    <a:pt x="12174" y="21684"/>
                    <a:pt x="10944" y="23478"/>
                  </a:cubicBezTo>
                  <a:cubicBezTo>
                    <a:pt x="7971" y="27912"/>
                    <a:pt x="4716" y="32141"/>
                    <a:pt x="1205" y="36165"/>
                  </a:cubicBezTo>
                  <a:cubicBezTo>
                    <a:pt x="974" y="36421"/>
                    <a:pt x="743" y="36677"/>
                    <a:pt x="513" y="36908"/>
                  </a:cubicBezTo>
                  <a:cubicBezTo>
                    <a:pt x="333" y="36985"/>
                    <a:pt x="179" y="37036"/>
                    <a:pt x="0" y="37062"/>
                  </a:cubicBezTo>
                  <a:lnTo>
                    <a:pt x="0" y="34242"/>
                  </a:lnTo>
                  <a:cubicBezTo>
                    <a:pt x="564" y="34217"/>
                    <a:pt x="692" y="33807"/>
                    <a:pt x="948" y="3349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12" name="Google Shape;213;p8"/>
            <p:cNvSpPr/>
            <p:nvPr/>
          </p:nvSpPr>
          <p:spPr>
            <a:xfrm>
              <a:off x="1080" y="4084200"/>
              <a:ext cx="1479960" cy="1058400"/>
            </a:xfrm>
            <a:custGeom>
              <a:avLst/>
              <a:gdLst>
                <a:gd name="textAreaLeft" fmla="*/ 0 w 1479960"/>
                <a:gd name="textAreaRight" fmla="*/ 1480320 w 1479960"/>
                <a:gd name="textAreaTop" fmla="*/ 0 h 1058400"/>
                <a:gd name="textAreaBottom" fmla="*/ 1058760 h 1058400"/>
              </a:gdLst>
              <a:ahLst/>
              <a:cxnLst/>
              <a:rect l="textAreaLeft" t="textAreaTop" r="textAreaRight" b="textAreaBottom"/>
              <a:pathLst>
                <a:path w="46083" h="36216">
                  <a:moveTo>
                    <a:pt x="11149" y="6818"/>
                  </a:moveTo>
                  <a:cubicBezTo>
                    <a:pt x="13994" y="5357"/>
                    <a:pt x="16916" y="4101"/>
                    <a:pt x="19940" y="3050"/>
                  </a:cubicBezTo>
                  <a:cubicBezTo>
                    <a:pt x="23785" y="1717"/>
                    <a:pt x="27757" y="641"/>
                    <a:pt x="31935" y="231"/>
                  </a:cubicBezTo>
                  <a:cubicBezTo>
                    <a:pt x="33806" y="0"/>
                    <a:pt x="35703" y="26"/>
                    <a:pt x="37599" y="308"/>
                  </a:cubicBezTo>
                  <a:cubicBezTo>
                    <a:pt x="40265" y="769"/>
                    <a:pt x="42315" y="1948"/>
                    <a:pt x="43725" y="3896"/>
                  </a:cubicBezTo>
                  <a:cubicBezTo>
                    <a:pt x="44314" y="4742"/>
                    <a:pt x="44776" y="5664"/>
                    <a:pt x="45109" y="6664"/>
                  </a:cubicBezTo>
                  <a:cubicBezTo>
                    <a:pt x="45622" y="8330"/>
                    <a:pt x="45929" y="10098"/>
                    <a:pt x="45980" y="11867"/>
                  </a:cubicBezTo>
                  <a:cubicBezTo>
                    <a:pt x="46083" y="14635"/>
                    <a:pt x="45929" y="17454"/>
                    <a:pt x="45468" y="20196"/>
                  </a:cubicBezTo>
                  <a:cubicBezTo>
                    <a:pt x="44904" y="23887"/>
                    <a:pt x="44109" y="27501"/>
                    <a:pt x="43110" y="31089"/>
                  </a:cubicBezTo>
                  <a:cubicBezTo>
                    <a:pt x="42725" y="32473"/>
                    <a:pt x="42341" y="33832"/>
                    <a:pt x="41982" y="35216"/>
                  </a:cubicBezTo>
                  <a:cubicBezTo>
                    <a:pt x="41905" y="35523"/>
                    <a:pt x="41649" y="35856"/>
                    <a:pt x="41905" y="36215"/>
                  </a:cubicBezTo>
                  <a:lnTo>
                    <a:pt x="38701" y="36215"/>
                  </a:lnTo>
                  <a:cubicBezTo>
                    <a:pt x="38804" y="35600"/>
                    <a:pt x="38881" y="34959"/>
                    <a:pt x="39009" y="34370"/>
                  </a:cubicBezTo>
                  <a:cubicBezTo>
                    <a:pt x="39752" y="31140"/>
                    <a:pt x="40444" y="27885"/>
                    <a:pt x="40880" y="24630"/>
                  </a:cubicBezTo>
                  <a:cubicBezTo>
                    <a:pt x="41264" y="21683"/>
                    <a:pt x="41495" y="18710"/>
                    <a:pt x="41188" y="15737"/>
                  </a:cubicBezTo>
                  <a:cubicBezTo>
                    <a:pt x="41085" y="14276"/>
                    <a:pt x="40777" y="12866"/>
                    <a:pt x="40291" y="11508"/>
                  </a:cubicBezTo>
                  <a:cubicBezTo>
                    <a:pt x="40009" y="10790"/>
                    <a:pt x="39650" y="10098"/>
                    <a:pt x="39240" y="9432"/>
                  </a:cubicBezTo>
                  <a:cubicBezTo>
                    <a:pt x="37779" y="7074"/>
                    <a:pt x="35395" y="5690"/>
                    <a:pt x="32268" y="5203"/>
                  </a:cubicBezTo>
                  <a:cubicBezTo>
                    <a:pt x="30423" y="4947"/>
                    <a:pt x="28552" y="4921"/>
                    <a:pt x="26707" y="5126"/>
                  </a:cubicBezTo>
                  <a:cubicBezTo>
                    <a:pt x="22554" y="5562"/>
                    <a:pt x="18505" y="6664"/>
                    <a:pt x="14660" y="8330"/>
                  </a:cubicBezTo>
                  <a:cubicBezTo>
                    <a:pt x="10944" y="9919"/>
                    <a:pt x="7356" y="11790"/>
                    <a:pt x="3896" y="13917"/>
                  </a:cubicBezTo>
                  <a:cubicBezTo>
                    <a:pt x="2896" y="14532"/>
                    <a:pt x="1922" y="15173"/>
                    <a:pt x="923" y="15788"/>
                  </a:cubicBezTo>
                  <a:cubicBezTo>
                    <a:pt x="666" y="16019"/>
                    <a:pt x="333" y="16121"/>
                    <a:pt x="0" y="16121"/>
                  </a:cubicBezTo>
                  <a:lnTo>
                    <a:pt x="0" y="13123"/>
                  </a:lnTo>
                  <a:cubicBezTo>
                    <a:pt x="513" y="13123"/>
                    <a:pt x="820" y="12815"/>
                    <a:pt x="1179" y="12584"/>
                  </a:cubicBezTo>
                  <a:cubicBezTo>
                    <a:pt x="4383" y="10508"/>
                    <a:pt x="7689" y="8586"/>
                    <a:pt x="11149" y="681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13" name="Google Shape;214;p8"/>
            <p:cNvSpPr/>
            <p:nvPr/>
          </p:nvSpPr>
          <p:spPr>
            <a:xfrm>
              <a:off x="1080" y="0"/>
              <a:ext cx="2639880" cy="1050840"/>
            </a:xfrm>
            <a:custGeom>
              <a:avLst/>
              <a:gdLst>
                <a:gd name="textAreaLeft" fmla="*/ 0 w 2639880"/>
                <a:gd name="textAreaRight" fmla="*/ 2640240 w 2639880"/>
                <a:gd name="textAreaTop" fmla="*/ 0 h 1050840"/>
                <a:gd name="textAreaBottom" fmla="*/ 1051200 h 1050840"/>
              </a:gdLst>
              <a:ahLst/>
              <a:cxnLst/>
              <a:rect l="textAreaLeft" t="textAreaTop" r="textAreaRight" b="textAreaBottom"/>
              <a:pathLst>
                <a:path w="82196" h="35959">
                  <a:moveTo>
                    <a:pt x="74737" y="6049"/>
                  </a:moveTo>
                  <a:cubicBezTo>
                    <a:pt x="72918" y="7766"/>
                    <a:pt x="71431" y="9791"/>
                    <a:pt x="70355" y="12046"/>
                  </a:cubicBezTo>
                  <a:cubicBezTo>
                    <a:pt x="69663" y="13558"/>
                    <a:pt x="69047" y="15096"/>
                    <a:pt x="68535" y="16685"/>
                  </a:cubicBezTo>
                  <a:cubicBezTo>
                    <a:pt x="67612" y="19402"/>
                    <a:pt x="66715" y="22144"/>
                    <a:pt x="65587" y="24784"/>
                  </a:cubicBezTo>
                  <a:cubicBezTo>
                    <a:pt x="64742" y="26809"/>
                    <a:pt x="63716" y="28782"/>
                    <a:pt x="62486" y="30628"/>
                  </a:cubicBezTo>
                  <a:cubicBezTo>
                    <a:pt x="61692" y="31832"/>
                    <a:pt x="60718" y="32935"/>
                    <a:pt x="59616" y="33857"/>
                  </a:cubicBezTo>
                  <a:cubicBezTo>
                    <a:pt x="57924" y="35216"/>
                    <a:pt x="55848" y="35959"/>
                    <a:pt x="53695" y="35933"/>
                  </a:cubicBezTo>
                  <a:cubicBezTo>
                    <a:pt x="51773" y="35933"/>
                    <a:pt x="49851" y="35626"/>
                    <a:pt x="48005" y="35087"/>
                  </a:cubicBezTo>
                  <a:cubicBezTo>
                    <a:pt x="45750" y="34395"/>
                    <a:pt x="43546" y="33575"/>
                    <a:pt x="41393" y="32576"/>
                  </a:cubicBezTo>
                  <a:cubicBezTo>
                    <a:pt x="37933" y="31012"/>
                    <a:pt x="34575" y="29295"/>
                    <a:pt x="31243" y="27552"/>
                  </a:cubicBezTo>
                  <a:cubicBezTo>
                    <a:pt x="24682" y="24169"/>
                    <a:pt x="18095" y="20786"/>
                    <a:pt x="11405" y="17582"/>
                  </a:cubicBezTo>
                  <a:cubicBezTo>
                    <a:pt x="8022" y="15993"/>
                    <a:pt x="4639" y="14378"/>
                    <a:pt x="1256" y="12789"/>
                  </a:cubicBezTo>
                  <a:cubicBezTo>
                    <a:pt x="871" y="12610"/>
                    <a:pt x="513" y="12354"/>
                    <a:pt x="0" y="12405"/>
                  </a:cubicBezTo>
                  <a:lnTo>
                    <a:pt x="0" y="11277"/>
                  </a:lnTo>
                  <a:cubicBezTo>
                    <a:pt x="179" y="11252"/>
                    <a:pt x="359" y="11252"/>
                    <a:pt x="538" y="11277"/>
                  </a:cubicBezTo>
                  <a:cubicBezTo>
                    <a:pt x="897" y="11405"/>
                    <a:pt x="1205" y="11559"/>
                    <a:pt x="1538" y="11713"/>
                  </a:cubicBezTo>
                  <a:cubicBezTo>
                    <a:pt x="11072" y="16044"/>
                    <a:pt x="20504" y="20504"/>
                    <a:pt x="29885" y="25092"/>
                  </a:cubicBezTo>
                  <a:cubicBezTo>
                    <a:pt x="33370" y="26809"/>
                    <a:pt x="36882" y="28475"/>
                    <a:pt x="40521" y="29961"/>
                  </a:cubicBezTo>
                  <a:cubicBezTo>
                    <a:pt x="42315" y="30705"/>
                    <a:pt x="44186" y="31345"/>
                    <a:pt x="46083" y="31884"/>
                  </a:cubicBezTo>
                  <a:cubicBezTo>
                    <a:pt x="47749" y="32345"/>
                    <a:pt x="49466" y="32576"/>
                    <a:pt x="51209" y="32550"/>
                  </a:cubicBezTo>
                  <a:cubicBezTo>
                    <a:pt x="53131" y="32550"/>
                    <a:pt x="55002" y="31909"/>
                    <a:pt x="56514" y="30730"/>
                  </a:cubicBezTo>
                  <a:cubicBezTo>
                    <a:pt x="57437" y="29987"/>
                    <a:pt x="58232" y="29167"/>
                    <a:pt x="58949" y="28244"/>
                  </a:cubicBezTo>
                  <a:cubicBezTo>
                    <a:pt x="59821" y="27117"/>
                    <a:pt x="60590" y="25938"/>
                    <a:pt x="61256" y="24682"/>
                  </a:cubicBezTo>
                  <a:cubicBezTo>
                    <a:pt x="62384" y="22580"/>
                    <a:pt x="63358" y="20401"/>
                    <a:pt x="64229" y="18197"/>
                  </a:cubicBezTo>
                  <a:cubicBezTo>
                    <a:pt x="65049" y="16147"/>
                    <a:pt x="65844" y="14096"/>
                    <a:pt x="66715" y="12046"/>
                  </a:cubicBezTo>
                  <a:cubicBezTo>
                    <a:pt x="67792" y="9560"/>
                    <a:pt x="69355" y="7279"/>
                    <a:pt x="71329" y="5408"/>
                  </a:cubicBezTo>
                  <a:cubicBezTo>
                    <a:pt x="72764" y="4075"/>
                    <a:pt x="74302" y="2871"/>
                    <a:pt x="75942" y="1794"/>
                  </a:cubicBezTo>
                  <a:cubicBezTo>
                    <a:pt x="76813" y="1205"/>
                    <a:pt x="77685" y="589"/>
                    <a:pt x="78556" y="0"/>
                  </a:cubicBezTo>
                  <a:lnTo>
                    <a:pt x="82196" y="0"/>
                  </a:lnTo>
                  <a:cubicBezTo>
                    <a:pt x="81273" y="692"/>
                    <a:pt x="80376" y="1410"/>
                    <a:pt x="79453" y="2102"/>
                  </a:cubicBezTo>
                  <a:cubicBezTo>
                    <a:pt x="77813" y="3332"/>
                    <a:pt x="76224" y="4639"/>
                    <a:pt x="74737" y="604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14" name="Google Shape;215;p8"/>
            <p:cNvSpPr/>
            <p:nvPr/>
          </p:nvSpPr>
          <p:spPr>
            <a:xfrm>
              <a:off x="5656680" y="0"/>
              <a:ext cx="1460880" cy="649080"/>
            </a:xfrm>
            <a:custGeom>
              <a:avLst/>
              <a:gdLst>
                <a:gd name="textAreaLeft" fmla="*/ 0 w 1460880"/>
                <a:gd name="textAreaRight" fmla="*/ 1461240 w 1460880"/>
                <a:gd name="textAreaTop" fmla="*/ 0 h 649080"/>
                <a:gd name="textAreaBottom" fmla="*/ 649440 h 649080"/>
              </a:gdLst>
              <a:ahLst/>
              <a:cxnLst/>
              <a:rect l="textAreaLeft" t="textAreaTop" r="textAreaRight" b="textAreaBottom"/>
              <a:pathLst>
                <a:path w="45495" h="22222">
                  <a:moveTo>
                    <a:pt x="39240" y="3024"/>
                  </a:moveTo>
                  <a:cubicBezTo>
                    <a:pt x="32192" y="6356"/>
                    <a:pt x="25528" y="10406"/>
                    <a:pt x="19377" y="15173"/>
                  </a:cubicBezTo>
                  <a:cubicBezTo>
                    <a:pt x="18173" y="16096"/>
                    <a:pt x="16968" y="17018"/>
                    <a:pt x="15738" y="17890"/>
                  </a:cubicBezTo>
                  <a:cubicBezTo>
                    <a:pt x="14482" y="18761"/>
                    <a:pt x="13277" y="19556"/>
                    <a:pt x="11996" y="20325"/>
                  </a:cubicBezTo>
                  <a:cubicBezTo>
                    <a:pt x="11150" y="20837"/>
                    <a:pt x="10253" y="21247"/>
                    <a:pt x="9305" y="21555"/>
                  </a:cubicBezTo>
                  <a:cubicBezTo>
                    <a:pt x="7228" y="22221"/>
                    <a:pt x="5357" y="21914"/>
                    <a:pt x="3743" y="20658"/>
                  </a:cubicBezTo>
                  <a:cubicBezTo>
                    <a:pt x="2923" y="19991"/>
                    <a:pt x="2231" y="19197"/>
                    <a:pt x="1744" y="18274"/>
                  </a:cubicBezTo>
                  <a:cubicBezTo>
                    <a:pt x="1077" y="16993"/>
                    <a:pt x="616" y="15634"/>
                    <a:pt x="411" y="14199"/>
                  </a:cubicBezTo>
                  <a:cubicBezTo>
                    <a:pt x="26" y="11508"/>
                    <a:pt x="1" y="8765"/>
                    <a:pt x="334" y="6049"/>
                  </a:cubicBezTo>
                  <a:cubicBezTo>
                    <a:pt x="539" y="4050"/>
                    <a:pt x="821" y="2025"/>
                    <a:pt x="1103" y="0"/>
                  </a:cubicBezTo>
                  <a:lnTo>
                    <a:pt x="3589" y="0"/>
                  </a:lnTo>
                  <a:cubicBezTo>
                    <a:pt x="3486" y="897"/>
                    <a:pt x="3384" y="1820"/>
                    <a:pt x="3307" y="2717"/>
                  </a:cubicBezTo>
                  <a:cubicBezTo>
                    <a:pt x="3025" y="5075"/>
                    <a:pt x="2846" y="7458"/>
                    <a:pt x="3128" y="9842"/>
                  </a:cubicBezTo>
                  <a:cubicBezTo>
                    <a:pt x="3256" y="11021"/>
                    <a:pt x="3563" y="12200"/>
                    <a:pt x="4025" y="13302"/>
                  </a:cubicBezTo>
                  <a:cubicBezTo>
                    <a:pt x="4332" y="14045"/>
                    <a:pt x="4742" y="14712"/>
                    <a:pt x="5281" y="15301"/>
                  </a:cubicBezTo>
                  <a:cubicBezTo>
                    <a:pt x="5768" y="15839"/>
                    <a:pt x="6383" y="16275"/>
                    <a:pt x="7075" y="16557"/>
                  </a:cubicBezTo>
                  <a:cubicBezTo>
                    <a:pt x="8074" y="16941"/>
                    <a:pt x="9176" y="16967"/>
                    <a:pt x="10176" y="16634"/>
                  </a:cubicBezTo>
                  <a:cubicBezTo>
                    <a:pt x="10996" y="16378"/>
                    <a:pt x="11765" y="16070"/>
                    <a:pt x="12508" y="15686"/>
                  </a:cubicBezTo>
                  <a:cubicBezTo>
                    <a:pt x="13636" y="15070"/>
                    <a:pt x="14764" y="14404"/>
                    <a:pt x="15815" y="13686"/>
                  </a:cubicBezTo>
                  <a:cubicBezTo>
                    <a:pt x="17737" y="12405"/>
                    <a:pt x="19582" y="11072"/>
                    <a:pt x="21453" y="9739"/>
                  </a:cubicBezTo>
                  <a:cubicBezTo>
                    <a:pt x="26630" y="6049"/>
                    <a:pt x="32167" y="2896"/>
                    <a:pt x="37985" y="359"/>
                  </a:cubicBezTo>
                  <a:cubicBezTo>
                    <a:pt x="38241" y="256"/>
                    <a:pt x="38446" y="128"/>
                    <a:pt x="38651" y="0"/>
                  </a:cubicBezTo>
                  <a:lnTo>
                    <a:pt x="45494" y="0"/>
                  </a:lnTo>
                  <a:cubicBezTo>
                    <a:pt x="45264" y="154"/>
                    <a:pt x="45007" y="308"/>
                    <a:pt x="44777" y="436"/>
                  </a:cubicBezTo>
                  <a:cubicBezTo>
                    <a:pt x="42931" y="1307"/>
                    <a:pt x="41060" y="2153"/>
                    <a:pt x="39240" y="3024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15" name="Google Shape;216;p8"/>
            <p:cNvSpPr/>
            <p:nvPr/>
          </p:nvSpPr>
          <p:spPr>
            <a:xfrm>
              <a:off x="1080" y="3830040"/>
              <a:ext cx="1724400" cy="1312200"/>
            </a:xfrm>
            <a:custGeom>
              <a:avLst/>
              <a:gdLst>
                <a:gd name="textAreaLeft" fmla="*/ 0 w 1724400"/>
                <a:gd name="textAreaRight" fmla="*/ 1724760 w 1724400"/>
                <a:gd name="textAreaTop" fmla="*/ 0 h 1312200"/>
                <a:gd name="textAreaBottom" fmla="*/ 1312560 h 1312200"/>
              </a:gdLst>
              <a:ahLst/>
              <a:cxnLst/>
              <a:rect l="textAreaLeft" t="textAreaTop" r="textAreaRight" b="textAreaBottom"/>
              <a:pathLst>
                <a:path w="53696" h="44905">
                  <a:moveTo>
                    <a:pt x="5024" y="14199"/>
                  </a:moveTo>
                  <a:cubicBezTo>
                    <a:pt x="12456" y="9766"/>
                    <a:pt x="20350" y="6100"/>
                    <a:pt x="28552" y="3281"/>
                  </a:cubicBezTo>
                  <a:cubicBezTo>
                    <a:pt x="31602" y="2179"/>
                    <a:pt x="34729" y="1308"/>
                    <a:pt x="37907" y="667"/>
                  </a:cubicBezTo>
                  <a:cubicBezTo>
                    <a:pt x="40085" y="180"/>
                    <a:pt x="42315" y="0"/>
                    <a:pt x="44545" y="129"/>
                  </a:cubicBezTo>
                  <a:cubicBezTo>
                    <a:pt x="47621" y="359"/>
                    <a:pt x="49902" y="1590"/>
                    <a:pt x="51363" y="3845"/>
                  </a:cubicBezTo>
                  <a:cubicBezTo>
                    <a:pt x="52003" y="4819"/>
                    <a:pt x="52516" y="5921"/>
                    <a:pt x="52824" y="7074"/>
                  </a:cubicBezTo>
                  <a:cubicBezTo>
                    <a:pt x="53413" y="9150"/>
                    <a:pt x="53695" y="11329"/>
                    <a:pt x="53669" y="13482"/>
                  </a:cubicBezTo>
                  <a:cubicBezTo>
                    <a:pt x="53695" y="16250"/>
                    <a:pt x="53464" y="18992"/>
                    <a:pt x="53003" y="21735"/>
                  </a:cubicBezTo>
                  <a:cubicBezTo>
                    <a:pt x="52414" y="25297"/>
                    <a:pt x="51619" y="28834"/>
                    <a:pt x="50645" y="32346"/>
                  </a:cubicBezTo>
                  <a:cubicBezTo>
                    <a:pt x="49620" y="36216"/>
                    <a:pt x="48390" y="40060"/>
                    <a:pt x="47134" y="43879"/>
                  </a:cubicBezTo>
                  <a:cubicBezTo>
                    <a:pt x="47031" y="44212"/>
                    <a:pt x="46980" y="44545"/>
                    <a:pt x="46929" y="44904"/>
                  </a:cubicBezTo>
                  <a:lnTo>
                    <a:pt x="45314" y="44904"/>
                  </a:lnTo>
                  <a:cubicBezTo>
                    <a:pt x="45314" y="44648"/>
                    <a:pt x="45340" y="44392"/>
                    <a:pt x="45391" y="44161"/>
                  </a:cubicBezTo>
                  <a:cubicBezTo>
                    <a:pt x="45545" y="43648"/>
                    <a:pt x="45724" y="43136"/>
                    <a:pt x="45904" y="42623"/>
                  </a:cubicBezTo>
                  <a:cubicBezTo>
                    <a:pt x="48082" y="35780"/>
                    <a:pt x="50004" y="28885"/>
                    <a:pt x="50901" y="21837"/>
                  </a:cubicBezTo>
                  <a:cubicBezTo>
                    <a:pt x="51260" y="19223"/>
                    <a:pt x="51337" y="16583"/>
                    <a:pt x="51183" y="13969"/>
                  </a:cubicBezTo>
                  <a:cubicBezTo>
                    <a:pt x="51106" y="12636"/>
                    <a:pt x="50876" y="11329"/>
                    <a:pt x="50543" y="10047"/>
                  </a:cubicBezTo>
                  <a:cubicBezTo>
                    <a:pt x="50184" y="8715"/>
                    <a:pt x="49594" y="7433"/>
                    <a:pt x="48774" y="6305"/>
                  </a:cubicBezTo>
                  <a:cubicBezTo>
                    <a:pt x="47493" y="4588"/>
                    <a:pt x="45673" y="3512"/>
                    <a:pt x="43264" y="3102"/>
                  </a:cubicBezTo>
                  <a:cubicBezTo>
                    <a:pt x="41470" y="2845"/>
                    <a:pt x="39624" y="2820"/>
                    <a:pt x="37830" y="3076"/>
                  </a:cubicBezTo>
                  <a:cubicBezTo>
                    <a:pt x="35805" y="3307"/>
                    <a:pt x="33806" y="3691"/>
                    <a:pt x="31858" y="4204"/>
                  </a:cubicBezTo>
                  <a:cubicBezTo>
                    <a:pt x="25989" y="5742"/>
                    <a:pt x="20299" y="7818"/>
                    <a:pt x="14814" y="10406"/>
                  </a:cubicBezTo>
                  <a:cubicBezTo>
                    <a:pt x="10175" y="12636"/>
                    <a:pt x="5664" y="15122"/>
                    <a:pt x="1333" y="17890"/>
                  </a:cubicBezTo>
                  <a:cubicBezTo>
                    <a:pt x="923" y="18147"/>
                    <a:pt x="436" y="18352"/>
                    <a:pt x="0" y="18608"/>
                  </a:cubicBezTo>
                  <a:lnTo>
                    <a:pt x="0" y="17096"/>
                  </a:lnTo>
                  <a:cubicBezTo>
                    <a:pt x="384" y="17019"/>
                    <a:pt x="769" y="16839"/>
                    <a:pt x="1076" y="16609"/>
                  </a:cubicBezTo>
                  <a:cubicBezTo>
                    <a:pt x="2384" y="15814"/>
                    <a:pt x="3691" y="14994"/>
                    <a:pt x="5024" y="1419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16" name="Google Shape;217;p8"/>
            <p:cNvSpPr/>
            <p:nvPr/>
          </p:nvSpPr>
          <p:spPr>
            <a:xfrm>
              <a:off x="8841600" y="983880"/>
              <a:ext cx="301680" cy="823680"/>
            </a:xfrm>
            <a:custGeom>
              <a:avLst/>
              <a:gdLst>
                <a:gd name="textAreaLeft" fmla="*/ 0 w 301680"/>
                <a:gd name="textAreaRight" fmla="*/ 302040 w 301680"/>
                <a:gd name="textAreaTop" fmla="*/ 0 h 823680"/>
                <a:gd name="textAreaBottom" fmla="*/ 824040 h 823680"/>
              </a:gdLst>
              <a:ahLst/>
              <a:cxnLst/>
              <a:rect l="textAreaLeft" t="textAreaTop" r="textAreaRight" b="textAreaBottom"/>
              <a:pathLst>
                <a:path w="9407" h="28194">
                  <a:moveTo>
                    <a:pt x="4050" y="24579"/>
                  </a:moveTo>
                  <a:cubicBezTo>
                    <a:pt x="1462" y="22273"/>
                    <a:pt x="129" y="19556"/>
                    <a:pt x="26" y="16429"/>
                  </a:cubicBezTo>
                  <a:cubicBezTo>
                    <a:pt x="1" y="14481"/>
                    <a:pt x="359" y="12533"/>
                    <a:pt x="1103" y="10714"/>
                  </a:cubicBezTo>
                  <a:cubicBezTo>
                    <a:pt x="2743" y="6536"/>
                    <a:pt x="5639" y="3025"/>
                    <a:pt x="9407" y="0"/>
                  </a:cubicBezTo>
                  <a:lnTo>
                    <a:pt x="9407" y="7125"/>
                  </a:lnTo>
                  <a:cubicBezTo>
                    <a:pt x="9356" y="7177"/>
                    <a:pt x="9279" y="7202"/>
                    <a:pt x="9228" y="7253"/>
                  </a:cubicBezTo>
                  <a:cubicBezTo>
                    <a:pt x="7741" y="9842"/>
                    <a:pt x="7126" y="12559"/>
                    <a:pt x="7792" y="15429"/>
                  </a:cubicBezTo>
                  <a:cubicBezTo>
                    <a:pt x="8074" y="16660"/>
                    <a:pt x="8612" y="17813"/>
                    <a:pt x="9407" y="18787"/>
                  </a:cubicBezTo>
                  <a:lnTo>
                    <a:pt x="9407" y="28193"/>
                  </a:lnTo>
                  <a:lnTo>
                    <a:pt x="8100" y="27424"/>
                  </a:lnTo>
                  <a:cubicBezTo>
                    <a:pt x="6639" y="26630"/>
                    <a:pt x="5280" y="25681"/>
                    <a:pt x="4050" y="2457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17" name="Google Shape;218;p8"/>
            <p:cNvSpPr/>
            <p:nvPr/>
          </p:nvSpPr>
          <p:spPr>
            <a:xfrm>
              <a:off x="1080" y="0"/>
              <a:ext cx="2369880" cy="829800"/>
            </a:xfrm>
            <a:custGeom>
              <a:avLst/>
              <a:gdLst>
                <a:gd name="textAreaLeft" fmla="*/ 0 w 2369880"/>
                <a:gd name="textAreaRight" fmla="*/ 2370240 w 2369880"/>
                <a:gd name="textAreaTop" fmla="*/ 0 h 829800"/>
                <a:gd name="textAreaBottom" fmla="*/ 830160 h 829800"/>
              </a:gdLst>
              <a:ahLst/>
              <a:cxnLst/>
              <a:rect l="textAreaLeft" t="textAreaTop" r="textAreaRight" b="textAreaBottom"/>
              <a:pathLst>
                <a:path w="73790" h="28399">
                  <a:moveTo>
                    <a:pt x="63076" y="10355"/>
                  </a:moveTo>
                  <a:cubicBezTo>
                    <a:pt x="62537" y="11405"/>
                    <a:pt x="61999" y="12482"/>
                    <a:pt x="61461" y="13558"/>
                  </a:cubicBezTo>
                  <a:cubicBezTo>
                    <a:pt x="60308" y="16044"/>
                    <a:pt x="59000" y="18479"/>
                    <a:pt x="57591" y="20863"/>
                  </a:cubicBezTo>
                  <a:cubicBezTo>
                    <a:pt x="56745" y="22247"/>
                    <a:pt x="55771" y="23554"/>
                    <a:pt x="54669" y="24784"/>
                  </a:cubicBezTo>
                  <a:cubicBezTo>
                    <a:pt x="53900" y="25630"/>
                    <a:pt x="53029" y="26373"/>
                    <a:pt x="52080" y="26988"/>
                  </a:cubicBezTo>
                  <a:cubicBezTo>
                    <a:pt x="51004" y="27680"/>
                    <a:pt x="49799" y="28090"/>
                    <a:pt x="48543" y="28244"/>
                  </a:cubicBezTo>
                  <a:cubicBezTo>
                    <a:pt x="47211" y="28398"/>
                    <a:pt x="45878" y="28347"/>
                    <a:pt x="44596" y="28090"/>
                  </a:cubicBezTo>
                  <a:cubicBezTo>
                    <a:pt x="42674" y="27757"/>
                    <a:pt x="40803" y="27245"/>
                    <a:pt x="38983" y="26604"/>
                  </a:cubicBezTo>
                  <a:cubicBezTo>
                    <a:pt x="35780" y="25502"/>
                    <a:pt x="32730" y="24195"/>
                    <a:pt x="29705" y="22836"/>
                  </a:cubicBezTo>
                  <a:cubicBezTo>
                    <a:pt x="24169" y="20401"/>
                    <a:pt x="18684" y="17941"/>
                    <a:pt x="13174" y="15481"/>
                  </a:cubicBezTo>
                  <a:cubicBezTo>
                    <a:pt x="9201" y="13686"/>
                    <a:pt x="5229" y="11944"/>
                    <a:pt x="1256" y="10175"/>
                  </a:cubicBezTo>
                  <a:cubicBezTo>
                    <a:pt x="871" y="9996"/>
                    <a:pt x="487" y="9739"/>
                    <a:pt x="0" y="9765"/>
                  </a:cubicBezTo>
                  <a:lnTo>
                    <a:pt x="0" y="9022"/>
                  </a:lnTo>
                  <a:cubicBezTo>
                    <a:pt x="461" y="9176"/>
                    <a:pt x="923" y="9329"/>
                    <a:pt x="1358" y="9509"/>
                  </a:cubicBezTo>
                  <a:cubicBezTo>
                    <a:pt x="9252" y="12943"/>
                    <a:pt x="17172" y="16378"/>
                    <a:pt x="25066" y="19838"/>
                  </a:cubicBezTo>
                  <a:cubicBezTo>
                    <a:pt x="28475" y="21299"/>
                    <a:pt x="31884" y="22708"/>
                    <a:pt x="35395" y="23990"/>
                  </a:cubicBezTo>
                  <a:cubicBezTo>
                    <a:pt x="37215" y="24656"/>
                    <a:pt x="39060" y="25194"/>
                    <a:pt x="40931" y="25656"/>
                  </a:cubicBezTo>
                  <a:cubicBezTo>
                    <a:pt x="42443" y="26014"/>
                    <a:pt x="43981" y="26194"/>
                    <a:pt x="45545" y="26168"/>
                  </a:cubicBezTo>
                  <a:cubicBezTo>
                    <a:pt x="47082" y="26168"/>
                    <a:pt x="48569" y="25758"/>
                    <a:pt x="49902" y="24989"/>
                  </a:cubicBezTo>
                  <a:cubicBezTo>
                    <a:pt x="50927" y="24374"/>
                    <a:pt x="51850" y="23656"/>
                    <a:pt x="52695" y="22811"/>
                  </a:cubicBezTo>
                  <a:cubicBezTo>
                    <a:pt x="53746" y="21734"/>
                    <a:pt x="54695" y="20555"/>
                    <a:pt x="55540" y="19299"/>
                  </a:cubicBezTo>
                  <a:cubicBezTo>
                    <a:pt x="56950" y="17198"/>
                    <a:pt x="58257" y="15045"/>
                    <a:pt x="59436" y="12815"/>
                  </a:cubicBezTo>
                  <a:cubicBezTo>
                    <a:pt x="60103" y="11585"/>
                    <a:pt x="60769" y="10355"/>
                    <a:pt x="61461" y="9150"/>
                  </a:cubicBezTo>
                  <a:cubicBezTo>
                    <a:pt x="62409" y="7510"/>
                    <a:pt x="63588" y="5997"/>
                    <a:pt x="64947" y="4665"/>
                  </a:cubicBezTo>
                  <a:cubicBezTo>
                    <a:pt x="66587" y="3076"/>
                    <a:pt x="68432" y="1717"/>
                    <a:pt x="70432" y="589"/>
                  </a:cubicBezTo>
                  <a:cubicBezTo>
                    <a:pt x="70739" y="410"/>
                    <a:pt x="70995" y="205"/>
                    <a:pt x="71277" y="0"/>
                  </a:cubicBezTo>
                  <a:lnTo>
                    <a:pt x="73789" y="0"/>
                  </a:lnTo>
                  <a:cubicBezTo>
                    <a:pt x="73123" y="410"/>
                    <a:pt x="72482" y="846"/>
                    <a:pt x="71790" y="1256"/>
                  </a:cubicBezTo>
                  <a:cubicBezTo>
                    <a:pt x="67869" y="3614"/>
                    <a:pt x="64947" y="6638"/>
                    <a:pt x="63076" y="1035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18" name="Google Shape;219;p8"/>
            <p:cNvSpPr/>
            <p:nvPr/>
          </p:nvSpPr>
          <p:spPr>
            <a:xfrm>
              <a:off x="5872320" y="0"/>
              <a:ext cx="762840" cy="307440"/>
            </a:xfrm>
            <a:custGeom>
              <a:avLst/>
              <a:gdLst>
                <a:gd name="textAreaLeft" fmla="*/ 0 w 762840"/>
                <a:gd name="textAreaRight" fmla="*/ 763200 w 762840"/>
                <a:gd name="textAreaTop" fmla="*/ 0 h 307440"/>
                <a:gd name="textAreaBottom" fmla="*/ 307800 h 307440"/>
              </a:gdLst>
              <a:ahLst/>
              <a:cxnLst/>
              <a:rect l="textAreaLeft" t="textAreaTop" r="textAreaRight" b="textAreaBottom"/>
              <a:pathLst>
                <a:path w="23760" h="10534">
                  <a:moveTo>
                    <a:pt x="13944" y="5895"/>
                  </a:moveTo>
                  <a:cubicBezTo>
                    <a:pt x="12534" y="6792"/>
                    <a:pt x="11099" y="7663"/>
                    <a:pt x="9663" y="8509"/>
                  </a:cubicBezTo>
                  <a:cubicBezTo>
                    <a:pt x="8895" y="8945"/>
                    <a:pt x="8126" y="9329"/>
                    <a:pt x="7331" y="9688"/>
                  </a:cubicBezTo>
                  <a:cubicBezTo>
                    <a:pt x="6742" y="9919"/>
                    <a:pt x="6152" y="10124"/>
                    <a:pt x="5537" y="10252"/>
                  </a:cubicBezTo>
                  <a:cubicBezTo>
                    <a:pt x="4153" y="10534"/>
                    <a:pt x="2974" y="10226"/>
                    <a:pt x="2077" y="9329"/>
                  </a:cubicBezTo>
                  <a:cubicBezTo>
                    <a:pt x="1692" y="8919"/>
                    <a:pt x="1359" y="8458"/>
                    <a:pt x="1077" y="7971"/>
                  </a:cubicBezTo>
                  <a:cubicBezTo>
                    <a:pt x="667" y="7176"/>
                    <a:pt x="411" y="6305"/>
                    <a:pt x="283" y="5434"/>
                  </a:cubicBezTo>
                  <a:cubicBezTo>
                    <a:pt x="78" y="3947"/>
                    <a:pt x="1" y="2435"/>
                    <a:pt x="129" y="948"/>
                  </a:cubicBezTo>
                  <a:cubicBezTo>
                    <a:pt x="129" y="615"/>
                    <a:pt x="78" y="333"/>
                    <a:pt x="78" y="26"/>
                  </a:cubicBezTo>
                  <a:lnTo>
                    <a:pt x="2128" y="26"/>
                  </a:lnTo>
                  <a:cubicBezTo>
                    <a:pt x="2077" y="1025"/>
                    <a:pt x="2179" y="1999"/>
                    <a:pt x="2384" y="2973"/>
                  </a:cubicBezTo>
                  <a:cubicBezTo>
                    <a:pt x="2538" y="3870"/>
                    <a:pt x="2871" y="4716"/>
                    <a:pt x="3384" y="5459"/>
                  </a:cubicBezTo>
                  <a:cubicBezTo>
                    <a:pt x="4358" y="6792"/>
                    <a:pt x="5742" y="7279"/>
                    <a:pt x="7536" y="6818"/>
                  </a:cubicBezTo>
                  <a:cubicBezTo>
                    <a:pt x="8356" y="6613"/>
                    <a:pt x="9151" y="6305"/>
                    <a:pt x="9894" y="5946"/>
                  </a:cubicBezTo>
                  <a:cubicBezTo>
                    <a:pt x="11047" y="5408"/>
                    <a:pt x="12150" y="4793"/>
                    <a:pt x="13252" y="4178"/>
                  </a:cubicBezTo>
                  <a:cubicBezTo>
                    <a:pt x="15533" y="2896"/>
                    <a:pt x="17763" y="1563"/>
                    <a:pt x="20018" y="256"/>
                  </a:cubicBezTo>
                  <a:cubicBezTo>
                    <a:pt x="20146" y="179"/>
                    <a:pt x="20249" y="103"/>
                    <a:pt x="20351" y="0"/>
                  </a:cubicBezTo>
                  <a:lnTo>
                    <a:pt x="23760" y="0"/>
                  </a:lnTo>
                  <a:cubicBezTo>
                    <a:pt x="23581" y="154"/>
                    <a:pt x="23376" y="308"/>
                    <a:pt x="23171" y="436"/>
                  </a:cubicBezTo>
                  <a:cubicBezTo>
                    <a:pt x="19967" y="2127"/>
                    <a:pt x="16968" y="3998"/>
                    <a:pt x="13944" y="589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400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619" name="Google Shape;220;p8"/>
          <p:cNvSpPr/>
          <p:nvPr/>
        </p:nvSpPr>
        <p:spPr>
          <a:xfrm>
            <a:off x="1052640" y="1057320"/>
            <a:ext cx="7038360" cy="3028680"/>
          </a:xfrm>
          <a:prstGeom prst="roundRect">
            <a:avLst>
              <a:gd name="adj" fmla="val 10431"/>
            </a:avLst>
          </a:prstGeom>
          <a:solidFill>
            <a:schemeClr val="accent6"/>
          </a:solidFill>
          <a:ln w="0">
            <a:noFill/>
          </a:ln>
          <a:effectLst>
            <a:outerShdw blurRad="585720" algn="bl" rotWithShape="0">
              <a:schemeClr val="dk2">
                <a:alpha val="81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620" name="PlaceHolder 1"/>
          <p:cNvSpPr>
            <a:spLocks noGrp="1"/>
          </p:cNvSpPr>
          <p:nvPr>
            <p:ph type="title"/>
          </p:nvPr>
        </p:nvSpPr>
        <p:spPr>
          <a:xfrm>
            <a:off x="1388160" y="1307160"/>
            <a:ext cx="636732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72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  <a:endParaRPr lang="fr-FR" sz="72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/>
    <p:bodyStyle/>
    <p:otherStyle/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7477FB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1" name="Google Shape;223;p9"/>
          <p:cNvGrpSpPr/>
          <p:nvPr/>
        </p:nvGrpSpPr>
        <p:grpSpPr>
          <a:xfrm>
            <a:off x="-360" y="0"/>
            <a:ext cx="9143640" cy="5143320"/>
            <a:chOff x="-360" y="0"/>
            <a:chExt cx="9143640" cy="5143320"/>
          </a:xfrm>
        </p:grpSpPr>
        <p:sp>
          <p:nvSpPr>
            <p:cNvPr id="622" name="Google Shape;224;p9"/>
            <p:cNvSpPr/>
            <p:nvPr/>
          </p:nvSpPr>
          <p:spPr>
            <a:xfrm flipH="1">
              <a:off x="0" y="0"/>
              <a:ext cx="3819600" cy="4427640"/>
            </a:xfrm>
            <a:custGeom>
              <a:avLst/>
              <a:gdLst>
                <a:gd name="textAreaLeft" fmla="*/ 360 w 3819600"/>
                <a:gd name="textAreaRight" fmla="*/ 3820320 w 3819600"/>
                <a:gd name="textAreaTop" fmla="*/ 0 h 4427640"/>
                <a:gd name="textAreaBottom" fmla="*/ 4428000 h 4427640"/>
              </a:gdLst>
              <a:ahLst/>
              <a:cxnLst/>
              <a:rect l="textAreaLeft" t="textAreaTop" r="textAreaRight" b="textAreaBottom"/>
              <a:pathLst>
                <a:path w="118924" h="151474">
                  <a:moveTo>
                    <a:pt x="103008" y="151473"/>
                  </a:moveTo>
                  <a:cubicBezTo>
                    <a:pt x="98522" y="151448"/>
                    <a:pt x="94063" y="150781"/>
                    <a:pt x="89731" y="149525"/>
                  </a:cubicBezTo>
                  <a:cubicBezTo>
                    <a:pt x="87425" y="148833"/>
                    <a:pt x="85118" y="148090"/>
                    <a:pt x="82862" y="147270"/>
                  </a:cubicBezTo>
                  <a:cubicBezTo>
                    <a:pt x="77531" y="145348"/>
                    <a:pt x="72200" y="143374"/>
                    <a:pt x="66869" y="141375"/>
                  </a:cubicBezTo>
                  <a:cubicBezTo>
                    <a:pt x="65024" y="140657"/>
                    <a:pt x="63178" y="139888"/>
                    <a:pt x="61384" y="139094"/>
                  </a:cubicBezTo>
                  <a:cubicBezTo>
                    <a:pt x="56130" y="136787"/>
                    <a:pt x="52414" y="133302"/>
                    <a:pt x="50158" y="128739"/>
                  </a:cubicBezTo>
                  <a:cubicBezTo>
                    <a:pt x="48979" y="126407"/>
                    <a:pt x="48031" y="123947"/>
                    <a:pt x="47288" y="121435"/>
                  </a:cubicBezTo>
                  <a:cubicBezTo>
                    <a:pt x="46493" y="118616"/>
                    <a:pt x="45724" y="115822"/>
                    <a:pt x="45084" y="112977"/>
                  </a:cubicBezTo>
                  <a:cubicBezTo>
                    <a:pt x="44545" y="110465"/>
                    <a:pt x="44161" y="107902"/>
                    <a:pt x="43776" y="105365"/>
                  </a:cubicBezTo>
                  <a:cubicBezTo>
                    <a:pt x="43469" y="103084"/>
                    <a:pt x="43187" y="100803"/>
                    <a:pt x="42982" y="98522"/>
                  </a:cubicBezTo>
                  <a:cubicBezTo>
                    <a:pt x="42444" y="93114"/>
                    <a:pt x="42187" y="87706"/>
                    <a:pt x="42674" y="82298"/>
                  </a:cubicBezTo>
                  <a:cubicBezTo>
                    <a:pt x="43161" y="77351"/>
                    <a:pt x="44340" y="72507"/>
                    <a:pt x="46160" y="67868"/>
                  </a:cubicBezTo>
                  <a:cubicBezTo>
                    <a:pt x="47518" y="64357"/>
                    <a:pt x="49236" y="60948"/>
                    <a:pt x="50902" y="57514"/>
                  </a:cubicBezTo>
                  <a:cubicBezTo>
                    <a:pt x="55028" y="49081"/>
                    <a:pt x="59975" y="40982"/>
                    <a:pt x="65460" y="33088"/>
                  </a:cubicBezTo>
                  <a:cubicBezTo>
                    <a:pt x="67664" y="29961"/>
                    <a:pt x="69765" y="26758"/>
                    <a:pt x="71867" y="23554"/>
                  </a:cubicBezTo>
                  <a:cubicBezTo>
                    <a:pt x="72585" y="22503"/>
                    <a:pt x="73200" y="21375"/>
                    <a:pt x="73789" y="20273"/>
                  </a:cubicBezTo>
                  <a:cubicBezTo>
                    <a:pt x="74456" y="19094"/>
                    <a:pt x="74917" y="17813"/>
                    <a:pt x="75148" y="16480"/>
                  </a:cubicBezTo>
                  <a:cubicBezTo>
                    <a:pt x="75225" y="15967"/>
                    <a:pt x="75225" y="15429"/>
                    <a:pt x="75148" y="14891"/>
                  </a:cubicBezTo>
                  <a:cubicBezTo>
                    <a:pt x="75020" y="13866"/>
                    <a:pt x="74251" y="13276"/>
                    <a:pt x="73097" y="12994"/>
                  </a:cubicBezTo>
                  <a:cubicBezTo>
                    <a:pt x="72303" y="12815"/>
                    <a:pt x="71508" y="12764"/>
                    <a:pt x="70714" y="12841"/>
                  </a:cubicBezTo>
                  <a:cubicBezTo>
                    <a:pt x="69560" y="12943"/>
                    <a:pt x="68407" y="13123"/>
                    <a:pt x="67254" y="13404"/>
                  </a:cubicBezTo>
                  <a:cubicBezTo>
                    <a:pt x="65460" y="13866"/>
                    <a:pt x="63691" y="14430"/>
                    <a:pt x="61974" y="15122"/>
                  </a:cubicBezTo>
                  <a:cubicBezTo>
                    <a:pt x="58693" y="16378"/>
                    <a:pt x="55489" y="17838"/>
                    <a:pt x="52414" y="19479"/>
                  </a:cubicBezTo>
                  <a:cubicBezTo>
                    <a:pt x="48339" y="21606"/>
                    <a:pt x="44468" y="23964"/>
                    <a:pt x="40624" y="26373"/>
                  </a:cubicBezTo>
                  <a:cubicBezTo>
                    <a:pt x="37830" y="28142"/>
                    <a:pt x="35011" y="29910"/>
                    <a:pt x="32192" y="31653"/>
                  </a:cubicBezTo>
                  <a:cubicBezTo>
                    <a:pt x="30193" y="32883"/>
                    <a:pt x="28142" y="34037"/>
                    <a:pt x="26040" y="35062"/>
                  </a:cubicBezTo>
                  <a:cubicBezTo>
                    <a:pt x="24169" y="36010"/>
                    <a:pt x="22196" y="36753"/>
                    <a:pt x="20171" y="37292"/>
                  </a:cubicBezTo>
                  <a:cubicBezTo>
                    <a:pt x="14686" y="38650"/>
                    <a:pt x="10073" y="37445"/>
                    <a:pt x="6228" y="34037"/>
                  </a:cubicBezTo>
                  <a:cubicBezTo>
                    <a:pt x="5229" y="33114"/>
                    <a:pt x="4383" y="32089"/>
                    <a:pt x="3717" y="30935"/>
                  </a:cubicBezTo>
                  <a:cubicBezTo>
                    <a:pt x="2563" y="29039"/>
                    <a:pt x="1717" y="27014"/>
                    <a:pt x="1205" y="24912"/>
                  </a:cubicBezTo>
                  <a:cubicBezTo>
                    <a:pt x="564" y="22452"/>
                    <a:pt x="205" y="19966"/>
                    <a:pt x="103" y="17454"/>
                  </a:cubicBezTo>
                  <a:cubicBezTo>
                    <a:pt x="0" y="15173"/>
                    <a:pt x="26" y="12866"/>
                    <a:pt x="205" y="10585"/>
                  </a:cubicBezTo>
                  <a:cubicBezTo>
                    <a:pt x="436" y="7612"/>
                    <a:pt x="667" y="4665"/>
                    <a:pt x="897" y="1692"/>
                  </a:cubicBezTo>
                  <a:cubicBezTo>
                    <a:pt x="949" y="1128"/>
                    <a:pt x="949" y="564"/>
                    <a:pt x="949" y="0"/>
                  </a:cubicBezTo>
                  <a:lnTo>
                    <a:pt x="8689" y="0"/>
                  </a:lnTo>
                  <a:cubicBezTo>
                    <a:pt x="8766" y="179"/>
                    <a:pt x="8791" y="359"/>
                    <a:pt x="8791" y="538"/>
                  </a:cubicBezTo>
                  <a:cubicBezTo>
                    <a:pt x="8586" y="2153"/>
                    <a:pt x="8356" y="3768"/>
                    <a:pt x="8151" y="5382"/>
                  </a:cubicBezTo>
                  <a:cubicBezTo>
                    <a:pt x="7715" y="8637"/>
                    <a:pt x="7587" y="11944"/>
                    <a:pt x="7817" y="15224"/>
                  </a:cubicBezTo>
                  <a:cubicBezTo>
                    <a:pt x="7946" y="16993"/>
                    <a:pt x="8330" y="18736"/>
                    <a:pt x="8945" y="20401"/>
                  </a:cubicBezTo>
                  <a:cubicBezTo>
                    <a:pt x="9355" y="21606"/>
                    <a:pt x="9996" y="22708"/>
                    <a:pt x="10816" y="23682"/>
                  </a:cubicBezTo>
                  <a:cubicBezTo>
                    <a:pt x="11559" y="24579"/>
                    <a:pt x="12482" y="25297"/>
                    <a:pt x="13507" y="25809"/>
                  </a:cubicBezTo>
                  <a:cubicBezTo>
                    <a:pt x="15071" y="26604"/>
                    <a:pt x="16865" y="26809"/>
                    <a:pt x="18531" y="26348"/>
                  </a:cubicBezTo>
                  <a:cubicBezTo>
                    <a:pt x="19530" y="26091"/>
                    <a:pt x="20504" y="25707"/>
                    <a:pt x="21427" y="25220"/>
                  </a:cubicBezTo>
                  <a:cubicBezTo>
                    <a:pt x="22785" y="24528"/>
                    <a:pt x="24093" y="23733"/>
                    <a:pt x="25323" y="22811"/>
                  </a:cubicBezTo>
                  <a:cubicBezTo>
                    <a:pt x="26630" y="21862"/>
                    <a:pt x="27963" y="20914"/>
                    <a:pt x="29193" y="19914"/>
                  </a:cubicBezTo>
                  <a:cubicBezTo>
                    <a:pt x="36190" y="14302"/>
                    <a:pt x="43930" y="9483"/>
                    <a:pt x="52183" y="5229"/>
                  </a:cubicBezTo>
                  <a:cubicBezTo>
                    <a:pt x="55464" y="3537"/>
                    <a:pt x="58796" y="1820"/>
                    <a:pt x="62204" y="256"/>
                  </a:cubicBezTo>
                  <a:cubicBezTo>
                    <a:pt x="62384" y="179"/>
                    <a:pt x="62538" y="77"/>
                    <a:pt x="62691" y="0"/>
                  </a:cubicBezTo>
                  <a:lnTo>
                    <a:pt x="118924" y="0"/>
                  </a:lnTo>
                  <a:lnTo>
                    <a:pt x="118924" y="8278"/>
                  </a:lnTo>
                  <a:cubicBezTo>
                    <a:pt x="118616" y="8407"/>
                    <a:pt x="118334" y="8535"/>
                    <a:pt x="118027" y="8663"/>
                  </a:cubicBezTo>
                  <a:cubicBezTo>
                    <a:pt x="112029" y="10995"/>
                    <a:pt x="106416" y="14225"/>
                    <a:pt x="101393" y="18274"/>
                  </a:cubicBezTo>
                  <a:cubicBezTo>
                    <a:pt x="94729" y="23554"/>
                    <a:pt x="88527" y="29372"/>
                    <a:pt x="82811" y="35651"/>
                  </a:cubicBezTo>
                  <a:cubicBezTo>
                    <a:pt x="76532" y="42571"/>
                    <a:pt x="71893" y="50158"/>
                    <a:pt x="68843" y="58411"/>
                  </a:cubicBezTo>
                  <a:cubicBezTo>
                    <a:pt x="67510" y="62025"/>
                    <a:pt x="66126" y="65587"/>
                    <a:pt x="65101" y="69252"/>
                  </a:cubicBezTo>
                  <a:cubicBezTo>
                    <a:pt x="63691" y="74096"/>
                    <a:pt x="62897" y="78992"/>
                    <a:pt x="63102" y="83964"/>
                  </a:cubicBezTo>
                  <a:cubicBezTo>
                    <a:pt x="63281" y="88654"/>
                    <a:pt x="64383" y="93216"/>
                    <a:pt x="66075" y="97702"/>
                  </a:cubicBezTo>
                  <a:cubicBezTo>
                    <a:pt x="68202" y="103238"/>
                    <a:pt x="71278" y="108389"/>
                    <a:pt x="75199" y="112849"/>
                  </a:cubicBezTo>
                  <a:cubicBezTo>
                    <a:pt x="78505" y="116668"/>
                    <a:pt x="82427" y="119923"/>
                    <a:pt x="86758" y="122486"/>
                  </a:cubicBezTo>
                  <a:cubicBezTo>
                    <a:pt x="94447" y="127073"/>
                    <a:pt x="103059" y="129201"/>
                    <a:pt x="112568" y="128739"/>
                  </a:cubicBezTo>
                  <a:cubicBezTo>
                    <a:pt x="114362" y="128663"/>
                    <a:pt x="116182" y="128432"/>
                    <a:pt x="117950" y="128073"/>
                  </a:cubicBezTo>
                  <a:cubicBezTo>
                    <a:pt x="118283" y="128022"/>
                    <a:pt x="118591" y="127894"/>
                    <a:pt x="118924" y="127817"/>
                  </a:cubicBezTo>
                  <a:lnTo>
                    <a:pt x="118924" y="149064"/>
                  </a:lnTo>
                  <a:cubicBezTo>
                    <a:pt x="118514" y="149141"/>
                    <a:pt x="118129" y="149218"/>
                    <a:pt x="117719" y="149346"/>
                  </a:cubicBezTo>
                  <a:cubicBezTo>
                    <a:pt x="112952" y="150730"/>
                    <a:pt x="108005" y="151448"/>
                    <a:pt x="103008" y="151473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23" name="Google Shape;225;p9"/>
            <p:cNvSpPr/>
            <p:nvPr/>
          </p:nvSpPr>
          <p:spPr>
            <a:xfrm flipH="1">
              <a:off x="2516040" y="0"/>
              <a:ext cx="6626880" cy="5142240"/>
            </a:xfrm>
            <a:custGeom>
              <a:avLst/>
              <a:gdLst>
                <a:gd name="textAreaLeft" fmla="*/ 360 w 6626880"/>
                <a:gd name="textAreaRight" fmla="*/ 6627600 w 6626880"/>
                <a:gd name="textAreaTop" fmla="*/ 0 h 5142240"/>
                <a:gd name="textAreaBottom" fmla="*/ 5142600 h 5142240"/>
              </a:gdLst>
              <a:ahLst/>
              <a:cxnLst/>
              <a:rect l="textAreaLeft" t="textAreaTop" r="textAreaRight" b="textAreaBottom"/>
              <a:pathLst>
                <a:path w="206323" h="175925">
                  <a:moveTo>
                    <a:pt x="141196" y="19504"/>
                  </a:moveTo>
                  <a:cubicBezTo>
                    <a:pt x="142093" y="23041"/>
                    <a:pt x="142965" y="26604"/>
                    <a:pt x="143836" y="30166"/>
                  </a:cubicBezTo>
                  <a:cubicBezTo>
                    <a:pt x="145400" y="36318"/>
                    <a:pt x="147424" y="42315"/>
                    <a:pt x="149936" y="48133"/>
                  </a:cubicBezTo>
                  <a:cubicBezTo>
                    <a:pt x="151089" y="50824"/>
                    <a:pt x="152217" y="53515"/>
                    <a:pt x="153089" y="56283"/>
                  </a:cubicBezTo>
                  <a:cubicBezTo>
                    <a:pt x="153858" y="58770"/>
                    <a:pt x="154447" y="61333"/>
                    <a:pt x="154831" y="63921"/>
                  </a:cubicBezTo>
                  <a:cubicBezTo>
                    <a:pt x="155421" y="67612"/>
                    <a:pt x="155703" y="71277"/>
                    <a:pt x="156036" y="74968"/>
                  </a:cubicBezTo>
                  <a:cubicBezTo>
                    <a:pt x="156241" y="77813"/>
                    <a:pt x="156600" y="80658"/>
                    <a:pt x="157138" y="83477"/>
                  </a:cubicBezTo>
                  <a:cubicBezTo>
                    <a:pt x="157574" y="85912"/>
                    <a:pt x="158343" y="88270"/>
                    <a:pt x="159394" y="90525"/>
                  </a:cubicBezTo>
                  <a:cubicBezTo>
                    <a:pt x="160675" y="93191"/>
                    <a:pt x="162520" y="95549"/>
                    <a:pt x="164802" y="97420"/>
                  </a:cubicBezTo>
                  <a:cubicBezTo>
                    <a:pt x="165776" y="98214"/>
                    <a:pt x="166724" y="99034"/>
                    <a:pt x="167723" y="99803"/>
                  </a:cubicBezTo>
                  <a:cubicBezTo>
                    <a:pt x="171645" y="102751"/>
                    <a:pt x="174618" y="106826"/>
                    <a:pt x="176207" y="111490"/>
                  </a:cubicBezTo>
                  <a:cubicBezTo>
                    <a:pt x="177027" y="113797"/>
                    <a:pt x="177565" y="116155"/>
                    <a:pt x="177873" y="118590"/>
                  </a:cubicBezTo>
                  <a:cubicBezTo>
                    <a:pt x="178155" y="120820"/>
                    <a:pt x="178257" y="123075"/>
                    <a:pt x="178129" y="125331"/>
                  </a:cubicBezTo>
                  <a:cubicBezTo>
                    <a:pt x="178027" y="127330"/>
                    <a:pt x="177565" y="129278"/>
                    <a:pt x="176796" y="131123"/>
                  </a:cubicBezTo>
                  <a:cubicBezTo>
                    <a:pt x="175694" y="133686"/>
                    <a:pt x="174567" y="136249"/>
                    <a:pt x="173439" y="138812"/>
                  </a:cubicBezTo>
                  <a:cubicBezTo>
                    <a:pt x="172824" y="140222"/>
                    <a:pt x="172209" y="141631"/>
                    <a:pt x="171645" y="143067"/>
                  </a:cubicBezTo>
                  <a:cubicBezTo>
                    <a:pt x="170491" y="146040"/>
                    <a:pt x="170696" y="148987"/>
                    <a:pt x="172055" y="151909"/>
                  </a:cubicBezTo>
                  <a:cubicBezTo>
                    <a:pt x="172798" y="153447"/>
                    <a:pt x="173721" y="154882"/>
                    <a:pt x="174797" y="156215"/>
                  </a:cubicBezTo>
                  <a:cubicBezTo>
                    <a:pt x="176925" y="158829"/>
                    <a:pt x="179488" y="161136"/>
                    <a:pt x="182281" y="163263"/>
                  </a:cubicBezTo>
                  <a:cubicBezTo>
                    <a:pt x="188971" y="168415"/>
                    <a:pt x="196609" y="172387"/>
                    <a:pt x="205015" y="175386"/>
                  </a:cubicBezTo>
                  <a:cubicBezTo>
                    <a:pt x="205451" y="175540"/>
                    <a:pt x="205887" y="175745"/>
                    <a:pt x="206322" y="175924"/>
                  </a:cubicBezTo>
                  <a:lnTo>
                    <a:pt x="178539" y="175924"/>
                  </a:lnTo>
                  <a:cubicBezTo>
                    <a:pt x="178257" y="175668"/>
                    <a:pt x="178001" y="175412"/>
                    <a:pt x="177694" y="175181"/>
                  </a:cubicBezTo>
                  <a:cubicBezTo>
                    <a:pt x="174054" y="172439"/>
                    <a:pt x="170594" y="169491"/>
                    <a:pt x="167313" y="166364"/>
                  </a:cubicBezTo>
                  <a:cubicBezTo>
                    <a:pt x="164597" y="163801"/>
                    <a:pt x="162136" y="161008"/>
                    <a:pt x="159932" y="158009"/>
                  </a:cubicBezTo>
                  <a:cubicBezTo>
                    <a:pt x="157753" y="154985"/>
                    <a:pt x="156010" y="151806"/>
                    <a:pt x="154960" y="148372"/>
                  </a:cubicBezTo>
                  <a:cubicBezTo>
                    <a:pt x="154550" y="146988"/>
                    <a:pt x="154268" y="145553"/>
                    <a:pt x="154139" y="144117"/>
                  </a:cubicBezTo>
                  <a:cubicBezTo>
                    <a:pt x="153909" y="141401"/>
                    <a:pt x="154344" y="138658"/>
                    <a:pt x="155421" y="136146"/>
                  </a:cubicBezTo>
                  <a:cubicBezTo>
                    <a:pt x="156036" y="134686"/>
                    <a:pt x="156754" y="133225"/>
                    <a:pt x="157394" y="131764"/>
                  </a:cubicBezTo>
                  <a:cubicBezTo>
                    <a:pt x="157856" y="130739"/>
                    <a:pt x="158266" y="129688"/>
                    <a:pt x="158625" y="128637"/>
                  </a:cubicBezTo>
                  <a:cubicBezTo>
                    <a:pt x="159650" y="125356"/>
                    <a:pt x="159163" y="122178"/>
                    <a:pt x="157471" y="119103"/>
                  </a:cubicBezTo>
                  <a:cubicBezTo>
                    <a:pt x="156779" y="117898"/>
                    <a:pt x="155959" y="116745"/>
                    <a:pt x="154985" y="115745"/>
                  </a:cubicBezTo>
                  <a:cubicBezTo>
                    <a:pt x="154344" y="115079"/>
                    <a:pt x="153678" y="114438"/>
                    <a:pt x="152986" y="113823"/>
                  </a:cubicBezTo>
                  <a:cubicBezTo>
                    <a:pt x="152422" y="113285"/>
                    <a:pt x="151833" y="112746"/>
                    <a:pt x="151218" y="112234"/>
                  </a:cubicBezTo>
                  <a:cubicBezTo>
                    <a:pt x="147040" y="108748"/>
                    <a:pt x="144016" y="104083"/>
                    <a:pt x="142580" y="98829"/>
                  </a:cubicBezTo>
                  <a:cubicBezTo>
                    <a:pt x="141837" y="96164"/>
                    <a:pt x="141299" y="93473"/>
                    <a:pt x="140966" y="90756"/>
                  </a:cubicBezTo>
                  <a:cubicBezTo>
                    <a:pt x="140402" y="86476"/>
                    <a:pt x="139915" y="82170"/>
                    <a:pt x="139325" y="77864"/>
                  </a:cubicBezTo>
                  <a:cubicBezTo>
                    <a:pt x="138813" y="74173"/>
                    <a:pt x="138172" y="70482"/>
                    <a:pt x="137403" y="66817"/>
                  </a:cubicBezTo>
                  <a:cubicBezTo>
                    <a:pt x="136685" y="63409"/>
                    <a:pt x="136045" y="60025"/>
                    <a:pt x="135250" y="56642"/>
                  </a:cubicBezTo>
                  <a:cubicBezTo>
                    <a:pt x="133533" y="49107"/>
                    <a:pt x="131636" y="41572"/>
                    <a:pt x="129124" y="34216"/>
                  </a:cubicBezTo>
                  <a:cubicBezTo>
                    <a:pt x="128279" y="31576"/>
                    <a:pt x="127202" y="29039"/>
                    <a:pt x="125946" y="26578"/>
                  </a:cubicBezTo>
                  <a:cubicBezTo>
                    <a:pt x="125152" y="25015"/>
                    <a:pt x="124203" y="23554"/>
                    <a:pt x="123127" y="22170"/>
                  </a:cubicBezTo>
                  <a:cubicBezTo>
                    <a:pt x="122025" y="20786"/>
                    <a:pt x="120718" y="19530"/>
                    <a:pt x="119231" y="18530"/>
                  </a:cubicBezTo>
                  <a:cubicBezTo>
                    <a:pt x="118360" y="17941"/>
                    <a:pt x="117437" y="17454"/>
                    <a:pt x="116463" y="17070"/>
                  </a:cubicBezTo>
                  <a:cubicBezTo>
                    <a:pt x="113951" y="16096"/>
                    <a:pt x="111183" y="15942"/>
                    <a:pt x="108595" y="16659"/>
                  </a:cubicBezTo>
                  <a:cubicBezTo>
                    <a:pt x="107031" y="17095"/>
                    <a:pt x="105519" y="17710"/>
                    <a:pt x="104135" y="18530"/>
                  </a:cubicBezTo>
                  <a:cubicBezTo>
                    <a:pt x="101880" y="19838"/>
                    <a:pt x="99829" y="21478"/>
                    <a:pt x="98035" y="23400"/>
                  </a:cubicBezTo>
                  <a:cubicBezTo>
                    <a:pt x="95370" y="26194"/>
                    <a:pt x="93114" y="29321"/>
                    <a:pt x="91320" y="32729"/>
                  </a:cubicBezTo>
                  <a:cubicBezTo>
                    <a:pt x="90218" y="34806"/>
                    <a:pt x="89167" y="36907"/>
                    <a:pt x="88116" y="38958"/>
                  </a:cubicBezTo>
                  <a:cubicBezTo>
                    <a:pt x="86758" y="41674"/>
                    <a:pt x="85246" y="44314"/>
                    <a:pt x="83580" y="46852"/>
                  </a:cubicBezTo>
                  <a:cubicBezTo>
                    <a:pt x="82298" y="48748"/>
                    <a:pt x="80837" y="50491"/>
                    <a:pt x="79197" y="52080"/>
                  </a:cubicBezTo>
                  <a:cubicBezTo>
                    <a:pt x="78300" y="52926"/>
                    <a:pt x="77352" y="53695"/>
                    <a:pt x="76326" y="54387"/>
                  </a:cubicBezTo>
                  <a:cubicBezTo>
                    <a:pt x="73302" y="56335"/>
                    <a:pt x="69791" y="57437"/>
                    <a:pt x="66177" y="57539"/>
                  </a:cubicBezTo>
                  <a:cubicBezTo>
                    <a:pt x="62332" y="57693"/>
                    <a:pt x="58616" y="57104"/>
                    <a:pt x="55002" y="56104"/>
                  </a:cubicBezTo>
                  <a:cubicBezTo>
                    <a:pt x="50414" y="54797"/>
                    <a:pt x="45980" y="52952"/>
                    <a:pt x="41828" y="50619"/>
                  </a:cubicBezTo>
                  <a:cubicBezTo>
                    <a:pt x="37830" y="48441"/>
                    <a:pt x="34139" y="45955"/>
                    <a:pt x="30423" y="43443"/>
                  </a:cubicBezTo>
                  <a:cubicBezTo>
                    <a:pt x="26194" y="40572"/>
                    <a:pt x="21991" y="37625"/>
                    <a:pt x="17710" y="34806"/>
                  </a:cubicBezTo>
                  <a:cubicBezTo>
                    <a:pt x="12405" y="31269"/>
                    <a:pt x="6843" y="28065"/>
                    <a:pt x="1128" y="25040"/>
                  </a:cubicBezTo>
                  <a:cubicBezTo>
                    <a:pt x="769" y="24861"/>
                    <a:pt x="461" y="24605"/>
                    <a:pt x="0" y="24630"/>
                  </a:cubicBezTo>
                  <a:lnTo>
                    <a:pt x="0" y="19351"/>
                  </a:lnTo>
                  <a:cubicBezTo>
                    <a:pt x="179" y="19351"/>
                    <a:pt x="359" y="19376"/>
                    <a:pt x="538" y="19428"/>
                  </a:cubicBezTo>
                  <a:cubicBezTo>
                    <a:pt x="846" y="19556"/>
                    <a:pt x="1128" y="19709"/>
                    <a:pt x="1435" y="19863"/>
                  </a:cubicBezTo>
                  <a:cubicBezTo>
                    <a:pt x="11354" y="24964"/>
                    <a:pt x="20991" y="30653"/>
                    <a:pt x="30269" y="36907"/>
                  </a:cubicBezTo>
                  <a:cubicBezTo>
                    <a:pt x="33447" y="39060"/>
                    <a:pt x="36677" y="41136"/>
                    <a:pt x="39906" y="43187"/>
                  </a:cubicBezTo>
                  <a:cubicBezTo>
                    <a:pt x="42315" y="44724"/>
                    <a:pt x="44827" y="46083"/>
                    <a:pt x="47416" y="47287"/>
                  </a:cubicBezTo>
                  <a:cubicBezTo>
                    <a:pt x="50389" y="48723"/>
                    <a:pt x="53516" y="49773"/>
                    <a:pt x="56745" y="50440"/>
                  </a:cubicBezTo>
                  <a:cubicBezTo>
                    <a:pt x="58795" y="50876"/>
                    <a:pt x="60871" y="51029"/>
                    <a:pt x="62948" y="50952"/>
                  </a:cubicBezTo>
                  <a:cubicBezTo>
                    <a:pt x="66510" y="50799"/>
                    <a:pt x="69586" y="49748"/>
                    <a:pt x="72149" y="47697"/>
                  </a:cubicBezTo>
                  <a:cubicBezTo>
                    <a:pt x="73353" y="46723"/>
                    <a:pt x="74455" y="45570"/>
                    <a:pt x="75404" y="44314"/>
                  </a:cubicBezTo>
                  <a:cubicBezTo>
                    <a:pt x="76813" y="42443"/>
                    <a:pt x="78018" y="40418"/>
                    <a:pt x="79018" y="38266"/>
                  </a:cubicBezTo>
                  <a:cubicBezTo>
                    <a:pt x="80427" y="35190"/>
                    <a:pt x="81658" y="32037"/>
                    <a:pt x="82657" y="28808"/>
                  </a:cubicBezTo>
                  <a:cubicBezTo>
                    <a:pt x="83477" y="26091"/>
                    <a:pt x="84502" y="23477"/>
                    <a:pt x="85733" y="20940"/>
                  </a:cubicBezTo>
                  <a:cubicBezTo>
                    <a:pt x="87527" y="17454"/>
                    <a:pt x="89680" y="14148"/>
                    <a:pt x="92166" y="11123"/>
                  </a:cubicBezTo>
                  <a:cubicBezTo>
                    <a:pt x="94883" y="7817"/>
                    <a:pt x="97753" y="4562"/>
                    <a:pt x="100778" y="1435"/>
                  </a:cubicBezTo>
                  <a:cubicBezTo>
                    <a:pt x="101239" y="948"/>
                    <a:pt x="101752" y="461"/>
                    <a:pt x="102238" y="0"/>
                  </a:cubicBezTo>
                  <a:lnTo>
                    <a:pt x="125921" y="0"/>
                  </a:lnTo>
                  <a:cubicBezTo>
                    <a:pt x="126100" y="308"/>
                    <a:pt x="126485" y="384"/>
                    <a:pt x="126792" y="564"/>
                  </a:cubicBezTo>
                  <a:cubicBezTo>
                    <a:pt x="128663" y="1512"/>
                    <a:pt x="130457" y="2640"/>
                    <a:pt x="132123" y="3921"/>
                  </a:cubicBezTo>
                  <a:cubicBezTo>
                    <a:pt x="134968" y="6126"/>
                    <a:pt x="137224" y="8996"/>
                    <a:pt x="138684" y="12277"/>
                  </a:cubicBezTo>
                  <a:cubicBezTo>
                    <a:pt x="139735" y="14609"/>
                    <a:pt x="140555" y="17018"/>
                    <a:pt x="141196" y="19504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24" name="Google Shape;226;p9"/>
            <p:cNvSpPr/>
            <p:nvPr/>
          </p:nvSpPr>
          <p:spPr>
            <a:xfrm flipH="1">
              <a:off x="4358520" y="1168200"/>
              <a:ext cx="4783320" cy="3974400"/>
            </a:xfrm>
            <a:custGeom>
              <a:avLst/>
              <a:gdLst>
                <a:gd name="textAreaLeft" fmla="*/ -360 w 4783320"/>
                <a:gd name="textAreaRight" fmla="*/ 4783320 w 4783320"/>
                <a:gd name="textAreaTop" fmla="*/ 0 h 3974400"/>
                <a:gd name="textAreaBottom" fmla="*/ 3974760 h 3974400"/>
              </a:gdLst>
              <a:ahLst/>
              <a:cxnLst/>
              <a:rect l="textAreaLeft" t="textAreaTop" r="textAreaRight" b="textAreaBottom"/>
              <a:pathLst>
                <a:path w="148937" h="135968">
                  <a:moveTo>
                    <a:pt x="1307" y="308"/>
                  </a:moveTo>
                  <a:cubicBezTo>
                    <a:pt x="3306" y="897"/>
                    <a:pt x="5229" y="1615"/>
                    <a:pt x="7125" y="2435"/>
                  </a:cubicBezTo>
                  <a:cubicBezTo>
                    <a:pt x="10329" y="3819"/>
                    <a:pt x="13430" y="5331"/>
                    <a:pt x="16429" y="6972"/>
                  </a:cubicBezTo>
                  <a:cubicBezTo>
                    <a:pt x="21068" y="9483"/>
                    <a:pt x="25656" y="12021"/>
                    <a:pt x="30295" y="14507"/>
                  </a:cubicBezTo>
                  <a:cubicBezTo>
                    <a:pt x="35805" y="17505"/>
                    <a:pt x="41546" y="19992"/>
                    <a:pt x="47493" y="21991"/>
                  </a:cubicBezTo>
                  <a:cubicBezTo>
                    <a:pt x="51414" y="23323"/>
                    <a:pt x="55412" y="24374"/>
                    <a:pt x="59487" y="25169"/>
                  </a:cubicBezTo>
                  <a:cubicBezTo>
                    <a:pt x="62512" y="25758"/>
                    <a:pt x="65562" y="26040"/>
                    <a:pt x="68637" y="26040"/>
                  </a:cubicBezTo>
                  <a:cubicBezTo>
                    <a:pt x="74174" y="25989"/>
                    <a:pt x="79146" y="24631"/>
                    <a:pt x="83554" y="21863"/>
                  </a:cubicBezTo>
                  <a:cubicBezTo>
                    <a:pt x="85476" y="20632"/>
                    <a:pt x="87296" y="19248"/>
                    <a:pt x="88988" y="17736"/>
                  </a:cubicBezTo>
                  <a:cubicBezTo>
                    <a:pt x="90269" y="16608"/>
                    <a:pt x="91499" y="15455"/>
                    <a:pt x="92781" y="14353"/>
                  </a:cubicBezTo>
                  <a:cubicBezTo>
                    <a:pt x="94062" y="13225"/>
                    <a:pt x="95395" y="12149"/>
                    <a:pt x="96754" y="11124"/>
                  </a:cubicBezTo>
                  <a:cubicBezTo>
                    <a:pt x="97574" y="10534"/>
                    <a:pt x="98420" y="10021"/>
                    <a:pt x="99317" y="9535"/>
                  </a:cubicBezTo>
                  <a:cubicBezTo>
                    <a:pt x="100086" y="9124"/>
                    <a:pt x="100931" y="8817"/>
                    <a:pt x="101803" y="8637"/>
                  </a:cubicBezTo>
                  <a:cubicBezTo>
                    <a:pt x="103571" y="8202"/>
                    <a:pt x="105417" y="8432"/>
                    <a:pt x="107031" y="9278"/>
                  </a:cubicBezTo>
                  <a:cubicBezTo>
                    <a:pt x="107928" y="9765"/>
                    <a:pt x="108749" y="10380"/>
                    <a:pt x="109492" y="11098"/>
                  </a:cubicBezTo>
                  <a:cubicBezTo>
                    <a:pt x="110466" y="12072"/>
                    <a:pt x="111337" y="13123"/>
                    <a:pt x="112080" y="14302"/>
                  </a:cubicBezTo>
                  <a:cubicBezTo>
                    <a:pt x="113413" y="16326"/>
                    <a:pt x="114515" y="18505"/>
                    <a:pt x="115387" y="20786"/>
                  </a:cubicBezTo>
                  <a:cubicBezTo>
                    <a:pt x="116848" y="24528"/>
                    <a:pt x="117950" y="28424"/>
                    <a:pt x="118667" y="32371"/>
                  </a:cubicBezTo>
                  <a:cubicBezTo>
                    <a:pt x="119667" y="37471"/>
                    <a:pt x="120026" y="42648"/>
                    <a:pt x="119769" y="47826"/>
                  </a:cubicBezTo>
                  <a:cubicBezTo>
                    <a:pt x="119641" y="50056"/>
                    <a:pt x="119436" y="52311"/>
                    <a:pt x="119180" y="54566"/>
                  </a:cubicBezTo>
                  <a:cubicBezTo>
                    <a:pt x="118693" y="58795"/>
                    <a:pt x="118078" y="63024"/>
                    <a:pt x="117591" y="67253"/>
                  </a:cubicBezTo>
                  <a:cubicBezTo>
                    <a:pt x="117027" y="71610"/>
                    <a:pt x="116719" y="75993"/>
                    <a:pt x="116617" y="80401"/>
                  </a:cubicBezTo>
                  <a:cubicBezTo>
                    <a:pt x="116566" y="83374"/>
                    <a:pt x="116771" y="86348"/>
                    <a:pt x="117258" y="89295"/>
                  </a:cubicBezTo>
                  <a:cubicBezTo>
                    <a:pt x="118129" y="94498"/>
                    <a:pt x="120000" y="99444"/>
                    <a:pt x="123358" y="103930"/>
                  </a:cubicBezTo>
                  <a:cubicBezTo>
                    <a:pt x="125049" y="106262"/>
                    <a:pt x="126818" y="108543"/>
                    <a:pt x="128663" y="110824"/>
                  </a:cubicBezTo>
                  <a:cubicBezTo>
                    <a:pt x="131559" y="114412"/>
                    <a:pt x="134276" y="118129"/>
                    <a:pt x="137019" y="121794"/>
                  </a:cubicBezTo>
                  <a:cubicBezTo>
                    <a:pt x="140581" y="126561"/>
                    <a:pt x="144426" y="131123"/>
                    <a:pt x="148526" y="135429"/>
                  </a:cubicBezTo>
                  <a:cubicBezTo>
                    <a:pt x="148680" y="135583"/>
                    <a:pt x="148808" y="135788"/>
                    <a:pt x="148937" y="135967"/>
                  </a:cubicBezTo>
                  <a:lnTo>
                    <a:pt x="115028" y="135967"/>
                  </a:lnTo>
                  <a:cubicBezTo>
                    <a:pt x="114772" y="135608"/>
                    <a:pt x="114515" y="135275"/>
                    <a:pt x="114310" y="134916"/>
                  </a:cubicBezTo>
                  <a:cubicBezTo>
                    <a:pt x="111055" y="129227"/>
                    <a:pt x="108313" y="123255"/>
                    <a:pt x="106134" y="117104"/>
                  </a:cubicBezTo>
                  <a:cubicBezTo>
                    <a:pt x="104340" y="112157"/>
                    <a:pt x="102905" y="107082"/>
                    <a:pt x="101880" y="101931"/>
                  </a:cubicBezTo>
                  <a:cubicBezTo>
                    <a:pt x="101136" y="98086"/>
                    <a:pt x="100624" y="94242"/>
                    <a:pt x="100393" y="90346"/>
                  </a:cubicBezTo>
                  <a:cubicBezTo>
                    <a:pt x="100162" y="86860"/>
                    <a:pt x="100214" y="83374"/>
                    <a:pt x="100470" y="79914"/>
                  </a:cubicBezTo>
                  <a:cubicBezTo>
                    <a:pt x="100726" y="76813"/>
                    <a:pt x="101111" y="73738"/>
                    <a:pt x="101675" y="70688"/>
                  </a:cubicBezTo>
                  <a:cubicBezTo>
                    <a:pt x="102520" y="65997"/>
                    <a:pt x="103751" y="61384"/>
                    <a:pt x="104853" y="56745"/>
                  </a:cubicBezTo>
                  <a:cubicBezTo>
                    <a:pt x="105673" y="53541"/>
                    <a:pt x="106211" y="50286"/>
                    <a:pt x="106467" y="46980"/>
                  </a:cubicBezTo>
                  <a:cubicBezTo>
                    <a:pt x="106724" y="43135"/>
                    <a:pt x="106339" y="39342"/>
                    <a:pt x="105007" y="35651"/>
                  </a:cubicBezTo>
                  <a:cubicBezTo>
                    <a:pt x="104596" y="34524"/>
                    <a:pt x="104058" y="33447"/>
                    <a:pt x="103366" y="32448"/>
                  </a:cubicBezTo>
                  <a:cubicBezTo>
                    <a:pt x="102854" y="31653"/>
                    <a:pt x="102238" y="30936"/>
                    <a:pt x="101521" y="30320"/>
                  </a:cubicBezTo>
                  <a:cubicBezTo>
                    <a:pt x="99957" y="28962"/>
                    <a:pt x="98061" y="28321"/>
                    <a:pt x="95805" y="28398"/>
                  </a:cubicBezTo>
                  <a:cubicBezTo>
                    <a:pt x="94780" y="28398"/>
                    <a:pt x="93781" y="28526"/>
                    <a:pt x="92781" y="28783"/>
                  </a:cubicBezTo>
                  <a:cubicBezTo>
                    <a:pt x="91397" y="29141"/>
                    <a:pt x="90039" y="29500"/>
                    <a:pt x="88680" y="29885"/>
                  </a:cubicBezTo>
                  <a:cubicBezTo>
                    <a:pt x="86271" y="30577"/>
                    <a:pt x="83913" y="31346"/>
                    <a:pt x="81452" y="31884"/>
                  </a:cubicBezTo>
                  <a:cubicBezTo>
                    <a:pt x="76788" y="32909"/>
                    <a:pt x="72021" y="33319"/>
                    <a:pt x="67253" y="33063"/>
                  </a:cubicBezTo>
                  <a:cubicBezTo>
                    <a:pt x="61282" y="32730"/>
                    <a:pt x="55464" y="31807"/>
                    <a:pt x="49671" y="30654"/>
                  </a:cubicBezTo>
                  <a:cubicBezTo>
                    <a:pt x="43956" y="29500"/>
                    <a:pt x="38343" y="28014"/>
                    <a:pt x="32755" y="26502"/>
                  </a:cubicBezTo>
                  <a:cubicBezTo>
                    <a:pt x="28578" y="25399"/>
                    <a:pt x="24400" y="24246"/>
                    <a:pt x="20145" y="23298"/>
                  </a:cubicBezTo>
                  <a:cubicBezTo>
                    <a:pt x="17864" y="22785"/>
                    <a:pt x="15557" y="22401"/>
                    <a:pt x="13225" y="22170"/>
                  </a:cubicBezTo>
                  <a:cubicBezTo>
                    <a:pt x="11226" y="21965"/>
                    <a:pt x="9227" y="21965"/>
                    <a:pt x="7228" y="22196"/>
                  </a:cubicBezTo>
                  <a:cubicBezTo>
                    <a:pt x="4972" y="22426"/>
                    <a:pt x="2845" y="23272"/>
                    <a:pt x="1051" y="24605"/>
                  </a:cubicBezTo>
                  <a:cubicBezTo>
                    <a:pt x="846" y="24759"/>
                    <a:pt x="641" y="24912"/>
                    <a:pt x="436" y="25041"/>
                  </a:cubicBezTo>
                  <a:cubicBezTo>
                    <a:pt x="282" y="25066"/>
                    <a:pt x="154" y="25092"/>
                    <a:pt x="0" y="25092"/>
                  </a:cubicBezTo>
                  <a:lnTo>
                    <a:pt x="0" y="103"/>
                  </a:lnTo>
                  <a:cubicBezTo>
                    <a:pt x="487" y="0"/>
                    <a:pt x="897" y="180"/>
                    <a:pt x="1307" y="30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25" name="Google Shape;227;p9"/>
            <p:cNvSpPr/>
            <p:nvPr/>
          </p:nvSpPr>
          <p:spPr>
            <a:xfrm flipH="1">
              <a:off x="-720" y="0"/>
              <a:ext cx="4717800" cy="5142960"/>
            </a:xfrm>
            <a:custGeom>
              <a:avLst/>
              <a:gdLst>
                <a:gd name="textAreaLeft" fmla="*/ -360 w 4717800"/>
                <a:gd name="textAreaRight" fmla="*/ 4717800 w 4717800"/>
                <a:gd name="textAreaTop" fmla="*/ 0 h 5142960"/>
                <a:gd name="textAreaBottom" fmla="*/ 5143320 h 5142960"/>
              </a:gdLst>
              <a:ahLst/>
              <a:cxnLst/>
              <a:rect l="textAreaLeft" t="textAreaTop" r="textAreaRight" b="textAreaBottom"/>
              <a:pathLst>
                <a:path w="146887" h="175950">
                  <a:moveTo>
                    <a:pt x="114772" y="175924"/>
                  </a:moveTo>
                  <a:cubicBezTo>
                    <a:pt x="114644" y="175822"/>
                    <a:pt x="114516" y="175719"/>
                    <a:pt x="114362" y="175642"/>
                  </a:cubicBezTo>
                  <a:cubicBezTo>
                    <a:pt x="110364" y="174310"/>
                    <a:pt x="106289" y="173079"/>
                    <a:pt x="102060" y="172310"/>
                  </a:cubicBezTo>
                  <a:cubicBezTo>
                    <a:pt x="98472" y="171695"/>
                    <a:pt x="94832" y="171439"/>
                    <a:pt x="91193" y="171516"/>
                  </a:cubicBezTo>
                  <a:cubicBezTo>
                    <a:pt x="88989" y="171567"/>
                    <a:pt x="86810" y="171593"/>
                    <a:pt x="84606" y="171644"/>
                  </a:cubicBezTo>
                  <a:cubicBezTo>
                    <a:pt x="78531" y="171772"/>
                    <a:pt x="72457" y="170849"/>
                    <a:pt x="66690" y="168978"/>
                  </a:cubicBezTo>
                  <a:cubicBezTo>
                    <a:pt x="59591" y="166697"/>
                    <a:pt x="53311" y="163391"/>
                    <a:pt x="47929" y="158932"/>
                  </a:cubicBezTo>
                  <a:cubicBezTo>
                    <a:pt x="46263" y="157573"/>
                    <a:pt x="44751" y="156035"/>
                    <a:pt x="43444" y="154318"/>
                  </a:cubicBezTo>
                  <a:cubicBezTo>
                    <a:pt x="42290" y="152883"/>
                    <a:pt x="41419" y="151217"/>
                    <a:pt x="40932" y="149423"/>
                  </a:cubicBezTo>
                  <a:cubicBezTo>
                    <a:pt x="40573" y="148039"/>
                    <a:pt x="40471" y="146629"/>
                    <a:pt x="40650" y="145219"/>
                  </a:cubicBezTo>
                  <a:cubicBezTo>
                    <a:pt x="40958" y="143041"/>
                    <a:pt x="41496" y="140914"/>
                    <a:pt x="42265" y="138889"/>
                  </a:cubicBezTo>
                  <a:cubicBezTo>
                    <a:pt x="43136" y="136454"/>
                    <a:pt x="44033" y="134019"/>
                    <a:pt x="44956" y="131610"/>
                  </a:cubicBezTo>
                  <a:cubicBezTo>
                    <a:pt x="45853" y="129201"/>
                    <a:pt x="46340" y="126689"/>
                    <a:pt x="46417" y="124126"/>
                  </a:cubicBezTo>
                  <a:cubicBezTo>
                    <a:pt x="46494" y="122024"/>
                    <a:pt x="46545" y="119923"/>
                    <a:pt x="46417" y="117821"/>
                  </a:cubicBezTo>
                  <a:cubicBezTo>
                    <a:pt x="46109" y="112772"/>
                    <a:pt x="45212" y="107800"/>
                    <a:pt x="43264" y="102981"/>
                  </a:cubicBezTo>
                  <a:cubicBezTo>
                    <a:pt x="42752" y="101725"/>
                    <a:pt x="42162" y="100495"/>
                    <a:pt x="41522" y="99316"/>
                  </a:cubicBezTo>
                  <a:cubicBezTo>
                    <a:pt x="40138" y="96804"/>
                    <a:pt x="38241" y="94600"/>
                    <a:pt x="36011" y="92806"/>
                  </a:cubicBezTo>
                  <a:cubicBezTo>
                    <a:pt x="35242" y="92191"/>
                    <a:pt x="34499" y="91576"/>
                    <a:pt x="33730" y="90961"/>
                  </a:cubicBezTo>
                  <a:cubicBezTo>
                    <a:pt x="30731" y="88757"/>
                    <a:pt x="28527" y="85655"/>
                    <a:pt x="27374" y="82118"/>
                  </a:cubicBezTo>
                  <a:cubicBezTo>
                    <a:pt x="26759" y="80196"/>
                    <a:pt x="26374" y="78197"/>
                    <a:pt x="26195" y="76198"/>
                  </a:cubicBezTo>
                  <a:cubicBezTo>
                    <a:pt x="25964" y="73686"/>
                    <a:pt x="25887" y="71174"/>
                    <a:pt x="25938" y="68688"/>
                  </a:cubicBezTo>
                  <a:cubicBezTo>
                    <a:pt x="25938" y="67048"/>
                    <a:pt x="25990" y="65433"/>
                    <a:pt x="25938" y="63793"/>
                  </a:cubicBezTo>
                  <a:cubicBezTo>
                    <a:pt x="25938" y="62383"/>
                    <a:pt x="25759" y="60974"/>
                    <a:pt x="25426" y="59590"/>
                  </a:cubicBezTo>
                  <a:cubicBezTo>
                    <a:pt x="24990" y="57873"/>
                    <a:pt x="24298" y="56232"/>
                    <a:pt x="23350" y="54746"/>
                  </a:cubicBezTo>
                  <a:cubicBezTo>
                    <a:pt x="22453" y="53310"/>
                    <a:pt x="21530" y="51901"/>
                    <a:pt x="20607" y="50517"/>
                  </a:cubicBezTo>
                  <a:cubicBezTo>
                    <a:pt x="18506" y="47492"/>
                    <a:pt x="16635" y="44289"/>
                    <a:pt x="15071" y="40957"/>
                  </a:cubicBezTo>
                  <a:cubicBezTo>
                    <a:pt x="13405" y="37317"/>
                    <a:pt x="12124" y="33550"/>
                    <a:pt x="11201" y="29680"/>
                  </a:cubicBezTo>
                  <a:cubicBezTo>
                    <a:pt x="10278" y="25938"/>
                    <a:pt x="9586" y="22144"/>
                    <a:pt x="8894" y="18377"/>
                  </a:cubicBezTo>
                  <a:cubicBezTo>
                    <a:pt x="8305" y="15327"/>
                    <a:pt x="7690" y="12251"/>
                    <a:pt x="6613" y="9278"/>
                  </a:cubicBezTo>
                  <a:cubicBezTo>
                    <a:pt x="6152" y="7945"/>
                    <a:pt x="5537" y="6664"/>
                    <a:pt x="4845" y="5434"/>
                  </a:cubicBezTo>
                  <a:cubicBezTo>
                    <a:pt x="3820" y="3639"/>
                    <a:pt x="2461" y="2050"/>
                    <a:pt x="872" y="743"/>
                  </a:cubicBezTo>
                  <a:cubicBezTo>
                    <a:pt x="565" y="513"/>
                    <a:pt x="283" y="256"/>
                    <a:pt x="1" y="0"/>
                  </a:cubicBezTo>
                  <a:lnTo>
                    <a:pt x="16635" y="0"/>
                  </a:lnTo>
                  <a:cubicBezTo>
                    <a:pt x="16865" y="1128"/>
                    <a:pt x="17173" y="2281"/>
                    <a:pt x="17378" y="3409"/>
                  </a:cubicBezTo>
                  <a:cubicBezTo>
                    <a:pt x="17532" y="4306"/>
                    <a:pt x="17660" y="5203"/>
                    <a:pt x="17711" y="6126"/>
                  </a:cubicBezTo>
                  <a:cubicBezTo>
                    <a:pt x="17839" y="7817"/>
                    <a:pt x="17916" y="9509"/>
                    <a:pt x="18019" y="11175"/>
                  </a:cubicBezTo>
                  <a:cubicBezTo>
                    <a:pt x="18198" y="14532"/>
                    <a:pt x="18326" y="17890"/>
                    <a:pt x="18711" y="21222"/>
                  </a:cubicBezTo>
                  <a:cubicBezTo>
                    <a:pt x="19198" y="25374"/>
                    <a:pt x="20018" y="29474"/>
                    <a:pt x="21633" y="33447"/>
                  </a:cubicBezTo>
                  <a:cubicBezTo>
                    <a:pt x="22555" y="35754"/>
                    <a:pt x="23760" y="37932"/>
                    <a:pt x="25246" y="39906"/>
                  </a:cubicBezTo>
                  <a:cubicBezTo>
                    <a:pt x="28220" y="43853"/>
                    <a:pt x="32295" y="46749"/>
                    <a:pt x="37498" y="48569"/>
                  </a:cubicBezTo>
                  <a:cubicBezTo>
                    <a:pt x="39394" y="49210"/>
                    <a:pt x="41342" y="49697"/>
                    <a:pt x="43316" y="50184"/>
                  </a:cubicBezTo>
                  <a:cubicBezTo>
                    <a:pt x="44469" y="50491"/>
                    <a:pt x="45648" y="50773"/>
                    <a:pt x="46776" y="51106"/>
                  </a:cubicBezTo>
                  <a:cubicBezTo>
                    <a:pt x="47468" y="51337"/>
                    <a:pt x="48160" y="51619"/>
                    <a:pt x="48801" y="51952"/>
                  </a:cubicBezTo>
                  <a:cubicBezTo>
                    <a:pt x="50005" y="52593"/>
                    <a:pt x="50595" y="53541"/>
                    <a:pt x="50595" y="54720"/>
                  </a:cubicBezTo>
                  <a:cubicBezTo>
                    <a:pt x="50620" y="55489"/>
                    <a:pt x="50466" y="56232"/>
                    <a:pt x="50159" y="56950"/>
                  </a:cubicBezTo>
                  <a:cubicBezTo>
                    <a:pt x="49749" y="57898"/>
                    <a:pt x="49287" y="58872"/>
                    <a:pt x="48826" y="59820"/>
                  </a:cubicBezTo>
                  <a:cubicBezTo>
                    <a:pt x="48237" y="61051"/>
                    <a:pt x="47596" y="62255"/>
                    <a:pt x="47032" y="63485"/>
                  </a:cubicBezTo>
                  <a:cubicBezTo>
                    <a:pt x="46366" y="64895"/>
                    <a:pt x="45930" y="66382"/>
                    <a:pt x="45699" y="67919"/>
                  </a:cubicBezTo>
                  <a:cubicBezTo>
                    <a:pt x="45417" y="70098"/>
                    <a:pt x="45853" y="72328"/>
                    <a:pt x="46981" y="74224"/>
                  </a:cubicBezTo>
                  <a:cubicBezTo>
                    <a:pt x="47237" y="74660"/>
                    <a:pt x="47519" y="75070"/>
                    <a:pt x="47801" y="75455"/>
                  </a:cubicBezTo>
                  <a:cubicBezTo>
                    <a:pt x="48160" y="75993"/>
                    <a:pt x="48519" y="76506"/>
                    <a:pt x="48929" y="76992"/>
                  </a:cubicBezTo>
                  <a:cubicBezTo>
                    <a:pt x="51825" y="80478"/>
                    <a:pt x="53491" y="84400"/>
                    <a:pt x="54439" y="88526"/>
                  </a:cubicBezTo>
                  <a:cubicBezTo>
                    <a:pt x="55157" y="91781"/>
                    <a:pt x="55695" y="95087"/>
                    <a:pt x="56079" y="98394"/>
                  </a:cubicBezTo>
                  <a:cubicBezTo>
                    <a:pt x="56438" y="101546"/>
                    <a:pt x="56720" y="104698"/>
                    <a:pt x="56925" y="107851"/>
                  </a:cubicBezTo>
                  <a:cubicBezTo>
                    <a:pt x="57182" y="111465"/>
                    <a:pt x="57182" y="115053"/>
                    <a:pt x="57207" y="118667"/>
                  </a:cubicBezTo>
                  <a:cubicBezTo>
                    <a:pt x="57207" y="120384"/>
                    <a:pt x="57258" y="122101"/>
                    <a:pt x="57335" y="123818"/>
                  </a:cubicBezTo>
                  <a:cubicBezTo>
                    <a:pt x="57438" y="127330"/>
                    <a:pt x="57258" y="130841"/>
                    <a:pt x="56797" y="134327"/>
                  </a:cubicBezTo>
                  <a:cubicBezTo>
                    <a:pt x="56541" y="136249"/>
                    <a:pt x="56438" y="138197"/>
                    <a:pt x="56490" y="140145"/>
                  </a:cubicBezTo>
                  <a:cubicBezTo>
                    <a:pt x="56541" y="141657"/>
                    <a:pt x="56771" y="143169"/>
                    <a:pt x="57233" y="144604"/>
                  </a:cubicBezTo>
                  <a:cubicBezTo>
                    <a:pt x="58130" y="147398"/>
                    <a:pt x="59898" y="149782"/>
                    <a:pt x="62487" y="151730"/>
                  </a:cubicBezTo>
                  <a:cubicBezTo>
                    <a:pt x="65563" y="154062"/>
                    <a:pt x="69202" y="155574"/>
                    <a:pt x="73252" y="156369"/>
                  </a:cubicBezTo>
                  <a:cubicBezTo>
                    <a:pt x="75892" y="156856"/>
                    <a:pt x="78557" y="157189"/>
                    <a:pt x="81248" y="157342"/>
                  </a:cubicBezTo>
                  <a:cubicBezTo>
                    <a:pt x="84426" y="157573"/>
                    <a:pt x="87604" y="157778"/>
                    <a:pt x="90757" y="158214"/>
                  </a:cubicBezTo>
                  <a:cubicBezTo>
                    <a:pt x="95088" y="158803"/>
                    <a:pt x="99369" y="159829"/>
                    <a:pt x="103521" y="161238"/>
                  </a:cubicBezTo>
                  <a:cubicBezTo>
                    <a:pt x="106494" y="162238"/>
                    <a:pt x="109441" y="163340"/>
                    <a:pt x="112389" y="164416"/>
                  </a:cubicBezTo>
                  <a:cubicBezTo>
                    <a:pt x="115669" y="165621"/>
                    <a:pt x="118976" y="166800"/>
                    <a:pt x="122410" y="167748"/>
                  </a:cubicBezTo>
                  <a:cubicBezTo>
                    <a:pt x="125460" y="168594"/>
                    <a:pt x="128587" y="169107"/>
                    <a:pt x="131740" y="169286"/>
                  </a:cubicBezTo>
                  <a:cubicBezTo>
                    <a:pt x="134918" y="169414"/>
                    <a:pt x="138121" y="169158"/>
                    <a:pt x="141223" y="168492"/>
                  </a:cubicBezTo>
                  <a:cubicBezTo>
                    <a:pt x="142760" y="168184"/>
                    <a:pt x="144273" y="167748"/>
                    <a:pt x="145785" y="167364"/>
                  </a:cubicBezTo>
                  <a:cubicBezTo>
                    <a:pt x="146144" y="167287"/>
                    <a:pt x="146528" y="167184"/>
                    <a:pt x="146887" y="167108"/>
                  </a:cubicBezTo>
                  <a:lnTo>
                    <a:pt x="146887" y="175950"/>
                  </a:ln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26" name="Google Shape;228;p9"/>
            <p:cNvSpPr/>
            <p:nvPr/>
          </p:nvSpPr>
          <p:spPr>
            <a:xfrm flipH="1">
              <a:off x="6785280" y="3044160"/>
              <a:ext cx="2357280" cy="2098440"/>
            </a:xfrm>
            <a:custGeom>
              <a:avLst/>
              <a:gdLst>
                <a:gd name="textAreaLeft" fmla="*/ 360 w 2357280"/>
                <a:gd name="textAreaRight" fmla="*/ 2358000 w 2357280"/>
                <a:gd name="textAreaTop" fmla="*/ 0 h 2098440"/>
                <a:gd name="textAreaBottom" fmla="*/ 2098800 h 2098440"/>
              </a:gdLst>
              <a:ahLst/>
              <a:cxnLst/>
              <a:rect l="textAreaLeft" t="textAreaTop" r="textAreaRight" b="textAreaBottom"/>
              <a:pathLst>
                <a:path w="73405" h="71791">
                  <a:moveTo>
                    <a:pt x="15327" y="20582"/>
                  </a:moveTo>
                  <a:cubicBezTo>
                    <a:pt x="18941" y="17865"/>
                    <a:pt x="22580" y="15148"/>
                    <a:pt x="26220" y="12457"/>
                  </a:cubicBezTo>
                  <a:cubicBezTo>
                    <a:pt x="28629" y="10688"/>
                    <a:pt x="31141" y="8997"/>
                    <a:pt x="33755" y="7433"/>
                  </a:cubicBezTo>
                  <a:cubicBezTo>
                    <a:pt x="37907" y="4896"/>
                    <a:pt x="42392" y="2922"/>
                    <a:pt x="47057" y="1590"/>
                  </a:cubicBezTo>
                  <a:cubicBezTo>
                    <a:pt x="50645" y="539"/>
                    <a:pt x="54361" y="1"/>
                    <a:pt x="58103" y="1"/>
                  </a:cubicBezTo>
                  <a:cubicBezTo>
                    <a:pt x="59898" y="1"/>
                    <a:pt x="61640" y="257"/>
                    <a:pt x="63358" y="744"/>
                  </a:cubicBezTo>
                  <a:cubicBezTo>
                    <a:pt x="66408" y="1615"/>
                    <a:pt x="68689" y="3230"/>
                    <a:pt x="70201" y="5562"/>
                  </a:cubicBezTo>
                  <a:cubicBezTo>
                    <a:pt x="71277" y="7305"/>
                    <a:pt x="72021" y="9253"/>
                    <a:pt x="72405" y="11278"/>
                  </a:cubicBezTo>
                  <a:cubicBezTo>
                    <a:pt x="72995" y="14148"/>
                    <a:pt x="73276" y="17096"/>
                    <a:pt x="73302" y="20069"/>
                  </a:cubicBezTo>
                  <a:cubicBezTo>
                    <a:pt x="73405" y="24862"/>
                    <a:pt x="73276" y="29629"/>
                    <a:pt x="72918" y="34422"/>
                  </a:cubicBezTo>
                  <a:cubicBezTo>
                    <a:pt x="72764" y="36780"/>
                    <a:pt x="72610" y="39112"/>
                    <a:pt x="72405" y="41470"/>
                  </a:cubicBezTo>
                  <a:cubicBezTo>
                    <a:pt x="71867" y="47032"/>
                    <a:pt x="71124" y="52542"/>
                    <a:pt x="69688" y="58027"/>
                  </a:cubicBezTo>
                  <a:cubicBezTo>
                    <a:pt x="68561" y="62102"/>
                    <a:pt x="67074" y="66100"/>
                    <a:pt x="65254" y="69945"/>
                  </a:cubicBezTo>
                  <a:cubicBezTo>
                    <a:pt x="64972" y="70560"/>
                    <a:pt x="64716" y="71175"/>
                    <a:pt x="64434" y="71790"/>
                  </a:cubicBezTo>
                  <a:lnTo>
                    <a:pt x="50107" y="71790"/>
                  </a:lnTo>
                  <a:lnTo>
                    <a:pt x="52029" y="66100"/>
                  </a:lnTo>
                  <a:cubicBezTo>
                    <a:pt x="53541" y="61589"/>
                    <a:pt x="54977" y="57053"/>
                    <a:pt x="56104" y="52440"/>
                  </a:cubicBezTo>
                  <a:cubicBezTo>
                    <a:pt x="57155" y="48390"/>
                    <a:pt x="57847" y="44264"/>
                    <a:pt x="58206" y="40086"/>
                  </a:cubicBezTo>
                  <a:cubicBezTo>
                    <a:pt x="58488" y="37190"/>
                    <a:pt x="58411" y="34268"/>
                    <a:pt x="58027" y="31372"/>
                  </a:cubicBezTo>
                  <a:cubicBezTo>
                    <a:pt x="57822" y="29578"/>
                    <a:pt x="57309" y="27835"/>
                    <a:pt x="56514" y="26194"/>
                  </a:cubicBezTo>
                  <a:cubicBezTo>
                    <a:pt x="56130" y="25426"/>
                    <a:pt x="55669" y="24708"/>
                    <a:pt x="55105" y="24042"/>
                  </a:cubicBezTo>
                  <a:cubicBezTo>
                    <a:pt x="53721" y="22478"/>
                    <a:pt x="51850" y="21555"/>
                    <a:pt x="49543" y="21222"/>
                  </a:cubicBezTo>
                  <a:cubicBezTo>
                    <a:pt x="47467" y="20992"/>
                    <a:pt x="45365" y="21094"/>
                    <a:pt x="43341" y="21530"/>
                  </a:cubicBezTo>
                  <a:cubicBezTo>
                    <a:pt x="40803" y="22017"/>
                    <a:pt x="38317" y="22709"/>
                    <a:pt x="35908" y="23580"/>
                  </a:cubicBezTo>
                  <a:cubicBezTo>
                    <a:pt x="31371" y="25169"/>
                    <a:pt x="27014" y="27092"/>
                    <a:pt x="22708" y="29039"/>
                  </a:cubicBezTo>
                  <a:cubicBezTo>
                    <a:pt x="15352" y="32397"/>
                    <a:pt x="8202" y="36216"/>
                    <a:pt x="1333" y="40445"/>
                  </a:cubicBezTo>
                  <a:cubicBezTo>
                    <a:pt x="897" y="40701"/>
                    <a:pt x="436" y="40906"/>
                    <a:pt x="0" y="41137"/>
                  </a:cubicBezTo>
                  <a:lnTo>
                    <a:pt x="0" y="31013"/>
                  </a:lnTo>
                  <a:cubicBezTo>
                    <a:pt x="538" y="30987"/>
                    <a:pt x="871" y="30654"/>
                    <a:pt x="1256" y="30423"/>
                  </a:cubicBezTo>
                  <a:cubicBezTo>
                    <a:pt x="6126" y="27322"/>
                    <a:pt x="10790" y="24016"/>
                    <a:pt x="15327" y="20582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27" name="Google Shape;229;p9"/>
            <p:cNvSpPr/>
            <p:nvPr/>
          </p:nvSpPr>
          <p:spPr>
            <a:xfrm flipH="1">
              <a:off x="3612600" y="699120"/>
              <a:ext cx="5529240" cy="4444200"/>
            </a:xfrm>
            <a:custGeom>
              <a:avLst/>
              <a:gdLst>
                <a:gd name="textAreaLeft" fmla="*/ -360 w 5529240"/>
                <a:gd name="textAreaRight" fmla="*/ 5529240 w 5529240"/>
                <a:gd name="textAreaTop" fmla="*/ 0 h 4444200"/>
                <a:gd name="textAreaBottom" fmla="*/ 4444560 h 4444200"/>
              </a:gdLst>
              <a:ahLst/>
              <a:cxnLst/>
              <a:rect l="textAreaLeft" t="textAreaTop" r="textAreaRight" b="textAreaBottom"/>
              <a:pathLst>
                <a:path w="172158" h="152038">
                  <a:moveTo>
                    <a:pt x="21427" y="15661"/>
                  </a:moveTo>
                  <a:cubicBezTo>
                    <a:pt x="24938" y="18070"/>
                    <a:pt x="28424" y="20479"/>
                    <a:pt x="31961" y="22837"/>
                  </a:cubicBezTo>
                  <a:cubicBezTo>
                    <a:pt x="35959" y="25580"/>
                    <a:pt x="40162" y="27989"/>
                    <a:pt x="44545" y="30090"/>
                  </a:cubicBezTo>
                  <a:cubicBezTo>
                    <a:pt x="48928" y="32218"/>
                    <a:pt x="53593" y="33807"/>
                    <a:pt x="58360" y="34806"/>
                  </a:cubicBezTo>
                  <a:cubicBezTo>
                    <a:pt x="61564" y="35447"/>
                    <a:pt x="64767" y="35806"/>
                    <a:pt x="68074" y="35524"/>
                  </a:cubicBezTo>
                  <a:cubicBezTo>
                    <a:pt x="71072" y="35268"/>
                    <a:pt x="73994" y="34396"/>
                    <a:pt x="76660" y="32961"/>
                  </a:cubicBezTo>
                  <a:cubicBezTo>
                    <a:pt x="78274" y="32038"/>
                    <a:pt x="79761" y="30911"/>
                    <a:pt x="81119" y="29629"/>
                  </a:cubicBezTo>
                  <a:cubicBezTo>
                    <a:pt x="82606" y="28194"/>
                    <a:pt x="83964" y="26656"/>
                    <a:pt x="85143" y="24964"/>
                  </a:cubicBezTo>
                  <a:cubicBezTo>
                    <a:pt x="86399" y="23196"/>
                    <a:pt x="87629" y="21376"/>
                    <a:pt x="88757" y="19531"/>
                  </a:cubicBezTo>
                  <a:cubicBezTo>
                    <a:pt x="90090" y="17378"/>
                    <a:pt x="91320" y="15199"/>
                    <a:pt x="92627" y="13046"/>
                  </a:cubicBezTo>
                  <a:cubicBezTo>
                    <a:pt x="94062" y="10612"/>
                    <a:pt x="95728" y="8382"/>
                    <a:pt x="97651" y="6331"/>
                  </a:cubicBezTo>
                  <a:cubicBezTo>
                    <a:pt x="98983" y="4947"/>
                    <a:pt x="100444" y="3743"/>
                    <a:pt x="102033" y="2692"/>
                  </a:cubicBezTo>
                  <a:cubicBezTo>
                    <a:pt x="103366" y="1795"/>
                    <a:pt x="104827" y="1077"/>
                    <a:pt x="106365" y="616"/>
                  </a:cubicBezTo>
                  <a:cubicBezTo>
                    <a:pt x="107749" y="180"/>
                    <a:pt x="109159" y="1"/>
                    <a:pt x="110620" y="52"/>
                  </a:cubicBezTo>
                  <a:cubicBezTo>
                    <a:pt x="112619" y="129"/>
                    <a:pt x="114567" y="744"/>
                    <a:pt x="116233" y="1872"/>
                  </a:cubicBezTo>
                  <a:cubicBezTo>
                    <a:pt x="117437" y="2666"/>
                    <a:pt x="118514" y="3666"/>
                    <a:pt x="119436" y="4768"/>
                  </a:cubicBezTo>
                  <a:cubicBezTo>
                    <a:pt x="120538" y="6101"/>
                    <a:pt x="121487" y="7536"/>
                    <a:pt x="122281" y="9048"/>
                  </a:cubicBezTo>
                  <a:cubicBezTo>
                    <a:pt x="123358" y="11073"/>
                    <a:pt x="124280" y="13175"/>
                    <a:pt x="125024" y="15328"/>
                  </a:cubicBezTo>
                  <a:cubicBezTo>
                    <a:pt x="127228" y="21222"/>
                    <a:pt x="128817" y="27245"/>
                    <a:pt x="130252" y="33320"/>
                  </a:cubicBezTo>
                  <a:cubicBezTo>
                    <a:pt x="131713" y="39445"/>
                    <a:pt x="132995" y="45622"/>
                    <a:pt x="133994" y="51825"/>
                  </a:cubicBezTo>
                  <a:cubicBezTo>
                    <a:pt x="134609" y="55720"/>
                    <a:pt x="135096" y="59616"/>
                    <a:pt x="135481" y="63512"/>
                  </a:cubicBezTo>
                  <a:cubicBezTo>
                    <a:pt x="135788" y="66716"/>
                    <a:pt x="136070" y="69945"/>
                    <a:pt x="136429" y="73149"/>
                  </a:cubicBezTo>
                  <a:cubicBezTo>
                    <a:pt x="136737" y="75789"/>
                    <a:pt x="137326" y="78403"/>
                    <a:pt x="138198" y="80889"/>
                  </a:cubicBezTo>
                  <a:cubicBezTo>
                    <a:pt x="139658" y="85195"/>
                    <a:pt x="142196" y="89065"/>
                    <a:pt x="145553" y="92141"/>
                  </a:cubicBezTo>
                  <a:cubicBezTo>
                    <a:pt x="146117" y="92653"/>
                    <a:pt x="146707" y="93217"/>
                    <a:pt x="147245" y="93781"/>
                  </a:cubicBezTo>
                  <a:cubicBezTo>
                    <a:pt x="147834" y="94422"/>
                    <a:pt x="148450" y="95062"/>
                    <a:pt x="148988" y="95729"/>
                  </a:cubicBezTo>
                  <a:cubicBezTo>
                    <a:pt x="151166" y="98446"/>
                    <a:pt x="151935" y="101419"/>
                    <a:pt x="151269" y="104622"/>
                  </a:cubicBezTo>
                  <a:cubicBezTo>
                    <a:pt x="151038" y="105724"/>
                    <a:pt x="150705" y="106827"/>
                    <a:pt x="150423" y="107929"/>
                  </a:cubicBezTo>
                  <a:cubicBezTo>
                    <a:pt x="149962" y="109518"/>
                    <a:pt x="149449" y="111132"/>
                    <a:pt x="149065" y="112773"/>
                  </a:cubicBezTo>
                  <a:cubicBezTo>
                    <a:pt x="148398" y="115515"/>
                    <a:pt x="148347" y="118386"/>
                    <a:pt x="148885" y="121179"/>
                  </a:cubicBezTo>
                  <a:cubicBezTo>
                    <a:pt x="149449" y="123999"/>
                    <a:pt x="150423" y="126715"/>
                    <a:pt x="151781" y="129253"/>
                  </a:cubicBezTo>
                  <a:cubicBezTo>
                    <a:pt x="153858" y="133225"/>
                    <a:pt x="156600" y="136865"/>
                    <a:pt x="159701" y="140325"/>
                  </a:cubicBezTo>
                  <a:cubicBezTo>
                    <a:pt x="163264" y="144221"/>
                    <a:pt x="167134" y="147860"/>
                    <a:pt x="171235" y="151218"/>
                  </a:cubicBezTo>
                  <a:cubicBezTo>
                    <a:pt x="171568" y="151474"/>
                    <a:pt x="171850" y="151756"/>
                    <a:pt x="172157" y="152038"/>
                  </a:cubicBezTo>
                  <a:lnTo>
                    <a:pt x="166006" y="152038"/>
                  </a:lnTo>
                  <a:cubicBezTo>
                    <a:pt x="165724" y="151782"/>
                    <a:pt x="165494" y="151500"/>
                    <a:pt x="165212" y="151243"/>
                  </a:cubicBezTo>
                  <a:cubicBezTo>
                    <a:pt x="161111" y="147732"/>
                    <a:pt x="157292" y="143913"/>
                    <a:pt x="153781" y="139812"/>
                  </a:cubicBezTo>
                  <a:cubicBezTo>
                    <a:pt x="151038" y="136609"/>
                    <a:pt x="148706" y="133123"/>
                    <a:pt x="146784" y="129381"/>
                  </a:cubicBezTo>
                  <a:cubicBezTo>
                    <a:pt x="145092" y="126049"/>
                    <a:pt x="143990" y="122461"/>
                    <a:pt x="143529" y="118744"/>
                  </a:cubicBezTo>
                  <a:cubicBezTo>
                    <a:pt x="143195" y="115900"/>
                    <a:pt x="143324" y="113055"/>
                    <a:pt x="143580" y="110210"/>
                  </a:cubicBezTo>
                  <a:cubicBezTo>
                    <a:pt x="143708" y="108723"/>
                    <a:pt x="143836" y="107211"/>
                    <a:pt x="143862" y="105724"/>
                  </a:cubicBezTo>
                  <a:cubicBezTo>
                    <a:pt x="143939" y="102956"/>
                    <a:pt x="142939" y="100265"/>
                    <a:pt x="141119" y="98189"/>
                  </a:cubicBezTo>
                  <a:cubicBezTo>
                    <a:pt x="140786" y="97805"/>
                    <a:pt x="140479" y="97420"/>
                    <a:pt x="140145" y="97036"/>
                  </a:cubicBezTo>
                  <a:cubicBezTo>
                    <a:pt x="139530" y="96344"/>
                    <a:pt x="138941" y="95678"/>
                    <a:pt x="138351" y="94986"/>
                  </a:cubicBezTo>
                  <a:cubicBezTo>
                    <a:pt x="136660" y="93038"/>
                    <a:pt x="135327" y="90833"/>
                    <a:pt x="134327" y="88475"/>
                  </a:cubicBezTo>
                  <a:cubicBezTo>
                    <a:pt x="133123" y="85477"/>
                    <a:pt x="132277" y="82324"/>
                    <a:pt x="131867" y="79121"/>
                  </a:cubicBezTo>
                  <a:cubicBezTo>
                    <a:pt x="131508" y="76506"/>
                    <a:pt x="131303" y="73866"/>
                    <a:pt x="131252" y="71252"/>
                  </a:cubicBezTo>
                  <a:cubicBezTo>
                    <a:pt x="131098" y="67126"/>
                    <a:pt x="130919" y="63025"/>
                    <a:pt x="130483" y="58950"/>
                  </a:cubicBezTo>
                  <a:cubicBezTo>
                    <a:pt x="130278" y="56797"/>
                    <a:pt x="130047" y="54644"/>
                    <a:pt x="129714" y="52491"/>
                  </a:cubicBezTo>
                  <a:cubicBezTo>
                    <a:pt x="129201" y="49364"/>
                    <a:pt x="128637" y="46237"/>
                    <a:pt x="128022" y="43110"/>
                  </a:cubicBezTo>
                  <a:cubicBezTo>
                    <a:pt x="126843" y="37190"/>
                    <a:pt x="125306" y="31321"/>
                    <a:pt x="123435" y="25580"/>
                  </a:cubicBezTo>
                  <a:cubicBezTo>
                    <a:pt x="122409" y="22350"/>
                    <a:pt x="121102" y="19198"/>
                    <a:pt x="119590" y="16148"/>
                  </a:cubicBezTo>
                  <a:cubicBezTo>
                    <a:pt x="118744" y="14507"/>
                    <a:pt x="117745" y="12944"/>
                    <a:pt x="116591" y="11534"/>
                  </a:cubicBezTo>
                  <a:cubicBezTo>
                    <a:pt x="115720" y="10483"/>
                    <a:pt x="114746" y="9561"/>
                    <a:pt x="113618" y="8817"/>
                  </a:cubicBezTo>
                  <a:cubicBezTo>
                    <a:pt x="112516" y="8074"/>
                    <a:pt x="111312" y="7536"/>
                    <a:pt x="110004" y="7280"/>
                  </a:cubicBezTo>
                  <a:cubicBezTo>
                    <a:pt x="108108" y="6895"/>
                    <a:pt x="106134" y="7075"/>
                    <a:pt x="104340" y="7741"/>
                  </a:cubicBezTo>
                  <a:cubicBezTo>
                    <a:pt x="102905" y="8279"/>
                    <a:pt x="101572" y="8997"/>
                    <a:pt x="100342" y="9894"/>
                  </a:cubicBezTo>
                  <a:cubicBezTo>
                    <a:pt x="99060" y="10842"/>
                    <a:pt x="97881" y="11893"/>
                    <a:pt x="96831" y="13072"/>
                  </a:cubicBezTo>
                  <a:cubicBezTo>
                    <a:pt x="95472" y="14559"/>
                    <a:pt x="94242" y="16148"/>
                    <a:pt x="93114" y="17814"/>
                  </a:cubicBezTo>
                  <a:cubicBezTo>
                    <a:pt x="91781" y="19736"/>
                    <a:pt x="90449" y="21684"/>
                    <a:pt x="89116" y="23606"/>
                  </a:cubicBezTo>
                  <a:cubicBezTo>
                    <a:pt x="87578" y="25810"/>
                    <a:pt x="85861" y="27886"/>
                    <a:pt x="84015" y="29834"/>
                  </a:cubicBezTo>
                  <a:cubicBezTo>
                    <a:pt x="82657" y="31269"/>
                    <a:pt x="81145" y="32551"/>
                    <a:pt x="79505" y="33679"/>
                  </a:cubicBezTo>
                  <a:cubicBezTo>
                    <a:pt x="75916" y="36088"/>
                    <a:pt x="71764" y="37292"/>
                    <a:pt x="67125" y="37395"/>
                  </a:cubicBezTo>
                  <a:cubicBezTo>
                    <a:pt x="63665" y="37421"/>
                    <a:pt x="60179" y="36985"/>
                    <a:pt x="56822" y="36139"/>
                  </a:cubicBezTo>
                  <a:cubicBezTo>
                    <a:pt x="51260" y="34781"/>
                    <a:pt x="45878" y="32756"/>
                    <a:pt x="40803" y="30142"/>
                  </a:cubicBezTo>
                  <a:cubicBezTo>
                    <a:pt x="36907" y="28117"/>
                    <a:pt x="33140" y="25887"/>
                    <a:pt x="29500" y="23478"/>
                  </a:cubicBezTo>
                  <a:cubicBezTo>
                    <a:pt x="26015" y="21171"/>
                    <a:pt x="22554" y="18813"/>
                    <a:pt x="19043" y="16532"/>
                  </a:cubicBezTo>
                  <a:cubicBezTo>
                    <a:pt x="13302" y="12765"/>
                    <a:pt x="7381" y="9304"/>
                    <a:pt x="1307" y="6152"/>
                  </a:cubicBezTo>
                  <a:cubicBezTo>
                    <a:pt x="897" y="5947"/>
                    <a:pt x="436" y="5793"/>
                    <a:pt x="0" y="5588"/>
                  </a:cubicBezTo>
                  <a:lnTo>
                    <a:pt x="0" y="2974"/>
                  </a:lnTo>
                  <a:cubicBezTo>
                    <a:pt x="436" y="3153"/>
                    <a:pt x="897" y="3333"/>
                    <a:pt x="1307" y="3538"/>
                  </a:cubicBezTo>
                  <a:cubicBezTo>
                    <a:pt x="8227" y="7203"/>
                    <a:pt x="14942" y="11252"/>
                    <a:pt x="21427" y="15661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28" name="Google Shape;230;p9"/>
            <p:cNvSpPr/>
            <p:nvPr/>
          </p:nvSpPr>
          <p:spPr>
            <a:xfrm flipH="1">
              <a:off x="-720" y="362520"/>
              <a:ext cx="1572120" cy="3028680"/>
            </a:xfrm>
            <a:custGeom>
              <a:avLst/>
              <a:gdLst>
                <a:gd name="textAreaLeft" fmla="*/ -360 w 1572120"/>
                <a:gd name="textAreaRight" fmla="*/ 1572120 w 1572120"/>
                <a:gd name="textAreaTop" fmla="*/ 0 h 3028680"/>
                <a:gd name="textAreaBottom" fmla="*/ 3029040 h 3028680"/>
              </a:gdLst>
              <a:ahLst/>
              <a:cxnLst/>
              <a:rect l="textAreaLeft" t="textAreaTop" r="textAreaRight" b="textAreaBottom"/>
              <a:pathLst>
                <a:path w="48954" h="103623">
                  <a:moveTo>
                    <a:pt x="30962" y="101188"/>
                  </a:moveTo>
                  <a:cubicBezTo>
                    <a:pt x="28040" y="100265"/>
                    <a:pt x="25220" y="99035"/>
                    <a:pt x="22529" y="97523"/>
                  </a:cubicBezTo>
                  <a:cubicBezTo>
                    <a:pt x="18223" y="95114"/>
                    <a:pt x="14302" y="92064"/>
                    <a:pt x="10944" y="88450"/>
                  </a:cubicBezTo>
                  <a:cubicBezTo>
                    <a:pt x="6049" y="83196"/>
                    <a:pt x="2794" y="77327"/>
                    <a:pt x="1179" y="70817"/>
                  </a:cubicBezTo>
                  <a:cubicBezTo>
                    <a:pt x="0" y="66024"/>
                    <a:pt x="180" y="61205"/>
                    <a:pt x="1282" y="56438"/>
                  </a:cubicBezTo>
                  <a:cubicBezTo>
                    <a:pt x="1846" y="54055"/>
                    <a:pt x="2538" y="51671"/>
                    <a:pt x="3230" y="49287"/>
                  </a:cubicBezTo>
                  <a:cubicBezTo>
                    <a:pt x="4434" y="45135"/>
                    <a:pt x="6075" y="41137"/>
                    <a:pt x="8125" y="37318"/>
                  </a:cubicBezTo>
                  <a:cubicBezTo>
                    <a:pt x="11073" y="31833"/>
                    <a:pt x="14968" y="26861"/>
                    <a:pt x="19479" y="22196"/>
                  </a:cubicBezTo>
                  <a:cubicBezTo>
                    <a:pt x="24631" y="16917"/>
                    <a:pt x="30141" y="12021"/>
                    <a:pt x="35985" y="7562"/>
                  </a:cubicBezTo>
                  <a:cubicBezTo>
                    <a:pt x="39958" y="4486"/>
                    <a:pt x="44315" y="1949"/>
                    <a:pt x="48954" y="1"/>
                  </a:cubicBezTo>
                  <a:lnTo>
                    <a:pt x="48954" y="3948"/>
                  </a:lnTo>
                  <a:cubicBezTo>
                    <a:pt x="48749" y="4025"/>
                    <a:pt x="48544" y="4076"/>
                    <a:pt x="48339" y="4179"/>
                  </a:cubicBezTo>
                  <a:cubicBezTo>
                    <a:pt x="45853" y="5383"/>
                    <a:pt x="43495" y="6793"/>
                    <a:pt x="41239" y="8433"/>
                  </a:cubicBezTo>
                  <a:cubicBezTo>
                    <a:pt x="33986" y="13687"/>
                    <a:pt x="27348" y="19428"/>
                    <a:pt x="21581" y="25836"/>
                  </a:cubicBezTo>
                  <a:cubicBezTo>
                    <a:pt x="17275" y="30654"/>
                    <a:pt x="13841" y="35883"/>
                    <a:pt x="11534" y="41573"/>
                  </a:cubicBezTo>
                  <a:cubicBezTo>
                    <a:pt x="10355" y="44443"/>
                    <a:pt x="9458" y="47442"/>
                    <a:pt x="8920" y="50492"/>
                  </a:cubicBezTo>
                  <a:cubicBezTo>
                    <a:pt x="8535" y="52645"/>
                    <a:pt x="8151" y="54772"/>
                    <a:pt x="7920" y="56925"/>
                  </a:cubicBezTo>
                  <a:cubicBezTo>
                    <a:pt x="7074" y="64614"/>
                    <a:pt x="9612" y="71432"/>
                    <a:pt x="15763" y="77275"/>
                  </a:cubicBezTo>
                  <a:cubicBezTo>
                    <a:pt x="19838" y="81145"/>
                    <a:pt x="24708" y="84119"/>
                    <a:pt x="30039" y="85964"/>
                  </a:cubicBezTo>
                  <a:cubicBezTo>
                    <a:pt x="34165" y="87399"/>
                    <a:pt x="38522" y="88091"/>
                    <a:pt x="42905" y="87989"/>
                  </a:cubicBezTo>
                  <a:cubicBezTo>
                    <a:pt x="44930" y="87963"/>
                    <a:pt x="46980" y="87707"/>
                    <a:pt x="48954" y="87194"/>
                  </a:cubicBezTo>
                  <a:lnTo>
                    <a:pt x="48954" y="102623"/>
                  </a:lnTo>
                  <a:cubicBezTo>
                    <a:pt x="48851" y="102623"/>
                    <a:pt x="48723" y="102623"/>
                    <a:pt x="48621" y="102649"/>
                  </a:cubicBezTo>
                  <a:cubicBezTo>
                    <a:pt x="42546" y="103623"/>
                    <a:pt x="36677" y="103008"/>
                    <a:pt x="30962" y="10118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29" name="Google Shape;231;p9"/>
            <p:cNvSpPr/>
            <p:nvPr/>
          </p:nvSpPr>
          <p:spPr>
            <a:xfrm flipH="1">
              <a:off x="0" y="0"/>
              <a:ext cx="4073760" cy="4843440"/>
            </a:xfrm>
            <a:custGeom>
              <a:avLst/>
              <a:gdLst>
                <a:gd name="textAreaLeft" fmla="*/ 360 w 4073760"/>
                <a:gd name="textAreaRight" fmla="*/ 4074480 w 4073760"/>
                <a:gd name="textAreaTop" fmla="*/ 0 h 4843440"/>
                <a:gd name="textAreaBottom" fmla="*/ 4843800 h 4843440"/>
              </a:gdLst>
              <a:ahLst/>
              <a:cxnLst/>
              <a:rect l="textAreaLeft" t="textAreaTop" r="textAreaRight" b="textAreaBottom"/>
              <a:pathLst>
                <a:path w="126844" h="165698">
                  <a:moveTo>
                    <a:pt x="114055" y="165595"/>
                  </a:moveTo>
                  <a:cubicBezTo>
                    <a:pt x="110184" y="165698"/>
                    <a:pt x="106340" y="165288"/>
                    <a:pt x="102598" y="164365"/>
                  </a:cubicBezTo>
                  <a:cubicBezTo>
                    <a:pt x="99573" y="163571"/>
                    <a:pt x="96600" y="162648"/>
                    <a:pt x="93679" y="161546"/>
                  </a:cubicBezTo>
                  <a:cubicBezTo>
                    <a:pt x="90321" y="160316"/>
                    <a:pt x="86963" y="159034"/>
                    <a:pt x="83580" y="157829"/>
                  </a:cubicBezTo>
                  <a:cubicBezTo>
                    <a:pt x="78019" y="155830"/>
                    <a:pt x="72252" y="154446"/>
                    <a:pt x="66383" y="153703"/>
                  </a:cubicBezTo>
                  <a:cubicBezTo>
                    <a:pt x="63640" y="153344"/>
                    <a:pt x="60898" y="153011"/>
                    <a:pt x="58181" y="152627"/>
                  </a:cubicBezTo>
                  <a:cubicBezTo>
                    <a:pt x="56054" y="152345"/>
                    <a:pt x="53978" y="151858"/>
                    <a:pt x="51953" y="151140"/>
                  </a:cubicBezTo>
                  <a:cubicBezTo>
                    <a:pt x="46904" y="149269"/>
                    <a:pt x="43597" y="146142"/>
                    <a:pt x="42085" y="141734"/>
                  </a:cubicBezTo>
                  <a:cubicBezTo>
                    <a:pt x="41624" y="140401"/>
                    <a:pt x="41342" y="138991"/>
                    <a:pt x="41214" y="137582"/>
                  </a:cubicBezTo>
                  <a:cubicBezTo>
                    <a:pt x="40983" y="135506"/>
                    <a:pt x="41034" y="133455"/>
                    <a:pt x="41009" y="131379"/>
                  </a:cubicBezTo>
                  <a:cubicBezTo>
                    <a:pt x="40983" y="129508"/>
                    <a:pt x="40932" y="127612"/>
                    <a:pt x="40829" y="125741"/>
                  </a:cubicBezTo>
                  <a:cubicBezTo>
                    <a:pt x="40676" y="122460"/>
                    <a:pt x="40470" y="119179"/>
                    <a:pt x="40317" y="115899"/>
                  </a:cubicBezTo>
                  <a:cubicBezTo>
                    <a:pt x="40137" y="112362"/>
                    <a:pt x="40009" y="108825"/>
                    <a:pt x="39778" y="105288"/>
                  </a:cubicBezTo>
                  <a:cubicBezTo>
                    <a:pt x="39573" y="102033"/>
                    <a:pt x="39266" y="98778"/>
                    <a:pt x="38984" y="95523"/>
                  </a:cubicBezTo>
                  <a:cubicBezTo>
                    <a:pt x="38651" y="91499"/>
                    <a:pt x="38241" y="87475"/>
                    <a:pt x="37600" y="83477"/>
                  </a:cubicBezTo>
                  <a:cubicBezTo>
                    <a:pt x="37087" y="80017"/>
                    <a:pt x="36062" y="76634"/>
                    <a:pt x="34499" y="73507"/>
                  </a:cubicBezTo>
                  <a:cubicBezTo>
                    <a:pt x="34063" y="72635"/>
                    <a:pt x="33678" y="71738"/>
                    <a:pt x="33320" y="70841"/>
                  </a:cubicBezTo>
                  <a:cubicBezTo>
                    <a:pt x="32628" y="69124"/>
                    <a:pt x="32448" y="67202"/>
                    <a:pt x="32833" y="65382"/>
                  </a:cubicBezTo>
                  <a:cubicBezTo>
                    <a:pt x="33063" y="64177"/>
                    <a:pt x="33473" y="63024"/>
                    <a:pt x="34037" y="61973"/>
                  </a:cubicBezTo>
                  <a:cubicBezTo>
                    <a:pt x="34781" y="60589"/>
                    <a:pt x="35575" y="59231"/>
                    <a:pt x="36370" y="57898"/>
                  </a:cubicBezTo>
                  <a:cubicBezTo>
                    <a:pt x="37010" y="56822"/>
                    <a:pt x="37677" y="55771"/>
                    <a:pt x="38292" y="54694"/>
                  </a:cubicBezTo>
                  <a:cubicBezTo>
                    <a:pt x="38830" y="53797"/>
                    <a:pt x="39240" y="52849"/>
                    <a:pt x="39497" y="51849"/>
                  </a:cubicBezTo>
                  <a:cubicBezTo>
                    <a:pt x="39702" y="51183"/>
                    <a:pt x="39753" y="50491"/>
                    <a:pt x="39676" y="49799"/>
                  </a:cubicBezTo>
                  <a:cubicBezTo>
                    <a:pt x="39497" y="48646"/>
                    <a:pt x="38753" y="47851"/>
                    <a:pt x="37446" y="47415"/>
                  </a:cubicBezTo>
                  <a:cubicBezTo>
                    <a:pt x="36652" y="47134"/>
                    <a:pt x="35831" y="47005"/>
                    <a:pt x="34986" y="46980"/>
                  </a:cubicBezTo>
                  <a:cubicBezTo>
                    <a:pt x="33909" y="46929"/>
                    <a:pt x="32807" y="46929"/>
                    <a:pt x="31705" y="46929"/>
                  </a:cubicBezTo>
                  <a:cubicBezTo>
                    <a:pt x="30193" y="46929"/>
                    <a:pt x="28655" y="46954"/>
                    <a:pt x="27143" y="46954"/>
                  </a:cubicBezTo>
                  <a:cubicBezTo>
                    <a:pt x="25092" y="46954"/>
                    <a:pt x="23068" y="46775"/>
                    <a:pt x="21068" y="46416"/>
                  </a:cubicBezTo>
                  <a:cubicBezTo>
                    <a:pt x="15763" y="45442"/>
                    <a:pt x="11457" y="43238"/>
                    <a:pt x="8202" y="39650"/>
                  </a:cubicBezTo>
                  <a:cubicBezTo>
                    <a:pt x="7151" y="38496"/>
                    <a:pt x="6229" y="37215"/>
                    <a:pt x="5460" y="35882"/>
                  </a:cubicBezTo>
                  <a:cubicBezTo>
                    <a:pt x="4178" y="33703"/>
                    <a:pt x="3179" y="31345"/>
                    <a:pt x="2512" y="28911"/>
                  </a:cubicBezTo>
                  <a:cubicBezTo>
                    <a:pt x="1410" y="24810"/>
                    <a:pt x="795" y="20581"/>
                    <a:pt x="693" y="16352"/>
                  </a:cubicBezTo>
                  <a:cubicBezTo>
                    <a:pt x="590" y="12507"/>
                    <a:pt x="539" y="8663"/>
                    <a:pt x="462" y="4793"/>
                  </a:cubicBezTo>
                  <a:cubicBezTo>
                    <a:pt x="462" y="3178"/>
                    <a:pt x="308" y="1589"/>
                    <a:pt x="1" y="0"/>
                  </a:cubicBezTo>
                  <a:lnTo>
                    <a:pt x="2743" y="0"/>
                  </a:lnTo>
                  <a:cubicBezTo>
                    <a:pt x="2794" y="1666"/>
                    <a:pt x="2897" y="3306"/>
                    <a:pt x="2871" y="4972"/>
                  </a:cubicBezTo>
                  <a:cubicBezTo>
                    <a:pt x="2871" y="7638"/>
                    <a:pt x="2769" y="10303"/>
                    <a:pt x="2743" y="12969"/>
                  </a:cubicBezTo>
                  <a:cubicBezTo>
                    <a:pt x="2692" y="16403"/>
                    <a:pt x="2897" y="19863"/>
                    <a:pt x="3384" y="23272"/>
                  </a:cubicBezTo>
                  <a:cubicBezTo>
                    <a:pt x="3768" y="25963"/>
                    <a:pt x="4460" y="28603"/>
                    <a:pt x="5460" y="31140"/>
                  </a:cubicBezTo>
                  <a:cubicBezTo>
                    <a:pt x="6511" y="33832"/>
                    <a:pt x="8048" y="36266"/>
                    <a:pt x="10022" y="38368"/>
                  </a:cubicBezTo>
                  <a:cubicBezTo>
                    <a:pt x="12380" y="40777"/>
                    <a:pt x="15353" y="42520"/>
                    <a:pt x="18634" y="43392"/>
                  </a:cubicBezTo>
                  <a:cubicBezTo>
                    <a:pt x="21632" y="44186"/>
                    <a:pt x="24759" y="44442"/>
                    <a:pt x="27835" y="44084"/>
                  </a:cubicBezTo>
                  <a:cubicBezTo>
                    <a:pt x="29834" y="43879"/>
                    <a:pt x="31807" y="43571"/>
                    <a:pt x="33755" y="43135"/>
                  </a:cubicBezTo>
                  <a:cubicBezTo>
                    <a:pt x="36113" y="42648"/>
                    <a:pt x="38446" y="42110"/>
                    <a:pt x="40804" y="41674"/>
                  </a:cubicBezTo>
                  <a:cubicBezTo>
                    <a:pt x="41880" y="41495"/>
                    <a:pt x="42982" y="41367"/>
                    <a:pt x="44059" y="41290"/>
                  </a:cubicBezTo>
                  <a:cubicBezTo>
                    <a:pt x="44853" y="41239"/>
                    <a:pt x="45648" y="41316"/>
                    <a:pt x="46442" y="41521"/>
                  </a:cubicBezTo>
                  <a:cubicBezTo>
                    <a:pt x="47647" y="41828"/>
                    <a:pt x="48416" y="42520"/>
                    <a:pt x="48723" y="43545"/>
                  </a:cubicBezTo>
                  <a:cubicBezTo>
                    <a:pt x="48877" y="44160"/>
                    <a:pt x="48928" y="44776"/>
                    <a:pt x="48826" y="45416"/>
                  </a:cubicBezTo>
                  <a:cubicBezTo>
                    <a:pt x="48672" y="46518"/>
                    <a:pt x="48365" y="47595"/>
                    <a:pt x="47903" y="48594"/>
                  </a:cubicBezTo>
                  <a:cubicBezTo>
                    <a:pt x="47314" y="49927"/>
                    <a:pt x="46622" y="51209"/>
                    <a:pt x="45827" y="52439"/>
                  </a:cubicBezTo>
                  <a:cubicBezTo>
                    <a:pt x="44725" y="54156"/>
                    <a:pt x="43572" y="55873"/>
                    <a:pt x="42521" y="57591"/>
                  </a:cubicBezTo>
                  <a:cubicBezTo>
                    <a:pt x="41854" y="58667"/>
                    <a:pt x="41239" y="59795"/>
                    <a:pt x="40701" y="60922"/>
                  </a:cubicBezTo>
                  <a:cubicBezTo>
                    <a:pt x="39753" y="62845"/>
                    <a:pt x="39368" y="64972"/>
                    <a:pt x="39548" y="67099"/>
                  </a:cubicBezTo>
                  <a:cubicBezTo>
                    <a:pt x="39650" y="68125"/>
                    <a:pt x="39753" y="69150"/>
                    <a:pt x="39932" y="70175"/>
                  </a:cubicBezTo>
                  <a:cubicBezTo>
                    <a:pt x="40394" y="72892"/>
                    <a:pt x="40727" y="75660"/>
                    <a:pt x="40906" y="78402"/>
                  </a:cubicBezTo>
                  <a:cubicBezTo>
                    <a:pt x="41188" y="82810"/>
                    <a:pt x="41419" y="87219"/>
                    <a:pt x="41675" y="91627"/>
                  </a:cubicBezTo>
                  <a:cubicBezTo>
                    <a:pt x="41829" y="94241"/>
                    <a:pt x="41983" y="96830"/>
                    <a:pt x="42188" y="99419"/>
                  </a:cubicBezTo>
                  <a:cubicBezTo>
                    <a:pt x="42393" y="102007"/>
                    <a:pt x="42598" y="104622"/>
                    <a:pt x="42777" y="107210"/>
                  </a:cubicBezTo>
                  <a:cubicBezTo>
                    <a:pt x="42957" y="110055"/>
                    <a:pt x="43110" y="112900"/>
                    <a:pt x="43315" y="115745"/>
                  </a:cubicBezTo>
                  <a:cubicBezTo>
                    <a:pt x="43392" y="116898"/>
                    <a:pt x="43495" y="118052"/>
                    <a:pt x="43623" y="119205"/>
                  </a:cubicBezTo>
                  <a:cubicBezTo>
                    <a:pt x="43854" y="121384"/>
                    <a:pt x="44110" y="123562"/>
                    <a:pt x="44366" y="125766"/>
                  </a:cubicBezTo>
                  <a:cubicBezTo>
                    <a:pt x="44699" y="128509"/>
                    <a:pt x="44981" y="131251"/>
                    <a:pt x="45340" y="133994"/>
                  </a:cubicBezTo>
                  <a:cubicBezTo>
                    <a:pt x="45545" y="135813"/>
                    <a:pt x="46007" y="137607"/>
                    <a:pt x="46699" y="139299"/>
                  </a:cubicBezTo>
                  <a:cubicBezTo>
                    <a:pt x="48185" y="142836"/>
                    <a:pt x="50953" y="145476"/>
                    <a:pt x="55028" y="147142"/>
                  </a:cubicBezTo>
                  <a:cubicBezTo>
                    <a:pt x="55772" y="147449"/>
                    <a:pt x="56566" y="147706"/>
                    <a:pt x="57335" y="147962"/>
                  </a:cubicBezTo>
                  <a:cubicBezTo>
                    <a:pt x="59129" y="148475"/>
                    <a:pt x="60949" y="148910"/>
                    <a:pt x="62794" y="149243"/>
                  </a:cubicBezTo>
                  <a:cubicBezTo>
                    <a:pt x="65998" y="149884"/>
                    <a:pt x="69202" y="150474"/>
                    <a:pt x="72406" y="151191"/>
                  </a:cubicBezTo>
                  <a:cubicBezTo>
                    <a:pt x="77173" y="152293"/>
                    <a:pt x="81735" y="153857"/>
                    <a:pt x="86246" y="155523"/>
                  </a:cubicBezTo>
                  <a:cubicBezTo>
                    <a:pt x="89655" y="156804"/>
                    <a:pt x="93063" y="158086"/>
                    <a:pt x="96524" y="159290"/>
                  </a:cubicBezTo>
                  <a:cubicBezTo>
                    <a:pt x="100471" y="160674"/>
                    <a:pt x="104546" y="161571"/>
                    <a:pt x="108698" y="161905"/>
                  </a:cubicBezTo>
                  <a:cubicBezTo>
                    <a:pt x="111517" y="162135"/>
                    <a:pt x="114311" y="162084"/>
                    <a:pt x="117104" y="161725"/>
                  </a:cubicBezTo>
                  <a:cubicBezTo>
                    <a:pt x="120026" y="161341"/>
                    <a:pt x="122923" y="160726"/>
                    <a:pt x="125767" y="159880"/>
                  </a:cubicBezTo>
                  <a:cubicBezTo>
                    <a:pt x="126126" y="159752"/>
                    <a:pt x="126485" y="159675"/>
                    <a:pt x="126844" y="159598"/>
                  </a:cubicBezTo>
                  <a:lnTo>
                    <a:pt x="126844" y="163160"/>
                  </a:lnTo>
                  <a:cubicBezTo>
                    <a:pt x="125972" y="163442"/>
                    <a:pt x="125075" y="163750"/>
                    <a:pt x="124178" y="163981"/>
                  </a:cubicBezTo>
                  <a:cubicBezTo>
                    <a:pt x="120872" y="164903"/>
                    <a:pt x="117489" y="165442"/>
                    <a:pt x="114055" y="16559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30" name="Google Shape;232;p9"/>
            <p:cNvSpPr/>
            <p:nvPr/>
          </p:nvSpPr>
          <p:spPr>
            <a:xfrm flipH="1">
              <a:off x="7029000" y="0"/>
              <a:ext cx="2113920" cy="627480"/>
            </a:xfrm>
            <a:custGeom>
              <a:avLst/>
              <a:gdLst>
                <a:gd name="textAreaLeft" fmla="*/ 360 w 2113920"/>
                <a:gd name="textAreaRight" fmla="*/ 2114640 w 2113920"/>
                <a:gd name="textAreaTop" fmla="*/ 0 h 627480"/>
                <a:gd name="textAreaBottom" fmla="*/ 627840 h 627480"/>
              </a:gdLst>
              <a:ahLst/>
              <a:cxnLst/>
              <a:rect l="textAreaLeft" t="textAreaTop" r="textAreaRight" b="textAreaBottom"/>
              <a:pathLst>
                <a:path w="65819" h="21478">
                  <a:moveTo>
                    <a:pt x="65152" y="513"/>
                  </a:moveTo>
                  <a:cubicBezTo>
                    <a:pt x="62179" y="2230"/>
                    <a:pt x="59616" y="4537"/>
                    <a:pt x="57565" y="7305"/>
                  </a:cubicBezTo>
                  <a:cubicBezTo>
                    <a:pt x="56591" y="8637"/>
                    <a:pt x="55617" y="9970"/>
                    <a:pt x="54643" y="11328"/>
                  </a:cubicBezTo>
                  <a:cubicBezTo>
                    <a:pt x="53311" y="13148"/>
                    <a:pt x="51875" y="14865"/>
                    <a:pt x="50312" y="16506"/>
                  </a:cubicBezTo>
                  <a:cubicBezTo>
                    <a:pt x="49210" y="17659"/>
                    <a:pt x="47954" y="18684"/>
                    <a:pt x="46596" y="19530"/>
                  </a:cubicBezTo>
                  <a:cubicBezTo>
                    <a:pt x="45032" y="20504"/>
                    <a:pt x="43264" y="21119"/>
                    <a:pt x="41418" y="21350"/>
                  </a:cubicBezTo>
                  <a:cubicBezTo>
                    <a:pt x="39983" y="21478"/>
                    <a:pt x="38548" y="21401"/>
                    <a:pt x="37112" y="21145"/>
                  </a:cubicBezTo>
                  <a:cubicBezTo>
                    <a:pt x="35088" y="20786"/>
                    <a:pt x="33088" y="20299"/>
                    <a:pt x="31141" y="19658"/>
                  </a:cubicBezTo>
                  <a:cubicBezTo>
                    <a:pt x="27578" y="18556"/>
                    <a:pt x="24118" y="17275"/>
                    <a:pt x="20735" y="15891"/>
                  </a:cubicBezTo>
                  <a:cubicBezTo>
                    <a:pt x="14250" y="13251"/>
                    <a:pt x="7817" y="10585"/>
                    <a:pt x="1358" y="7945"/>
                  </a:cubicBezTo>
                  <a:cubicBezTo>
                    <a:pt x="923" y="7766"/>
                    <a:pt x="538" y="7510"/>
                    <a:pt x="0" y="7510"/>
                  </a:cubicBezTo>
                  <a:lnTo>
                    <a:pt x="0" y="0"/>
                  </a:lnTo>
                  <a:lnTo>
                    <a:pt x="14122" y="0"/>
                  </a:lnTo>
                  <a:cubicBezTo>
                    <a:pt x="14302" y="51"/>
                    <a:pt x="14481" y="103"/>
                    <a:pt x="14660" y="128"/>
                  </a:cubicBezTo>
                  <a:cubicBezTo>
                    <a:pt x="18761" y="487"/>
                    <a:pt x="22888" y="718"/>
                    <a:pt x="27040" y="359"/>
                  </a:cubicBezTo>
                  <a:cubicBezTo>
                    <a:pt x="28116" y="282"/>
                    <a:pt x="29218" y="282"/>
                    <a:pt x="30295" y="0"/>
                  </a:cubicBezTo>
                  <a:lnTo>
                    <a:pt x="65818" y="0"/>
                  </a:lnTo>
                  <a:cubicBezTo>
                    <a:pt x="65613" y="179"/>
                    <a:pt x="65382" y="359"/>
                    <a:pt x="65152" y="513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31" name="Google Shape;233;p9"/>
            <p:cNvSpPr/>
            <p:nvPr/>
          </p:nvSpPr>
          <p:spPr>
            <a:xfrm flipH="1">
              <a:off x="6055920" y="0"/>
              <a:ext cx="3086640" cy="1400040"/>
            </a:xfrm>
            <a:custGeom>
              <a:avLst/>
              <a:gdLst>
                <a:gd name="textAreaLeft" fmla="*/ 360 w 3086640"/>
                <a:gd name="textAreaRight" fmla="*/ 3087360 w 3086640"/>
                <a:gd name="textAreaTop" fmla="*/ 0 h 1400040"/>
                <a:gd name="textAreaBottom" fmla="*/ 1400400 h 1400040"/>
              </a:gdLst>
              <a:ahLst/>
              <a:cxnLst/>
              <a:rect l="textAreaLeft" t="textAreaTop" r="textAreaRight" b="textAreaBottom"/>
              <a:pathLst>
                <a:path w="96113" h="47903">
                  <a:moveTo>
                    <a:pt x="90141" y="6894"/>
                  </a:moveTo>
                  <a:cubicBezTo>
                    <a:pt x="89141" y="8073"/>
                    <a:pt x="88168" y="9252"/>
                    <a:pt x="87194" y="10457"/>
                  </a:cubicBezTo>
                  <a:cubicBezTo>
                    <a:pt x="83862" y="14532"/>
                    <a:pt x="81376" y="19248"/>
                    <a:pt x="79915" y="24323"/>
                  </a:cubicBezTo>
                  <a:cubicBezTo>
                    <a:pt x="79018" y="27552"/>
                    <a:pt x="77967" y="30705"/>
                    <a:pt x="76762" y="33832"/>
                  </a:cubicBezTo>
                  <a:cubicBezTo>
                    <a:pt x="75839" y="36138"/>
                    <a:pt x="74712" y="38368"/>
                    <a:pt x="73379" y="40470"/>
                  </a:cubicBezTo>
                  <a:cubicBezTo>
                    <a:pt x="72482" y="41828"/>
                    <a:pt x="71457" y="43084"/>
                    <a:pt x="70303" y="44186"/>
                  </a:cubicBezTo>
                  <a:cubicBezTo>
                    <a:pt x="68484" y="45878"/>
                    <a:pt x="66228" y="47005"/>
                    <a:pt x="63819" y="47492"/>
                  </a:cubicBezTo>
                  <a:cubicBezTo>
                    <a:pt x="61871" y="47851"/>
                    <a:pt x="59872" y="47902"/>
                    <a:pt x="57924" y="47646"/>
                  </a:cubicBezTo>
                  <a:cubicBezTo>
                    <a:pt x="55182" y="47313"/>
                    <a:pt x="52490" y="46621"/>
                    <a:pt x="49953" y="45570"/>
                  </a:cubicBezTo>
                  <a:cubicBezTo>
                    <a:pt x="47441" y="44571"/>
                    <a:pt x="45032" y="43392"/>
                    <a:pt x="42674" y="42059"/>
                  </a:cubicBezTo>
                  <a:cubicBezTo>
                    <a:pt x="39342" y="40188"/>
                    <a:pt x="36164" y="38189"/>
                    <a:pt x="32986" y="36138"/>
                  </a:cubicBezTo>
                  <a:cubicBezTo>
                    <a:pt x="27117" y="32422"/>
                    <a:pt x="21222" y="28731"/>
                    <a:pt x="15096" y="25297"/>
                  </a:cubicBezTo>
                  <a:cubicBezTo>
                    <a:pt x="10534" y="22734"/>
                    <a:pt x="5869" y="20248"/>
                    <a:pt x="1128" y="17890"/>
                  </a:cubicBezTo>
                  <a:cubicBezTo>
                    <a:pt x="795" y="17659"/>
                    <a:pt x="410" y="17531"/>
                    <a:pt x="0" y="17480"/>
                  </a:cubicBezTo>
                  <a:lnTo>
                    <a:pt x="0" y="13533"/>
                  </a:lnTo>
                  <a:cubicBezTo>
                    <a:pt x="513" y="13738"/>
                    <a:pt x="1025" y="13943"/>
                    <a:pt x="1512" y="14173"/>
                  </a:cubicBezTo>
                  <a:cubicBezTo>
                    <a:pt x="11790" y="19043"/>
                    <a:pt x="21837" y="24195"/>
                    <a:pt x="31679" y="29628"/>
                  </a:cubicBezTo>
                  <a:cubicBezTo>
                    <a:pt x="34908" y="31422"/>
                    <a:pt x="38214" y="33165"/>
                    <a:pt x="41521" y="34857"/>
                  </a:cubicBezTo>
                  <a:cubicBezTo>
                    <a:pt x="43802" y="36061"/>
                    <a:pt x="46160" y="37061"/>
                    <a:pt x="48595" y="37881"/>
                  </a:cubicBezTo>
                  <a:cubicBezTo>
                    <a:pt x="50594" y="38599"/>
                    <a:pt x="52721" y="39034"/>
                    <a:pt x="54848" y="39188"/>
                  </a:cubicBezTo>
                  <a:cubicBezTo>
                    <a:pt x="58001" y="39342"/>
                    <a:pt x="60666" y="38547"/>
                    <a:pt x="62819" y="36574"/>
                  </a:cubicBezTo>
                  <a:cubicBezTo>
                    <a:pt x="63998" y="35498"/>
                    <a:pt x="64998" y="34242"/>
                    <a:pt x="65844" y="32858"/>
                  </a:cubicBezTo>
                  <a:cubicBezTo>
                    <a:pt x="67125" y="30756"/>
                    <a:pt x="68176" y="28526"/>
                    <a:pt x="68996" y="26219"/>
                  </a:cubicBezTo>
                  <a:cubicBezTo>
                    <a:pt x="69945" y="23451"/>
                    <a:pt x="70816" y="20658"/>
                    <a:pt x="71739" y="17890"/>
                  </a:cubicBezTo>
                  <a:cubicBezTo>
                    <a:pt x="72097" y="16788"/>
                    <a:pt x="72456" y="15711"/>
                    <a:pt x="72866" y="14635"/>
                  </a:cubicBezTo>
                  <a:cubicBezTo>
                    <a:pt x="73866" y="12097"/>
                    <a:pt x="75353" y="9765"/>
                    <a:pt x="77223" y="7766"/>
                  </a:cubicBezTo>
                  <a:cubicBezTo>
                    <a:pt x="78633" y="6254"/>
                    <a:pt x="80120" y="4844"/>
                    <a:pt x="81709" y="3511"/>
                  </a:cubicBezTo>
                  <a:cubicBezTo>
                    <a:pt x="82836" y="2537"/>
                    <a:pt x="83964" y="1589"/>
                    <a:pt x="85092" y="589"/>
                  </a:cubicBezTo>
                  <a:cubicBezTo>
                    <a:pt x="85271" y="410"/>
                    <a:pt x="85451" y="205"/>
                    <a:pt x="85630" y="0"/>
                  </a:cubicBezTo>
                  <a:lnTo>
                    <a:pt x="96113" y="0"/>
                  </a:lnTo>
                  <a:cubicBezTo>
                    <a:pt x="95857" y="333"/>
                    <a:pt x="95626" y="641"/>
                    <a:pt x="95370" y="948"/>
                  </a:cubicBezTo>
                  <a:cubicBezTo>
                    <a:pt x="93627" y="2922"/>
                    <a:pt x="91884" y="4895"/>
                    <a:pt x="90141" y="6894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32" name="Google Shape;234;p9"/>
            <p:cNvSpPr/>
            <p:nvPr/>
          </p:nvSpPr>
          <p:spPr>
            <a:xfrm flipH="1">
              <a:off x="5668200" y="1999800"/>
              <a:ext cx="3473640" cy="3142800"/>
            </a:xfrm>
            <a:custGeom>
              <a:avLst/>
              <a:gdLst>
                <a:gd name="textAreaLeft" fmla="*/ -360 w 3473640"/>
                <a:gd name="textAreaRight" fmla="*/ 3473640 w 3473640"/>
                <a:gd name="textAreaTop" fmla="*/ 0 h 3142800"/>
                <a:gd name="textAreaBottom" fmla="*/ 3143160 h 3142800"/>
              </a:gdLst>
              <a:ahLst/>
              <a:cxnLst/>
              <a:rect l="textAreaLeft" t="textAreaTop" r="textAreaRight" b="textAreaBottom"/>
              <a:pathLst>
                <a:path w="108160" h="107519">
                  <a:moveTo>
                    <a:pt x="897" y="6280"/>
                  </a:moveTo>
                  <a:cubicBezTo>
                    <a:pt x="1717" y="5331"/>
                    <a:pt x="2614" y="4486"/>
                    <a:pt x="3588" y="3717"/>
                  </a:cubicBezTo>
                  <a:cubicBezTo>
                    <a:pt x="5869" y="1923"/>
                    <a:pt x="8586" y="769"/>
                    <a:pt x="11457" y="359"/>
                  </a:cubicBezTo>
                  <a:cubicBezTo>
                    <a:pt x="12918" y="129"/>
                    <a:pt x="14378" y="0"/>
                    <a:pt x="15865" y="0"/>
                  </a:cubicBezTo>
                  <a:cubicBezTo>
                    <a:pt x="19197" y="26"/>
                    <a:pt x="22503" y="308"/>
                    <a:pt x="25784" y="846"/>
                  </a:cubicBezTo>
                  <a:cubicBezTo>
                    <a:pt x="30423" y="1513"/>
                    <a:pt x="35011" y="2410"/>
                    <a:pt x="39573" y="3281"/>
                  </a:cubicBezTo>
                  <a:cubicBezTo>
                    <a:pt x="46954" y="4716"/>
                    <a:pt x="54387" y="5998"/>
                    <a:pt x="61948" y="6664"/>
                  </a:cubicBezTo>
                  <a:cubicBezTo>
                    <a:pt x="65306" y="6997"/>
                    <a:pt x="68689" y="7151"/>
                    <a:pt x="72097" y="7100"/>
                  </a:cubicBezTo>
                  <a:cubicBezTo>
                    <a:pt x="75968" y="6997"/>
                    <a:pt x="79863" y="6587"/>
                    <a:pt x="83682" y="5921"/>
                  </a:cubicBezTo>
                  <a:cubicBezTo>
                    <a:pt x="85605" y="5613"/>
                    <a:pt x="87552" y="5280"/>
                    <a:pt x="89500" y="4998"/>
                  </a:cubicBezTo>
                  <a:cubicBezTo>
                    <a:pt x="90910" y="4793"/>
                    <a:pt x="92371" y="4742"/>
                    <a:pt x="93806" y="4896"/>
                  </a:cubicBezTo>
                  <a:cubicBezTo>
                    <a:pt x="95985" y="5101"/>
                    <a:pt x="97779" y="5895"/>
                    <a:pt x="99086" y="7382"/>
                  </a:cubicBezTo>
                  <a:cubicBezTo>
                    <a:pt x="99573" y="7946"/>
                    <a:pt x="100009" y="8561"/>
                    <a:pt x="100419" y="9227"/>
                  </a:cubicBezTo>
                  <a:cubicBezTo>
                    <a:pt x="101034" y="10304"/>
                    <a:pt x="101495" y="11483"/>
                    <a:pt x="101777" y="12687"/>
                  </a:cubicBezTo>
                  <a:cubicBezTo>
                    <a:pt x="102623" y="15942"/>
                    <a:pt x="102572" y="19223"/>
                    <a:pt x="102162" y="22504"/>
                  </a:cubicBezTo>
                  <a:cubicBezTo>
                    <a:pt x="101752" y="25246"/>
                    <a:pt x="101239" y="27988"/>
                    <a:pt x="100547" y="30680"/>
                  </a:cubicBezTo>
                  <a:cubicBezTo>
                    <a:pt x="99394" y="35549"/>
                    <a:pt x="98317" y="40445"/>
                    <a:pt x="97625" y="45417"/>
                  </a:cubicBezTo>
                  <a:cubicBezTo>
                    <a:pt x="97164" y="48518"/>
                    <a:pt x="96882" y="51619"/>
                    <a:pt x="96779" y="54772"/>
                  </a:cubicBezTo>
                  <a:cubicBezTo>
                    <a:pt x="96677" y="58052"/>
                    <a:pt x="96728" y="61333"/>
                    <a:pt x="96959" y="64639"/>
                  </a:cubicBezTo>
                  <a:cubicBezTo>
                    <a:pt x="97241" y="68484"/>
                    <a:pt x="97728" y="72303"/>
                    <a:pt x="98445" y="76121"/>
                  </a:cubicBezTo>
                  <a:cubicBezTo>
                    <a:pt x="99188" y="80222"/>
                    <a:pt x="100188" y="84297"/>
                    <a:pt x="101341" y="88373"/>
                  </a:cubicBezTo>
                  <a:cubicBezTo>
                    <a:pt x="103059" y="94524"/>
                    <a:pt x="105160" y="100572"/>
                    <a:pt x="107646" y="106493"/>
                  </a:cubicBezTo>
                  <a:cubicBezTo>
                    <a:pt x="107800" y="106826"/>
                    <a:pt x="108005" y="107185"/>
                    <a:pt x="108159" y="107518"/>
                  </a:cubicBezTo>
                  <a:lnTo>
                    <a:pt x="102238" y="107518"/>
                  </a:lnTo>
                  <a:cubicBezTo>
                    <a:pt x="102238" y="107364"/>
                    <a:pt x="102213" y="107211"/>
                    <a:pt x="102187" y="107057"/>
                  </a:cubicBezTo>
                  <a:cubicBezTo>
                    <a:pt x="101726" y="105340"/>
                    <a:pt x="101239" y="103648"/>
                    <a:pt x="100778" y="101931"/>
                  </a:cubicBezTo>
                  <a:cubicBezTo>
                    <a:pt x="98753" y="94370"/>
                    <a:pt x="96907" y="86809"/>
                    <a:pt x="95575" y="79146"/>
                  </a:cubicBezTo>
                  <a:cubicBezTo>
                    <a:pt x="94729" y="74353"/>
                    <a:pt x="94165" y="69509"/>
                    <a:pt x="93883" y="64665"/>
                  </a:cubicBezTo>
                  <a:cubicBezTo>
                    <a:pt x="93499" y="57770"/>
                    <a:pt x="93781" y="50850"/>
                    <a:pt x="94780" y="44033"/>
                  </a:cubicBezTo>
                  <a:cubicBezTo>
                    <a:pt x="95370" y="39753"/>
                    <a:pt x="96215" y="35524"/>
                    <a:pt x="97087" y="31295"/>
                  </a:cubicBezTo>
                  <a:cubicBezTo>
                    <a:pt x="97728" y="28475"/>
                    <a:pt x="98189" y="25630"/>
                    <a:pt x="98496" y="22734"/>
                  </a:cubicBezTo>
                  <a:cubicBezTo>
                    <a:pt x="98702" y="20556"/>
                    <a:pt x="98573" y="18351"/>
                    <a:pt x="98112" y="16199"/>
                  </a:cubicBezTo>
                  <a:cubicBezTo>
                    <a:pt x="97830" y="14840"/>
                    <a:pt x="97317" y="13533"/>
                    <a:pt x="96549" y="12380"/>
                  </a:cubicBezTo>
                  <a:cubicBezTo>
                    <a:pt x="95344" y="10586"/>
                    <a:pt x="93524" y="9458"/>
                    <a:pt x="91064" y="9022"/>
                  </a:cubicBezTo>
                  <a:cubicBezTo>
                    <a:pt x="89603" y="8766"/>
                    <a:pt x="88142" y="8689"/>
                    <a:pt x="86655" y="8766"/>
                  </a:cubicBezTo>
                  <a:cubicBezTo>
                    <a:pt x="83810" y="8945"/>
                    <a:pt x="80991" y="9125"/>
                    <a:pt x="78146" y="9304"/>
                  </a:cubicBezTo>
                  <a:cubicBezTo>
                    <a:pt x="75224" y="9484"/>
                    <a:pt x="72303" y="9560"/>
                    <a:pt x="69381" y="9509"/>
                  </a:cubicBezTo>
                  <a:cubicBezTo>
                    <a:pt x="64306" y="9407"/>
                    <a:pt x="59231" y="9073"/>
                    <a:pt x="54182" y="8510"/>
                  </a:cubicBezTo>
                  <a:cubicBezTo>
                    <a:pt x="49620" y="7971"/>
                    <a:pt x="45032" y="7459"/>
                    <a:pt x="40444" y="6895"/>
                  </a:cubicBezTo>
                  <a:cubicBezTo>
                    <a:pt x="35575" y="6305"/>
                    <a:pt x="30679" y="5767"/>
                    <a:pt x="25758" y="5562"/>
                  </a:cubicBezTo>
                  <a:cubicBezTo>
                    <a:pt x="22683" y="5408"/>
                    <a:pt x="19607" y="5588"/>
                    <a:pt x="16583" y="6049"/>
                  </a:cubicBezTo>
                  <a:cubicBezTo>
                    <a:pt x="12149" y="6741"/>
                    <a:pt x="8407" y="8484"/>
                    <a:pt x="5382" y="11252"/>
                  </a:cubicBezTo>
                  <a:cubicBezTo>
                    <a:pt x="3742" y="12790"/>
                    <a:pt x="2307" y="14558"/>
                    <a:pt x="1102" y="16455"/>
                  </a:cubicBezTo>
                  <a:cubicBezTo>
                    <a:pt x="923" y="16737"/>
                    <a:pt x="743" y="17019"/>
                    <a:pt x="589" y="17275"/>
                  </a:cubicBezTo>
                  <a:cubicBezTo>
                    <a:pt x="461" y="17480"/>
                    <a:pt x="231" y="17634"/>
                    <a:pt x="0" y="17685"/>
                  </a:cubicBezTo>
                  <a:lnTo>
                    <a:pt x="0" y="6972"/>
                  </a:lnTo>
                  <a:cubicBezTo>
                    <a:pt x="359" y="6844"/>
                    <a:pt x="692" y="6587"/>
                    <a:pt x="897" y="6280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33" name="Google Shape;235;p9"/>
            <p:cNvSpPr/>
            <p:nvPr/>
          </p:nvSpPr>
          <p:spPr>
            <a:xfrm flipH="1">
              <a:off x="6542640" y="2722680"/>
              <a:ext cx="2599560" cy="2420280"/>
            </a:xfrm>
            <a:custGeom>
              <a:avLst/>
              <a:gdLst>
                <a:gd name="textAreaLeft" fmla="*/ -360 w 2599560"/>
                <a:gd name="textAreaRight" fmla="*/ 2599560 w 2599560"/>
                <a:gd name="textAreaTop" fmla="*/ 0 h 2420280"/>
                <a:gd name="textAreaBottom" fmla="*/ 2420640 h 2420280"/>
              </a:gdLst>
              <a:ahLst/>
              <a:cxnLst/>
              <a:rect l="textAreaLeft" t="textAreaTop" r="textAreaRight" b="textAreaBottom"/>
              <a:pathLst>
                <a:path w="80940" h="82811">
                  <a:moveTo>
                    <a:pt x="1333" y="34498"/>
                  </a:moveTo>
                  <a:cubicBezTo>
                    <a:pt x="3921" y="32294"/>
                    <a:pt x="6331" y="29962"/>
                    <a:pt x="8637" y="27553"/>
                  </a:cubicBezTo>
                  <a:cubicBezTo>
                    <a:pt x="12097" y="24016"/>
                    <a:pt x="15378" y="20376"/>
                    <a:pt x="18659" y="16737"/>
                  </a:cubicBezTo>
                  <a:cubicBezTo>
                    <a:pt x="20248" y="14943"/>
                    <a:pt x="21939" y="13251"/>
                    <a:pt x="23708" y="11662"/>
                  </a:cubicBezTo>
                  <a:cubicBezTo>
                    <a:pt x="27681" y="8125"/>
                    <a:pt x="32320" y="5408"/>
                    <a:pt x="37369" y="3717"/>
                  </a:cubicBezTo>
                  <a:cubicBezTo>
                    <a:pt x="39983" y="2820"/>
                    <a:pt x="42674" y="2102"/>
                    <a:pt x="45365" y="1589"/>
                  </a:cubicBezTo>
                  <a:cubicBezTo>
                    <a:pt x="49312" y="846"/>
                    <a:pt x="53311" y="385"/>
                    <a:pt x="57309" y="205"/>
                  </a:cubicBezTo>
                  <a:cubicBezTo>
                    <a:pt x="60513" y="0"/>
                    <a:pt x="63742" y="103"/>
                    <a:pt x="66946" y="462"/>
                  </a:cubicBezTo>
                  <a:cubicBezTo>
                    <a:pt x="68740" y="667"/>
                    <a:pt x="70508" y="1051"/>
                    <a:pt x="72226" y="1615"/>
                  </a:cubicBezTo>
                  <a:cubicBezTo>
                    <a:pt x="75481" y="2717"/>
                    <a:pt x="77787" y="4588"/>
                    <a:pt x="79018" y="7331"/>
                  </a:cubicBezTo>
                  <a:cubicBezTo>
                    <a:pt x="79274" y="7920"/>
                    <a:pt x="79505" y="8510"/>
                    <a:pt x="79710" y="9125"/>
                  </a:cubicBezTo>
                  <a:cubicBezTo>
                    <a:pt x="80197" y="10791"/>
                    <a:pt x="80504" y="12508"/>
                    <a:pt x="80607" y="14225"/>
                  </a:cubicBezTo>
                  <a:cubicBezTo>
                    <a:pt x="80940" y="17736"/>
                    <a:pt x="80837" y="21222"/>
                    <a:pt x="80760" y="24733"/>
                  </a:cubicBezTo>
                  <a:cubicBezTo>
                    <a:pt x="80581" y="31243"/>
                    <a:pt x="80376" y="37753"/>
                    <a:pt x="80222" y="44289"/>
                  </a:cubicBezTo>
                  <a:cubicBezTo>
                    <a:pt x="80094" y="49364"/>
                    <a:pt x="80043" y="54438"/>
                    <a:pt x="79966" y="59488"/>
                  </a:cubicBezTo>
                  <a:cubicBezTo>
                    <a:pt x="79889" y="63101"/>
                    <a:pt x="79658" y="66690"/>
                    <a:pt x="79274" y="70278"/>
                  </a:cubicBezTo>
                  <a:cubicBezTo>
                    <a:pt x="78889" y="74225"/>
                    <a:pt x="78172" y="78146"/>
                    <a:pt x="77121" y="81965"/>
                  </a:cubicBezTo>
                  <a:cubicBezTo>
                    <a:pt x="77044" y="82247"/>
                    <a:pt x="76993" y="82529"/>
                    <a:pt x="76967" y="82811"/>
                  </a:cubicBezTo>
                  <a:lnTo>
                    <a:pt x="70816" y="82811"/>
                  </a:lnTo>
                  <a:cubicBezTo>
                    <a:pt x="70918" y="82478"/>
                    <a:pt x="71021" y="82119"/>
                    <a:pt x="71149" y="81811"/>
                  </a:cubicBezTo>
                  <a:cubicBezTo>
                    <a:pt x="72379" y="78864"/>
                    <a:pt x="73328" y="75839"/>
                    <a:pt x="74020" y="72738"/>
                  </a:cubicBezTo>
                  <a:cubicBezTo>
                    <a:pt x="74994" y="68381"/>
                    <a:pt x="75660" y="63947"/>
                    <a:pt x="76019" y="59513"/>
                  </a:cubicBezTo>
                  <a:cubicBezTo>
                    <a:pt x="76403" y="55130"/>
                    <a:pt x="76634" y="50748"/>
                    <a:pt x="76762" y="46365"/>
                  </a:cubicBezTo>
                  <a:cubicBezTo>
                    <a:pt x="76865" y="43623"/>
                    <a:pt x="76993" y="40855"/>
                    <a:pt x="77095" y="38112"/>
                  </a:cubicBezTo>
                  <a:cubicBezTo>
                    <a:pt x="77275" y="32909"/>
                    <a:pt x="77403" y="27706"/>
                    <a:pt x="77198" y="22503"/>
                  </a:cubicBezTo>
                  <a:cubicBezTo>
                    <a:pt x="77121" y="20222"/>
                    <a:pt x="76813" y="17941"/>
                    <a:pt x="76301" y="15712"/>
                  </a:cubicBezTo>
                  <a:cubicBezTo>
                    <a:pt x="75942" y="14071"/>
                    <a:pt x="75301" y="12508"/>
                    <a:pt x="74455" y="11073"/>
                  </a:cubicBezTo>
                  <a:cubicBezTo>
                    <a:pt x="73123" y="8971"/>
                    <a:pt x="71149" y="7407"/>
                    <a:pt x="68535" y="6459"/>
                  </a:cubicBezTo>
                  <a:cubicBezTo>
                    <a:pt x="67715" y="6177"/>
                    <a:pt x="66895" y="5947"/>
                    <a:pt x="66074" y="5741"/>
                  </a:cubicBezTo>
                  <a:cubicBezTo>
                    <a:pt x="63511" y="5203"/>
                    <a:pt x="60897" y="4998"/>
                    <a:pt x="58283" y="5101"/>
                  </a:cubicBezTo>
                  <a:cubicBezTo>
                    <a:pt x="52619" y="5255"/>
                    <a:pt x="47031" y="6280"/>
                    <a:pt x="41675" y="8099"/>
                  </a:cubicBezTo>
                  <a:cubicBezTo>
                    <a:pt x="36856" y="9765"/>
                    <a:pt x="32345" y="12200"/>
                    <a:pt x="28296" y="15276"/>
                  </a:cubicBezTo>
                  <a:cubicBezTo>
                    <a:pt x="26040" y="16967"/>
                    <a:pt x="23939" y="18787"/>
                    <a:pt x="21888" y="20607"/>
                  </a:cubicBezTo>
                  <a:cubicBezTo>
                    <a:pt x="18172" y="23913"/>
                    <a:pt x="14455" y="27245"/>
                    <a:pt x="10739" y="30551"/>
                  </a:cubicBezTo>
                  <a:cubicBezTo>
                    <a:pt x="7715" y="33242"/>
                    <a:pt x="4537" y="35754"/>
                    <a:pt x="1230" y="38112"/>
                  </a:cubicBezTo>
                  <a:cubicBezTo>
                    <a:pt x="1000" y="38292"/>
                    <a:pt x="769" y="38445"/>
                    <a:pt x="538" y="38573"/>
                  </a:cubicBezTo>
                  <a:cubicBezTo>
                    <a:pt x="359" y="38625"/>
                    <a:pt x="179" y="38625"/>
                    <a:pt x="0" y="38625"/>
                  </a:cubicBezTo>
                  <a:lnTo>
                    <a:pt x="0" y="35242"/>
                  </a:lnTo>
                  <a:cubicBezTo>
                    <a:pt x="179" y="35242"/>
                    <a:pt x="359" y="35216"/>
                    <a:pt x="513" y="35165"/>
                  </a:cubicBezTo>
                  <a:cubicBezTo>
                    <a:pt x="820" y="34960"/>
                    <a:pt x="1076" y="34729"/>
                    <a:pt x="1333" y="3449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34" name="Google Shape;236;p9"/>
            <p:cNvSpPr/>
            <p:nvPr/>
          </p:nvSpPr>
          <p:spPr>
            <a:xfrm flipH="1">
              <a:off x="0" y="0"/>
              <a:ext cx="3917520" cy="4620960"/>
            </a:xfrm>
            <a:custGeom>
              <a:avLst/>
              <a:gdLst>
                <a:gd name="textAreaLeft" fmla="*/ 360 w 3917520"/>
                <a:gd name="textAreaRight" fmla="*/ 3918240 w 3917520"/>
                <a:gd name="textAreaTop" fmla="*/ 0 h 4620960"/>
                <a:gd name="textAreaBottom" fmla="*/ 4621320 h 4620960"/>
              </a:gdLst>
              <a:ahLst/>
              <a:cxnLst/>
              <a:rect l="textAreaLeft" t="textAreaTop" r="textAreaRight" b="textAreaBottom"/>
              <a:pathLst>
                <a:path w="121974" h="158086">
                  <a:moveTo>
                    <a:pt x="100009" y="157368"/>
                  </a:moveTo>
                  <a:cubicBezTo>
                    <a:pt x="96703" y="156856"/>
                    <a:pt x="93473" y="156061"/>
                    <a:pt x="90321" y="154959"/>
                  </a:cubicBezTo>
                  <a:cubicBezTo>
                    <a:pt x="88065" y="154190"/>
                    <a:pt x="85810" y="153370"/>
                    <a:pt x="83554" y="152498"/>
                  </a:cubicBezTo>
                  <a:cubicBezTo>
                    <a:pt x="78685" y="150679"/>
                    <a:pt x="73789" y="148885"/>
                    <a:pt x="68740" y="147424"/>
                  </a:cubicBezTo>
                  <a:cubicBezTo>
                    <a:pt x="65818" y="146578"/>
                    <a:pt x="62871" y="145758"/>
                    <a:pt x="59923" y="144938"/>
                  </a:cubicBezTo>
                  <a:cubicBezTo>
                    <a:pt x="58155" y="144425"/>
                    <a:pt x="56412" y="143810"/>
                    <a:pt x="54721" y="143041"/>
                  </a:cubicBezTo>
                  <a:cubicBezTo>
                    <a:pt x="50876" y="141298"/>
                    <a:pt x="48185" y="138709"/>
                    <a:pt x="46647" y="135326"/>
                  </a:cubicBezTo>
                  <a:cubicBezTo>
                    <a:pt x="46083" y="133994"/>
                    <a:pt x="45596" y="132635"/>
                    <a:pt x="45263" y="131251"/>
                  </a:cubicBezTo>
                  <a:cubicBezTo>
                    <a:pt x="44443" y="128124"/>
                    <a:pt x="43776" y="124997"/>
                    <a:pt x="43213" y="121819"/>
                  </a:cubicBezTo>
                  <a:cubicBezTo>
                    <a:pt x="42879" y="119871"/>
                    <a:pt x="42546" y="117924"/>
                    <a:pt x="42290" y="115950"/>
                  </a:cubicBezTo>
                  <a:cubicBezTo>
                    <a:pt x="41982" y="113515"/>
                    <a:pt x="41777" y="111080"/>
                    <a:pt x="41521" y="108646"/>
                  </a:cubicBezTo>
                  <a:cubicBezTo>
                    <a:pt x="41239" y="105698"/>
                    <a:pt x="40957" y="102725"/>
                    <a:pt x="40726" y="99752"/>
                  </a:cubicBezTo>
                  <a:cubicBezTo>
                    <a:pt x="40445" y="96010"/>
                    <a:pt x="40240" y="92242"/>
                    <a:pt x="40163" y="88500"/>
                  </a:cubicBezTo>
                  <a:cubicBezTo>
                    <a:pt x="39983" y="81247"/>
                    <a:pt x="40445" y="73994"/>
                    <a:pt x="41598" y="66843"/>
                  </a:cubicBezTo>
                  <a:cubicBezTo>
                    <a:pt x="41957" y="64357"/>
                    <a:pt x="42700" y="61922"/>
                    <a:pt x="43751" y="59641"/>
                  </a:cubicBezTo>
                  <a:cubicBezTo>
                    <a:pt x="44520" y="58052"/>
                    <a:pt x="45391" y="56488"/>
                    <a:pt x="46263" y="54925"/>
                  </a:cubicBezTo>
                  <a:cubicBezTo>
                    <a:pt x="47749" y="52362"/>
                    <a:pt x="49313" y="49799"/>
                    <a:pt x="50799" y="47236"/>
                  </a:cubicBezTo>
                  <a:cubicBezTo>
                    <a:pt x="52183" y="44852"/>
                    <a:pt x="53413" y="42392"/>
                    <a:pt x="54439" y="39855"/>
                  </a:cubicBezTo>
                  <a:cubicBezTo>
                    <a:pt x="55002" y="38573"/>
                    <a:pt x="55387" y="37215"/>
                    <a:pt x="55592" y="35831"/>
                  </a:cubicBezTo>
                  <a:cubicBezTo>
                    <a:pt x="55720" y="35113"/>
                    <a:pt x="55694" y="34395"/>
                    <a:pt x="55541" y="33678"/>
                  </a:cubicBezTo>
                  <a:cubicBezTo>
                    <a:pt x="55207" y="32473"/>
                    <a:pt x="54310" y="31756"/>
                    <a:pt x="52824" y="31627"/>
                  </a:cubicBezTo>
                  <a:cubicBezTo>
                    <a:pt x="52132" y="31551"/>
                    <a:pt x="51440" y="31576"/>
                    <a:pt x="50773" y="31679"/>
                  </a:cubicBezTo>
                  <a:cubicBezTo>
                    <a:pt x="49851" y="31807"/>
                    <a:pt x="48928" y="32012"/>
                    <a:pt x="48031" y="32268"/>
                  </a:cubicBezTo>
                  <a:cubicBezTo>
                    <a:pt x="46032" y="32832"/>
                    <a:pt x="44084" y="33524"/>
                    <a:pt x="42187" y="34344"/>
                  </a:cubicBezTo>
                  <a:cubicBezTo>
                    <a:pt x="39804" y="35318"/>
                    <a:pt x="37446" y="36343"/>
                    <a:pt x="35062" y="37317"/>
                  </a:cubicBezTo>
                  <a:cubicBezTo>
                    <a:pt x="32961" y="38163"/>
                    <a:pt x="30833" y="39009"/>
                    <a:pt x="28655" y="39752"/>
                  </a:cubicBezTo>
                  <a:cubicBezTo>
                    <a:pt x="26399" y="40572"/>
                    <a:pt x="24067" y="41136"/>
                    <a:pt x="21683" y="41418"/>
                  </a:cubicBezTo>
                  <a:cubicBezTo>
                    <a:pt x="16506" y="41956"/>
                    <a:pt x="12021" y="40752"/>
                    <a:pt x="8202" y="37804"/>
                  </a:cubicBezTo>
                  <a:cubicBezTo>
                    <a:pt x="6920" y="36779"/>
                    <a:pt x="5818" y="35574"/>
                    <a:pt x="4896" y="34242"/>
                  </a:cubicBezTo>
                  <a:cubicBezTo>
                    <a:pt x="3742" y="32576"/>
                    <a:pt x="2845" y="30782"/>
                    <a:pt x="2179" y="28885"/>
                  </a:cubicBezTo>
                  <a:cubicBezTo>
                    <a:pt x="846" y="25117"/>
                    <a:pt x="333" y="21273"/>
                    <a:pt x="154" y="17377"/>
                  </a:cubicBezTo>
                  <a:cubicBezTo>
                    <a:pt x="0" y="13148"/>
                    <a:pt x="257" y="8919"/>
                    <a:pt x="487" y="4690"/>
                  </a:cubicBezTo>
                  <a:cubicBezTo>
                    <a:pt x="564" y="3127"/>
                    <a:pt x="564" y="1563"/>
                    <a:pt x="590" y="0"/>
                  </a:cubicBezTo>
                  <a:lnTo>
                    <a:pt x="1717" y="0"/>
                  </a:lnTo>
                  <a:cubicBezTo>
                    <a:pt x="1692" y="1153"/>
                    <a:pt x="1717" y="2332"/>
                    <a:pt x="1641" y="3486"/>
                  </a:cubicBezTo>
                  <a:cubicBezTo>
                    <a:pt x="1512" y="6254"/>
                    <a:pt x="1333" y="9047"/>
                    <a:pt x="1179" y="11841"/>
                  </a:cubicBezTo>
                  <a:cubicBezTo>
                    <a:pt x="1000" y="14917"/>
                    <a:pt x="1102" y="18044"/>
                    <a:pt x="1461" y="21119"/>
                  </a:cubicBezTo>
                  <a:cubicBezTo>
                    <a:pt x="1717" y="23349"/>
                    <a:pt x="2179" y="25553"/>
                    <a:pt x="2871" y="27680"/>
                  </a:cubicBezTo>
                  <a:cubicBezTo>
                    <a:pt x="3640" y="30166"/>
                    <a:pt x="4870" y="32473"/>
                    <a:pt x="6510" y="34524"/>
                  </a:cubicBezTo>
                  <a:cubicBezTo>
                    <a:pt x="7792" y="36113"/>
                    <a:pt x="9407" y="37445"/>
                    <a:pt x="11252" y="38394"/>
                  </a:cubicBezTo>
                  <a:cubicBezTo>
                    <a:pt x="14148" y="39906"/>
                    <a:pt x="17429" y="40572"/>
                    <a:pt x="20684" y="40265"/>
                  </a:cubicBezTo>
                  <a:cubicBezTo>
                    <a:pt x="22709" y="40085"/>
                    <a:pt x="24682" y="39650"/>
                    <a:pt x="26604" y="39009"/>
                  </a:cubicBezTo>
                  <a:cubicBezTo>
                    <a:pt x="29014" y="38214"/>
                    <a:pt x="31372" y="37266"/>
                    <a:pt x="33627" y="36138"/>
                  </a:cubicBezTo>
                  <a:cubicBezTo>
                    <a:pt x="36626" y="34652"/>
                    <a:pt x="39599" y="33140"/>
                    <a:pt x="42597" y="31679"/>
                  </a:cubicBezTo>
                  <a:cubicBezTo>
                    <a:pt x="44955" y="30525"/>
                    <a:pt x="47313" y="29372"/>
                    <a:pt x="49723" y="28296"/>
                  </a:cubicBezTo>
                  <a:cubicBezTo>
                    <a:pt x="51184" y="27655"/>
                    <a:pt x="52721" y="27142"/>
                    <a:pt x="54259" y="26604"/>
                  </a:cubicBezTo>
                  <a:cubicBezTo>
                    <a:pt x="55361" y="26219"/>
                    <a:pt x="56515" y="25989"/>
                    <a:pt x="57668" y="25861"/>
                  </a:cubicBezTo>
                  <a:cubicBezTo>
                    <a:pt x="58386" y="25784"/>
                    <a:pt x="59103" y="25809"/>
                    <a:pt x="59821" y="25938"/>
                  </a:cubicBezTo>
                  <a:cubicBezTo>
                    <a:pt x="60923" y="26143"/>
                    <a:pt x="61641" y="26706"/>
                    <a:pt x="61923" y="27603"/>
                  </a:cubicBezTo>
                  <a:cubicBezTo>
                    <a:pt x="62076" y="28014"/>
                    <a:pt x="62153" y="28449"/>
                    <a:pt x="62153" y="28885"/>
                  </a:cubicBezTo>
                  <a:cubicBezTo>
                    <a:pt x="62128" y="29474"/>
                    <a:pt x="62076" y="30064"/>
                    <a:pt x="61948" y="30653"/>
                  </a:cubicBezTo>
                  <a:cubicBezTo>
                    <a:pt x="61564" y="32473"/>
                    <a:pt x="60795" y="34216"/>
                    <a:pt x="59949" y="35933"/>
                  </a:cubicBezTo>
                  <a:cubicBezTo>
                    <a:pt x="58437" y="39086"/>
                    <a:pt x="56694" y="42136"/>
                    <a:pt x="54951" y="45186"/>
                  </a:cubicBezTo>
                  <a:cubicBezTo>
                    <a:pt x="52824" y="48928"/>
                    <a:pt x="50671" y="52670"/>
                    <a:pt x="48595" y="56437"/>
                  </a:cubicBezTo>
                  <a:cubicBezTo>
                    <a:pt x="46852" y="59513"/>
                    <a:pt x="45494" y="62768"/>
                    <a:pt x="44520" y="66177"/>
                  </a:cubicBezTo>
                  <a:cubicBezTo>
                    <a:pt x="43161" y="71123"/>
                    <a:pt x="42316" y="76198"/>
                    <a:pt x="41982" y="81324"/>
                  </a:cubicBezTo>
                  <a:cubicBezTo>
                    <a:pt x="41700" y="86219"/>
                    <a:pt x="41752" y="91166"/>
                    <a:pt x="42111" y="96061"/>
                  </a:cubicBezTo>
                  <a:cubicBezTo>
                    <a:pt x="42316" y="99086"/>
                    <a:pt x="42597" y="102110"/>
                    <a:pt x="42931" y="105134"/>
                  </a:cubicBezTo>
                  <a:cubicBezTo>
                    <a:pt x="43238" y="108338"/>
                    <a:pt x="43623" y="111516"/>
                    <a:pt x="44084" y="114669"/>
                  </a:cubicBezTo>
                  <a:cubicBezTo>
                    <a:pt x="44699" y="119103"/>
                    <a:pt x="45647" y="123511"/>
                    <a:pt x="46878" y="127817"/>
                  </a:cubicBezTo>
                  <a:cubicBezTo>
                    <a:pt x="47390" y="129713"/>
                    <a:pt x="48057" y="131584"/>
                    <a:pt x="48877" y="133378"/>
                  </a:cubicBezTo>
                  <a:cubicBezTo>
                    <a:pt x="50492" y="136787"/>
                    <a:pt x="53157" y="139427"/>
                    <a:pt x="56976" y="141247"/>
                  </a:cubicBezTo>
                  <a:cubicBezTo>
                    <a:pt x="57950" y="141683"/>
                    <a:pt x="58898" y="142118"/>
                    <a:pt x="59923" y="142503"/>
                  </a:cubicBezTo>
                  <a:cubicBezTo>
                    <a:pt x="61333" y="143015"/>
                    <a:pt x="62768" y="143528"/>
                    <a:pt x="64204" y="143989"/>
                  </a:cubicBezTo>
                  <a:cubicBezTo>
                    <a:pt x="68817" y="145450"/>
                    <a:pt x="73431" y="146860"/>
                    <a:pt x="77941" y="148551"/>
                  </a:cubicBezTo>
                  <a:cubicBezTo>
                    <a:pt x="81171" y="149730"/>
                    <a:pt x="84451" y="150935"/>
                    <a:pt x="87706" y="152140"/>
                  </a:cubicBezTo>
                  <a:cubicBezTo>
                    <a:pt x="89859" y="152934"/>
                    <a:pt x="92038" y="153652"/>
                    <a:pt x="94268" y="154216"/>
                  </a:cubicBezTo>
                  <a:cubicBezTo>
                    <a:pt x="98727" y="155446"/>
                    <a:pt x="103341" y="155984"/>
                    <a:pt x="107954" y="155830"/>
                  </a:cubicBezTo>
                  <a:cubicBezTo>
                    <a:pt x="111261" y="155677"/>
                    <a:pt x="114567" y="155190"/>
                    <a:pt x="117796" y="154395"/>
                  </a:cubicBezTo>
                  <a:cubicBezTo>
                    <a:pt x="119206" y="154087"/>
                    <a:pt x="120616" y="153703"/>
                    <a:pt x="121974" y="153190"/>
                  </a:cubicBezTo>
                  <a:lnTo>
                    <a:pt x="121974" y="155266"/>
                  </a:lnTo>
                  <a:cubicBezTo>
                    <a:pt x="119308" y="156112"/>
                    <a:pt x="116566" y="156779"/>
                    <a:pt x="113824" y="157240"/>
                  </a:cubicBezTo>
                  <a:cubicBezTo>
                    <a:pt x="109236" y="158034"/>
                    <a:pt x="104571" y="158086"/>
                    <a:pt x="100009" y="15736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35" name="Google Shape;237;p9"/>
            <p:cNvSpPr/>
            <p:nvPr/>
          </p:nvSpPr>
          <p:spPr>
            <a:xfrm flipH="1">
              <a:off x="4044960" y="970920"/>
              <a:ext cx="5097240" cy="4172040"/>
            </a:xfrm>
            <a:custGeom>
              <a:avLst/>
              <a:gdLst>
                <a:gd name="textAreaLeft" fmla="*/ -360 w 5097240"/>
                <a:gd name="textAreaRight" fmla="*/ 5097240 w 5097240"/>
                <a:gd name="textAreaTop" fmla="*/ 0 h 4172040"/>
                <a:gd name="textAreaBottom" fmla="*/ 4172400 h 4172040"/>
              </a:gdLst>
              <a:ahLst/>
              <a:cxnLst/>
              <a:rect l="textAreaLeft" t="textAreaTop" r="textAreaRight" b="textAreaBottom"/>
              <a:pathLst>
                <a:path w="158702" h="142734">
                  <a:moveTo>
                    <a:pt x="1256" y="436"/>
                  </a:moveTo>
                  <a:cubicBezTo>
                    <a:pt x="5331" y="2358"/>
                    <a:pt x="9329" y="4460"/>
                    <a:pt x="13123" y="6741"/>
                  </a:cubicBezTo>
                  <a:cubicBezTo>
                    <a:pt x="17403" y="9304"/>
                    <a:pt x="21606" y="11893"/>
                    <a:pt x="25810" y="14533"/>
                  </a:cubicBezTo>
                  <a:cubicBezTo>
                    <a:pt x="29295" y="16686"/>
                    <a:pt x="32781" y="18864"/>
                    <a:pt x="36446" y="20838"/>
                  </a:cubicBezTo>
                  <a:cubicBezTo>
                    <a:pt x="41239" y="23426"/>
                    <a:pt x="46288" y="25579"/>
                    <a:pt x="51491" y="27220"/>
                  </a:cubicBezTo>
                  <a:cubicBezTo>
                    <a:pt x="56079" y="28680"/>
                    <a:pt x="60795" y="29783"/>
                    <a:pt x="65716" y="30013"/>
                  </a:cubicBezTo>
                  <a:cubicBezTo>
                    <a:pt x="68766" y="30193"/>
                    <a:pt x="71841" y="29859"/>
                    <a:pt x="74789" y="29065"/>
                  </a:cubicBezTo>
                  <a:cubicBezTo>
                    <a:pt x="77890" y="28168"/>
                    <a:pt x="80786" y="26656"/>
                    <a:pt x="83272" y="24605"/>
                  </a:cubicBezTo>
                  <a:cubicBezTo>
                    <a:pt x="84913" y="23272"/>
                    <a:pt x="86476" y="21786"/>
                    <a:pt x="87886" y="20197"/>
                  </a:cubicBezTo>
                  <a:cubicBezTo>
                    <a:pt x="89500" y="18352"/>
                    <a:pt x="91089" y="16455"/>
                    <a:pt x="92678" y="14610"/>
                  </a:cubicBezTo>
                  <a:cubicBezTo>
                    <a:pt x="93960" y="13123"/>
                    <a:pt x="95241" y="11636"/>
                    <a:pt x="96574" y="10201"/>
                  </a:cubicBezTo>
                  <a:cubicBezTo>
                    <a:pt x="97728" y="8971"/>
                    <a:pt x="99035" y="7920"/>
                    <a:pt x="100496" y="7074"/>
                  </a:cubicBezTo>
                  <a:cubicBezTo>
                    <a:pt x="101546" y="6434"/>
                    <a:pt x="102725" y="5947"/>
                    <a:pt x="103930" y="5639"/>
                  </a:cubicBezTo>
                  <a:cubicBezTo>
                    <a:pt x="106006" y="5075"/>
                    <a:pt x="108236" y="5357"/>
                    <a:pt x="110107" y="6408"/>
                  </a:cubicBezTo>
                  <a:cubicBezTo>
                    <a:pt x="110696" y="6741"/>
                    <a:pt x="111260" y="7126"/>
                    <a:pt x="111773" y="7561"/>
                  </a:cubicBezTo>
                  <a:cubicBezTo>
                    <a:pt x="112644" y="8253"/>
                    <a:pt x="113439" y="9073"/>
                    <a:pt x="114105" y="9971"/>
                  </a:cubicBezTo>
                  <a:cubicBezTo>
                    <a:pt x="115028" y="11175"/>
                    <a:pt x="115874" y="12431"/>
                    <a:pt x="116566" y="13764"/>
                  </a:cubicBezTo>
                  <a:cubicBezTo>
                    <a:pt x="118360" y="17147"/>
                    <a:pt x="119821" y="20684"/>
                    <a:pt x="120923" y="24349"/>
                  </a:cubicBezTo>
                  <a:cubicBezTo>
                    <a:pt x="122819" y="30295"/>
                    <a:pt x="124203" y="36421"/>
                    <a:pt x="125075" y="42597"/>
                  </a:cubicBezTo>
                  <a:cubicBezTo>
                    <a:pt x="125562" y="45929"/>
                    <a:pt x="125844" y="49287"/>
                    <a:pt x="125946" y="52619"/>
                  </a:cubicBezTo>
                  <a:cubicBezTo>
                    <a:pt x="126126" y="57617"/>
                    <a:pt x="125972" y="62589"/>
                    <a:pt x="125818" y="67561"/>
                  </a:cubicBezTo>
                  <a:cubicBezTo>
                    <a:pt x="125639" y="72533"/>
                    <a:pt x="125972" y="77480"/>
                    <a:pt x="126843" y="82375"/>
                  </a:cubicBezTo>
                  <a:cubicBezTo>
                    <a:pt x="127459" y="85835"/>
                    <a:pt x="128766" y="89116"/>
                    <a:pt x="130714" y="92063"/>
                  </a:cubicBezTo>
                  <a:cubicBezTo>
                    <a:pt x="131457" y="93140"/>
                    <a:pt x="132174" y="94242"/>
                    <a:pt x="132918" y="95344"/>
                  </a:cubicBezTo>
                  <a:cubicBezTo>
                    <a:pt x="134353" y="97420"/>
                    <a:pt x="135378" y="99727"/>
                    <a:pt x="135968" y="102187"/>
                  </a:cubicBezTo>
                  <a:cubicBezTo>
                    <a:pt x="136506" y="104494"/>
                    <a:pt x="137019" y="106801"/>
                    <a:pt x="137506" y="109107"/>
                  </a:cubicBezTo>
                  <a:cubicBezTo>
                    <a:pt x="139171" y="116745"/>
                    <a:pt x="142503" y="123870"/>
                    <a:pt x="147450" y="130457"/>
                  </a:cubicBezTo>
                  <a:cubicBezTo>
                    <a:pt x="150808" y="134891"/>
                    <a:pt x="154575" y="138992"/>
                    <a:pt x="158702" y="142734"/>
                  </a:cubicBezTo>
                  <a:lnTo>
                    <a:pt x="155318" y="142734"/>
                  </a:lnTo>
                  <a:lnTo>
                    <a:pt x="153114" y="140453"/>
                  </a:lnTo>
                  <a:cubicBezTo>
                    <a:pt x="145656" y="132789"/>
                    <a:pt x="139915" y="124332"/>
                    <a:pt x="136275" y="114951"/>
                  </a:cubicBezTo>
                  <a:cubicBezTo>
                    <a:pt x="135378" y="112619"/>
                    <a:pt x="134507" y="110286"/>
                    <a:pt x="133661" y="107954"/>
                  </a:cubicBezTo>
                  <a:cubicBezTo>
                    <a:pt x="132661" y="105212"/>
                    <a:pt x="131354" y="102597"/>
                    <a:pt x="129740" y="100162"/>
                  </a:cubicBezTo>
                  <a:cubicBezTo>
                    <a:pt x="128817" y="98804"/>
                    <a:pt x="127945" y="97394"/>
                    <a:pt x="127100" y="95985"/>
                  </a:cubicBezTo>
                  <a:cubicBezTo>
                    <a:pt x="125331" y="93114"/>
                    <a:pt x="124152" y="89936"/>
                    <a:pt x="123640" y="86604"/>
                  </a:cubicBezTo>
                  <a:cubicBezTo>
                    <a:pt x="123230" y="83913"/>
                    <a:pt x="123024" y="81171"/>
                    <a:pt x="122999" y="78454"/>
                  </a:cubicBezTo>
                  <a:cubicBezTo>
                    <a:pt x="122896" y="73789"/>
                    <a:pt x="123178" y="69125"/>
                    <a:pt x="123511" y="64460"/>
                  </a:cubicBezTo>
                  <a:cubicBezTo>
                    <a:pt x="123793" y="60205"/>
                    <a:pt x="123973" y="55951"/>
                    <a:pt x="123845" y="51696"/>
                  </a:cubicBezTo>
                  <a:cubicBezTo>
                    <a:pt x="123768" y="48723"/>
                    <a:pt x="123537" y="45750"/>
                    <a:pt x="123127" y="42777"/>
                  </a:cubicBezTo>
                  <a:cubicBezTo>
                    <a:pt x="122691" y="39650"/>
                    <a:pt x="122102" y="36523"/>
                    <a:pt x="121359" y="33422"/>
                  </a:cubicBezTo>
                  <a:cubicBezTo>
                    <a:pt x="120461" y="29449"/>
                    <a:pt x="119231" y="25579"/>
                    <a:pt x="117719" y="21786"/>
                  </a:cubicBezTo>
                  <a:cubicBezTo>
                    <a:pt x="116694" y="19249"/>
                    <a:pt x="115438" y="16839"/>
                    <a:pt x="113951" y="14558"/>
                  </a:cubicBezTo>
                  <a:cubicBezTo>
                    <a:pt x="113208" y="13431"/>
                    <a:pt x="112337" y="12405"/>
                    <a:pt x="111388" y="11457"/>
                  </a:cubicBezTo>
                  <a:cubicBezTo>
                    <a:pt x="110620" y="10714"/>
                    <a:pt x="109748" y="10099"/>
                    <a:pt x="108825" y="9612"/>
                  </a:cubicBezTo>
                  <a:cubicBezTo>
                    <a:pt x="107236" y="8792"/>
                    <a:pt x="105442" y="8535"/>
                    <a:pt x="103699" y="8868"/>
                  </a:cubicBezTo>
                  <a:cubicBezTo>
                    <a:pt x="102777" y="9048"/>
                    <a:pt x="101880" y="9330"/>
                    <a:pt x="101059" y="9714"/>
                  </a:cubicBezTo>
                  <a:cubicBezTo>
                    <a:pt x="99881" y="10252"/>
                    <a:pt x="98804" y="10944"/>
                    <a:pt x="97830" y="11790"/>
                  </a:cubicBezTo>
                  <a:cubicBezTo>
                    <a:pt x="96651" y="12841"/>
                    <a:pt x="95472" y="13918"/>
                    <a:pt x="94396" y="15045"/>
                  </a:cubicBezTo>
                  <a:cubicBezTo>
                    <a:pt x="92935" y="16532"/>
                    <a:pt x="91602" y="18095"/>
                    <a:pt x="90167" y="19582"/>
                  </a:cubicBezTo>
                  <a:cubicBezTo>
                    <a:pt x="88731" y="21094"/>
                    <a:pt x="87296" y="22504"/>
                    <a:pt x="85810" y="23939"/>
                  </a:cubicBezTo>
                  <a:cubicBezTo>
                    <a:pt x="84502" y="25143"/>
                    <a:pt x="83093" y="26246"/>
                    <a:pt x="81555" y="27194"/>
                  </a:cubicBezTo>
                  <a:cubicBezTo>
                    <a:pt x="77890" y="29501"/>
                    <a:pt x="73738" y="30705"/>
                    <a:pt x="69150" y="30910"/>
                  </a:cubicBezTo>
                  <a:cubicBezTo>
                    <a:pt x="65408" y="31038"/>
                    <a:pt x="61666" y="30680"/>
                    <a:pt x="58001" y="29834"/>
                  </a:cubicBezTo>
                  <a:cubicBezTo>
                    <a:pt x="51747" y="28450"/>
                    <a:pt x="45673" y="26374"/>
                    <a:pt x="39855" y="23657"/>
                  </a:cubicBezTo>
                  <a:cubicBezTo>
                    <a:pt x="35754" y="21709"/>
                    <a:pt x="31756" y="19531"/>
                    <a:pt x="27886" y="17147"/>
                  </a:cubicBezTo>
                  <a:cubicBezTo>
                    <a:pt x="23452" y="14507"/>
                    <a:pt x="19069" y="11842"/>
                    <a:pt x="14609" y="9227"/>
                  </a:cubicBezTo>
                  <a:cubicBezTo>
                    <a:pt x="10560" y="6844"/>
                    <a:pt x="6356" y="4665"/>
                    <a:pt x="2076" y="2768"/>
                  </a:cubicBezTo>
                  <a:cubicBezTo>
                    <a:pt x="1615" y="2538"/>
                    <a:pt x="1128" y="2358"/>
                    <a:pt x="641" y="2153"/>
                  </a:cubicBezTo>
                  <a:cubicBezTo>
                    <a:pt x="436" y="2128"/>
                    <a:pt x="205" y="2102"/>
                    <a:pt x="0" y="2128"/>
                  </a:cubicBezTo>
                  <a:lnTo>
                    <a:pt x="0" y="52"/>
                  </a:lnTo>
                  <a:cubicBezTo>
                    <a:pt x="513" y="0"/>
                    <a:pt x="871" y="257"/>
                    <a:pt x="1256" y="436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36" name="Google Shape;238;p9"/>
            <p:cNvSpPr/>
            <p:nvPr/>
          </p:nvSpPr>
          <p:spPr>
            <a:xfrm flipH="1">
              <a:off x="7970040" y="4377600"/>
              <a:ext cx="1171800" cy="764640"/>
            </a:xfrm>
            <a:custGeom>
              <a:avLst/>
              <a:gdLst>
                <a:gd name="textAreaLeft" fmla="*/ -360 w 1171800"/>
                <a:gd name="textAreaRight" fmla="*/ 1171800 w 1171800"/>
                <a:gd name="textAreaTop" fmla="*/ 0 h 764640"/>
                <a:gd name="textAreaBottom" fmla="*/ 765000 h 764640"/>
              </a:gdLst>
              <a:ahLst/>
              <a:cxnLst/>
              <a:rect l="textAreaLeft" t="textAreaTop" r="textAreaRight" b="textAreaBottom"/>
              <a:pathLst>
                <a:path w="36498" h="26169">
                  <a:moveTo>
                    <a:pt x="641" y="9355"/>
                  </a:moveTo>
                  <a:cubicBezTo>
                    <a:pt x="974" y="9150"/>
                    <a:pt x="1307" y="8945"/>
                    <a:pt x="1640" y="8740"/>
                  </a:cubicBezTo>
                  <a:cubicBezTo>
                    <a:pt x="4690" y="6766"/>
                    <a:pt x="7894" y="5023"/>
                    <a:pt x="11200" y="3511"/>
                  </a:cubicBezTo>
                  <a:cubicBezTo>
                    <a:pt x="13456" y="2435"/>
                    <a:pt x="15814" y="1563"/>
                    <a:pt x="18249" y="897"/>
                  </a:cubicBezTo>
                  <a:cubicBezTo>
                    <a:pt x="20478" y="282"/>
                    <a:pt x="22760" y="0"/>
                    <a:pt x="25066" y="51"/>
                  </a:cubicBezTo>
                  <a:cubicBezTo>
                    <a:pt x="26040" y="77"/>
                    <a:pt x="27014" y="179"/>
                    <a:pt x="27988" y="384"/>
                  </a:cubicBezTo>
                  <a:cubicBezTo>
                    <a:pt x="30577" y="948"/>
                    <a:pt x="32525" y="2179"/>
                    <a:pt x="33934" y="4050"/>
                  </a:cubicBezTo>
                  <a:cubicBezTo>
                    <a:pt x="34934" y="5485"/>
                    <a:pt x="35626" y="7100"/>
                    <a:pt x="35985" y="8817"/>
                  </a:cubicBezTo>
                  <a:cubicBezTo>
                    <a:pt x="36318" y="10406"/>
                    <a:pt x="36497" y="12020"/>
                    <a:pt x="36497" y="13661"/>
                  </a:cubicBezTo>
                  <a:cubicBezTo>
                    <a:pt x="36497" y="15967"/>
                    <a:pt x="36369" y="18300"/>
                    <a:pt x="36062" y="20581"/>
                  </a:cubicBezTo>
                  <a:cubicBezTo>
                    <a:pt x="35857" y="22247"/>
                    <a:pt x="35651" y="23887"/>
                    <a:pt x="35472" y="25527"/>
                  </a:cubicBezTo>
                  <a:cubicBezTo>
                    <a:pt x="35472" y="25758"/>
                    <a:pt x="35498" y="25963"/>
                    <a:pt x="35523" y="26168"/>
                  </a:cubicBezTo>
                  <a:lnTo>
                    <a:pt x="26425" y="26168"/>
                  </a:lnTo>
                  <a:cubicBezTo>
                    <a:pt x="26066" y="24400"/>
                    <a:pt x="25733" y="22606"/>
                    <a:pt x="25066" y="20863"/>
                  </a:cubicBezTo>
                  <a:cubicBezTo>
                    <a:pt x="24733" y="19991"/>
                    <a:pt x="24349" y="19146"/>
                    <a:pt x="23913" y="18325"/>
                  </a:cubicBezTo>
                  <a:cubicBezTo>
                    <a:pt x="23477" y="17582"/>
                    <a:pt x="22990" y="16916"/>
                    <a:pt x="22426" y="16301"/>
                  </a:cubicBezTo>
                  <a:cubicBezTo>
                    <a:pt x="20504" y="14250"/>
                    <a:pt x="17915" y="13456"/>
                    <a:pt x="14840" y="13661"/>
                  </a:cubicBezTo>
                  <a:cubicBezTo>
                    <a:pt x="12584" y="13840"/>
                    <a:pt x="10380" y="14353"/>
                    <a:pt x="8304" y="15199"/>
                  </a:cubicBezTo>
                  <a:cubicBezTo>
                    <a:pt x="6638" y="15839"/>
                    <a:pt x="4998" y="16583"/>
                    <a:pt x="3434" y="17403"/>
                  </a:cubicBezTo>
                  <a:cubicBezTo>
                    <a:pt x="2666" y="17813"/>
                    <a:pt x="1922" y="18223"/>
                    <a:pt x="1128" y="18607"/>
                  </a:cubicBezTo>
                  <a:cubicBezTo>
                    <a:pt x="769" y="18787"/>
                    <a:pt x="384" y="18889"/>
                    <a:pt x="0" y="19043"/>
                  </a:cubicBezTo>
                  <a:lnTo>
                    <a:pt x="0" y="9457"/>
                  </a:lnTo>
                  <a:cubicBezTo>
                    <a:pt x="205" y="9509"/>
                    <a:pt x="461" y="9483"/>
                    <a:pt x="641" y="935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37" name="Google Shape;239;p9"/>
            <p:cNvSpPr/>
            <p:nvPr/>
          </p:nvSpPr>
          <p:spPr>
            <a:xfrm flipH="1">
              <a:off x="0" y="621000"/>
              <a:ext cx="996480" cy="1850400"/>
            </a:xfrm>
            <a:custGeom>
              <a:avLst/>
              <a:gdLst>
                <a:gd name="textAreaLeft" fmla="*/ 360 w 996480"/>
                <a:gd name="textAreaRight" fmla="*/ 997200 w 996480"/>
                <a:gd name="textAreaTop" fmla="*/ 0 h 1850400"/>
                <a:gd name="textAreaBottom" fmla="*/ 1850760 h 1850400"/>
              </a:gdLst>
              <a:ahLst/>
              <a:cxnLst/>
              <a:rect l="textAreaLeft" t="textAreaTop" r="textAreaRight" b="textAreaBottom"/>
              <a:pathLst>
                <a:path w="31039" h="63307">
                  <a:moveTo>
                    <a:pt x="20172" y="62948"/>
                  </a:moveTo>
                  <a:cubicBezTo>
                    <a:pt x="16660" y="62537"/>
                    <a:pt x="13303" y="61615"/>
                    <a:pt x="10381" y="59872"/>
                  </a:cubicBezTo>
                  <a:cubicBezTo>
                    <a:pt x="6050" y="57283"/>
                    <a:pt x="3128" y="53874"/>
                    <a:pt x="1641" y="49620"/>
                  </a:cubicBezTo>
                  <a:cubicBezTo>
                    <a:pt x="513" y="46288"/>
                    <a:pt x="1" y="42802"/>
                    <a:pt x="129" y="39317"/>
                  </a:cubicBezTo>
                  <a:cubicBezTo>
                    <a:pt x="283" y="34985"/>
                    <a:pt x="1564" y="30884"/>
                    <a:pt x="3615" y="26937"/>
                  </a:cubicBezTo>
                  <a:cubicBezTo>
                    <a:pt x="5998" y="22350"/>
                    <a:pt x="9202" y="18198"/>
                    <a:pt x="12995" y="14327"/>
                  </a:cubicBezTo>
                  <a:cubicBezTo>
                    <a:pt x="17327" y="9970"/>
                    <a:pt x="22043" y="6023"/>
                    <a:pt x="27066" y="2486"/>
                  </a:cubicBezTo>
                  <a:cubicBezTo>
                    <a:pt x="28194" y="1692"/>
                    <a:pt x="29373" y="974"/>
                    <a:pt x="30552" y="205"/>
                  </a:cubicBezTo>
                  <a:cubicBezTo>
                    <a:pt x="30706" y="128"/>
                    <a:pt x="30860" y="52"/>
                    <a:pt x="31039" y="0"/>
                  </a:cubicBezTo>
                  <a:lnTo>
                    <a:pt x="31039" y="2640"/>
                  </a:lnTo>
                  <a:cubicBezTo>
                    <a:pt x="30936" y="2691"/>
                    <a:pt x="30834" y="2743"/>
                    <a:pt x="30757" y="2794"/>
                  </a:cubicBezTo>
                  <a:cubicBezTo>
                    <a:pt x="27425" y="5024"/>
                    <a:pt x="24221" y="7484"/>
                    <a:pt x="21171" y="10124"/>
                  </a:cubicBezTo>
                  <a:cubicBezTo>
                    <a:pt x="17660" y="13097"/>
                    <a:pt x="14508" y="16455"/>
                    <a:pt x="11765" y="20120"/>
                  </a:cubicBezTo>
                  <a:cubicBezTo>
                    <a:pt x="9407" y="23349"/>
                    <a:pt x="7485" y="26758"/>
                    <a:pt x="6357" y="30423"/>
                  </a:cubicBezTo>
                  <a:cubicBezTo>
                    <a:pt x="4461" y="36446"/>
                    <a:pt x="5332" y="42213"/>
                    <a:pt x="8818" y="47723"/>
                  </a:cubicBezTo>
                  <a:cubicBezTo>
                    <a:pt x="10022" y="49646"/>
                    <a:pt x="11586" y="51337"/>
                    <a:pt x="13405" y="52696"/>
                  </a:cubicBezTo>
                  <a:cubicBezTo>
                    <a:pt x="15917" y="54515"/>
                    <a:pt x="18813" y="55669"/>
                    <a:pt x="22043" y="56361"/>
                  </a:cubicBezTo>
                  <a:cubicBezTo>
                    <a:pt x="24298" y="56822"/>
                    <a:pt x="26579" y="57104"/>
                    <a:pt x="28886" y="57206"/>
                  </a:cubicBezTo>
                  <a:lnTo>
                    <a:pt x="31039" y="57335"/>
                  </a:lnTo>
                  <a:lnTo>
                    <a:pt x="31039" y="62768"/>
                  </a:lnTo>
                  <a:cubicBezTo>
                    <a:pt x="30860" y="62819"/>
                    <a:pt x="30680" y="62871"/>
                    <a:pt x="30501" y="62896"/>
                  </a:cubicBezTo>
                  <a:cubicBezTo>
                    <a:pt x="27066" y="63306"/>
                    <a:pt x="23606" y="63306"/>
                    <a:pt x="20172" y="6294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38" name="Google Shape;240;p9"/>
            <p:cNvSpPr/>
            <p:nvPr/>
          </p:nvSpPr>
          <p:spPr>
            <a:xfrm flipH="1">
              <a:off x="6048720" y="2318040"/>
              <a:ext cx="3094200" cy="2824920"/>
            </a:xfrm>
            <a:custGeom>
              <a:avLst/>
              <a:gdLst>
                <a:gd name="textAreaLeft" fmla="*/ -360 w 3094200"/>
                <a:gd name="textAreaRight" fmla="*/ 3094200 w 3094200"/>
                <a:gd name="textAreaTop" fmla="*/ 0 h 2824920"/>
                <a:gd name="textAreaBottom" fmla="*/ 2825280 h 2824920"/>
              </a:gdLst>
              <a:ahLst/>
              <a:cxnLst/>
              <a:rect l="textAreaLeft" t="textAreaTop" r="textAreaRight" b="textAreaBottom"/>
              <a:pathLst>
                <a:path w="96344" h="96651">
                  <a:moveTo>
                    <a:pt x="436" y="22093"/>
                  </a:moveTo>
                  <a:cubicBezTo>
                    <a:pt x="564" y="21837"/>
                    <a:pt x="667" y="21581"/>
                    <a:pt x="769" y="21299"/>
                  </a:cubicBezTo>
                  <a:cubicBezTo>
                    <a:pt x="1692" y="18582"/>
                    <a:pt x="2897" y="15968"/>
                    <a:pt x="4357" y="13507"/>
                  </a:cubicBezTo>
                  <a:cubicBezTo>
                    <a:pt x="5767" y="11149"/>
                    <a:pt x="7459" y="9022"/>
                    <a:pt x="9432" y="7177"/>
                  </a:cubicBezTo>
                  <a:cubicBezTo>
                    <a:pt x="12277" y="4485"/>
                    <a:pt x="15763" y="2614"/>
                    <a:pt x="19889" y="1564"/>
                  </a:cubicBezTo>
                  <a:cubicBezTo>
                    <a:pt x="21555" y="1128"/>
                    <a:pt x="23273" y="795"/>
                    <a:pt x="24990" y="564"/>
                  </a:cubicBezTo>
                  <a:cubicBezTo>
                    <a:pt x="27886" y="205"/>
                    <a:pt x="30782" y="26"/>
                    <a:pt x="33704" y="26"/>
                  </a:cubicBezTo>
                  <a:cubicBezTo>
                    <a:pt x="39035" y="0"/>
                    <a:pt x="44315" y="359"/>
                    <a:pt x="49620" y="667"/>
                  </a:cubicBezTo>
                  <a:cubicBezTo>
                    <a:pt x="53337" y="897"/>
                    <a:pt x="57027" y="1128"/>
                    <a:pt x="60744" y="1307"/>
                  </a:cubicBezTo>
                  <a:cubicBezTo>
                    <a:pt x="65024" y="1512"/>
                    <a:pt x="69304" y="1589"/>
                    <a:pt x="73610" y="1615"/>
                  </a:cubicBezTo>
                  <a:cubicBezTo>
                    <a:pt x="76481" y="1615"/>
                    <a:pt x="79377" y="1666"/>
                    <a:pt x="82247" y="1743"/>
                  </a:cubicBezTo>
                  <a:cubicBezTo>
                    <a:pt x="83913" y="1769"/>
                    <a:pt x="85579" y="1948"/>
                    <a:pt x="87194" y="2307"/>
                  </a:cubicBezTo>
                  <a:cubicBezTo>
                    <a:pt x="89962" y="2948"/>
                    <a:pt x="91910" y="4357"/>
                    <a:pt x="93012" y="6587"/>
                  </a:cubicBezTo>
                  <a:cubicBezTo>
                    <a:pt x="93576" y="7792"/>
                    <a:pt x="93960" y="9073"/>
                    <a:pt x="94088" y="10406"/>
                  </a:cubicBezTo>
                  <a:cubicBezTo>
                    <a:pt x="94319" y="12482"/>
                    <a:pt x="94294" y="14609"/>
                    <a:pt x="93986" y="16685"/>
                  </a:cubicBezTo>
                  <a:cubicBezTo>
                    <a:pt x="93602" y="19761"/>
                    <a:pt x="93115" y="22836"/>
                    <a:pt x="92628" y="25912"/>
                  </a:cubicBezTo>
                  <a:cubicBezTo>
                    <a:pt x="92038" y="29577"/>
                    <a:pt x="91525" y="33242"/>
                    <a:pt x="91167" y="36933"/>
                  </a:cubicBezTo>
                  <a:cubicBezTo>
                    <a:pt x="90757" y="40983"/>
                    <a:pt x="90577" y="45058"/>
                    <a:pt x="90577" y="49133"/>
                  </a:cubicBezTo>
                  <a:cubicBezTo>
                    <a:pt x="90577" y="51465"/>
                    <a:pt x="90654" y="53823"/>
                    <a:pt x="90782" y="56181"/>
                  </a:cubicBezTo>
                  <a:cubicBezTo>
                    <a:pt x="90910" y="58513"/>
                    <a:pt x="91090" y="60923"/>
                    <a:pt x="91346" y="63306"/>
                  </a:cubicBezTo>
                  <a:cubicBezTo>
                    <a:pt x="91551" y="65510"/>
                    <a:pt x="91807" y="67715"/>
                    <a:pt x="92141" y="69919"/>
                  </a:cubicBezTo>
                  <a:cubicBezTo>
                    <a:pt x="92525" y="72661"/>
                    <a:pt x="92935" y="75404"/>
                    <a:pt x="93371" y="78120"/>
                  </a:cubicBezTo>
                  <a:cubicBezTo>
                    <a:pt x="93858" y="81170"/>
                    <a:pt x="94396" y="84220"/>
                    <a:pt x="94883" y="87245"/>
                  </a:cubicBezTo>
                  <a:cubicBezTo>
                    <a:pt x="95396" y="90372"/>
                    <a:pt x="95857" y="93524"/>
                    <a:pt x="96344" y="96651"/>
                  </a:cubicBezTo>
                  <a:lnTo>
                    <a:pt x="93627" y="96651"/>
                  </a:lnTo>
                  <a:cubicBezTo>
                    <a:pt x="93627" y="96446"/>
                    <a:pt x="93627" y="96215"/>
                    <a:pt x="93602" y="96010"/>
                  </a:cubicBezTo>
                  <a:cubicBezTo>
                    <a:pt x="93191" y="91269"/>
                    <a:pt x="92551" y="86527"/>
                    <a:pt x="91936" y="81811"/>
                  </a:cubicBezTo>
                  <a:cubicBezTo>
                    <a:pt x="91525" y="78659"/>
                    <a:pt x="91064" y="75532"/>
                    <a:pt x="90705" y="72379"/>
                  </a:cubicBezTo>
                  <a:cubicBezTo>
                    <a:pt x="90321" y="69124"/>
                    <a:pt x="90013" y="65895"/>
                    <a:pt x="89680" y="62640"/>
                  </a:cubicBezTo>
                  <a:cubicBezTo>
                    <a:pt x="89321" y="58924"/>
                    <a:pt x="89193" y="55207"/>
                    <a:pt x="89116" y="51465"/>
                  </a:cubicBezTo>
                  <a:cubicBezTo>
                    <a:pt x="89065" y="47749"/>
                    <a:pt x="89219" y="43956"/>
                    <a:pt x="89475" y="40214"/>
                  </a:cubicBezTo>
                  <a:cubicBezTo>
                    <a:pt x="89706" y="36805"/>
                    <a:pt x="90065" y="33396"/>
                    <a:pt x="90500" y="30013"/>
                  </a:cubicBezTo>
                  <a:cubicBezTo>
                    <a:pt x="90936" y="26399"/>
                    <a:pt x="91449" y="22785"/>
                    <a:pt x="91910" y="19171"/>
                  </a:cubicBezTo>
                  <a:cubicBezTo>
                    <a:pt x="92217" y="16890"/>
                    <a:pt x="92269" y="14558"/>
                    <a:pt x="92038" y="12226"/>
                  </a:cubicBezTo>
                  <a:cubicBezTo>
                    <a:pt x="91910" y="11047"/>
                    <a:pt x="91602" y="9868"/>
                    <a:pt x="91141" y="8766"/>
                  </a:cubicBezTo>
                  <a:cubicBezTo>
                    <a:pt x="90167" y="6613"/>
                    <a:pt x="88399" y="5101"/>
                    <a:pt x="85759" y="4357"/>
                  </a:cubicBezTo>
                  <a:cubicBezTo>
                    <a:pt x="84964" y="4101"/>
                    <a:pt x="84144" y="3922"/>
                    <a:pt x="83324" y="3768"/>
                  </a:cubicBezTo>
                  <a:cubicBezTo>
                    <a:pt x="80889" y="3435"/>
                    <a:pt x="78428" y="3230"/>
                    <a:pt x="75968" y="3204"/>
                  </a:cubicBezTo>
                  <a:cubicBezTo>
                    <a:pt x="71406" y="3101"/>
                    <a:pt x="66844" y="2999"/>
                    <a:pt x="62307" y="2871"/>
                  </a:cubicBezTo>
                  <a:cubicBezTo>
                    <a:pt x="57335" y="2717"/>
                    <a:pt x="52363" y="2538"/>
                    <a:pt x="47416" y="2358"/>
                  </a:cubicBezTo>
                  <a:cubicBezTo>
                    <a:pt x="42598" y="2204"/>
                    <a:pt x="37779" y="2153"/>
                    <a:pt x="32961" y="2486"/>
                  </a:cubicBezTo>
                  <a:cubicBezTo>
                    <a:pt x="29654" y="2666"/>
                    <a:pt x="26348" y="3153"/>
                    <a:pt x="23144" y="3973"/>
                  </a:cubicBezTo>
                  <a:cubicBezTo>
                    <a:pt x="18915" y="5049"/>
                    <a:pt x="15225" y="6843"/>
                    <a:pt x="12175" y="9483"/>
                  </a:cubicBezTo>
                  <a:cubicBezTo>
                    <a:pt x="10201" y="11226"/>
                    <a:pt x="8484" y="13225"/>
                    <a:pt x="7049" y="15455"/>
                  </a:cubicBezTo>
                  <a:cubicBezTo>
                    <a:pt x="5716" y="17531"/>
                    <a:pt x="4563" y="19761"/>
                    <a:pt x="3640" y="22093"/>
                  </a:cubicBezTo>
                  <a:cubicBezTo>
                    <a:pt x="2717" y="24451"/>
                    <a:pt x="1820" y="26809"/>
                    <a:pt x="897" y="29167"/>
                  </a:cubicBezTo>
                  <a:cubicBezTo>
                    <a:pt x="769" y="29526"/>
                    <a:pt x="615" y="29885"/>
                    <a:pt x="436" y="30218"/>
                  </a:cubicBezTo>
                  <a:cubicBezTo>
                    <a:pt x="359" y="30320"/>
                    <a:pt x="154" y="30397"/>
                    <a:pt x="0" y="30474"/>
                  </a:cubicBezTo>
                  <a:lnTo>
                    <a:pt x="0" y="22375"/>
                  </a:lnTo>
                  <a:cubicBezTo>
                    <a:pt x="180" y="22298"/>
                    <a:pt x="359" y="22221"/>
                    <a:pt x="436" y="22093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39" name="Google Shape;241;p9"/>
            <p:cNvSpPr/>
            <p:nvPr/>
          </p:nvSpPr>
          <p:spPr>
            <a:xfrm flipH="1">
              <a:off x="6346440" y="2531520"/>
              <a:ext cx="2795400" cy="2610720"/>
            </a:xfrm>
            <a:custGeom>
              <a:avLst/>
              <a:gdLst>
                <a:gd name="textAreaLeft" fmla="*/ -360 w 2795400"/>
                <a:gd name="textAreaRight" fmla="*/ 2795400 w 2795400"/>
                <a:gd name="textAreaTop" fmla="*/ 0 h 2610720"/>
                <a:gd name="textAreaBottom" fmla="*/ 2611080 h 2610720"/>
              </a:gdLst>
              <a:ahLst/>
              <a:cxnLst/>
              <a:rect l="textAreaLeft" t="textAreaTop" r="textAreaRight" b="textAreaBottom"/>
              <a:pathLst>
                <a:path w="87040" h="89322">
                  <a:moveTo>
                    <a:pt x="948" y="33499"/>
                  </a:moveTo>
                  <a:cubicBezTo>
                    <a:pt x="3511" y="30244"/>
                    <a:pt x="5869" y="26784"/>
                    <a:pt x="7997" y="23196"/>
                  </a:cubicBezTo>
                  <a:cubicBezTo>
                    <a:pt x="9047" y="21351"/>
                    <a:pt x="10098" y="19531"/>
                    <a:pt x="11200" y="17711"/>
                  </a:cubicBezTo>
                  <a:cubicBezTo>
                    <a:pt x="12456" y="15558"/>
                    <a:pt x="13943" y="13533"/>
                    <a:pt x="15583" y="11662"/>
                  </a:cubicBezTo>
                  <a:cubicBezTo>
                    <a:pt x="19069" y="7818"/>
                    <a:pt x="23528" y="4999"/>
                    <a:pt x="28962" y="3204"/>
                  </a:cubicBezTo>
                  <a:cubicBezTo>
                    <a:pt x="31858" y="2282"/>
                    <a:pt x="34806" y="1615"/>
                    <a:pt x="37830" y="1180"/>
                  </a:cubicBezTo>
                  <a:cubicBezTo>
                    <a:pt x="42520" y="513"/>
                    <a:pt x="47236" y="154"/>
                    <a:pt x="51978" y="103"/>
                  </a:cubicBezTo>
                  <a:cubicBezTo>
                    <a:pt x="56335" y="1"/>
                    <a:pt x="60692" y="26"/>
                    <a:pt x="65075" y="52"/>
                  </a:cubicBezTo>
                  <a:cubicBezTo>
                    <a:pt x="68125" y="78"/>
                    <a:pt x="71200" y="257"/>
                    <a:pt x="74250" y="616"/>
                  </a:cubicBezTo>
                  <a:cubicBezTo>
                    <a:pt x="76173" y="795"/>
                    <a:pt x="78044" y="1180"/>
                    <a:pt x="79863" y="1769"/>
                  </a:cubicBezTo>
                  <a:cubicBezTo>
                    <a:pt x="82862" y="2769"/>
                    <a:pt x="84887" y="4537"/>
                    <a:pt x="85861" y="7075"/>
                  </a:cubicBezTo>
                  <a:cubicBezTo>
                    <a:pt x="86373" y="8407"/>
                    <a:pt x="86681" y="9817"/>
                    <a:pt x="86758" y="11252"/>
                  </a:cubicBezTo>
                  <a:cubicBezTo>
                    <a:pt x="87040" y="14943"/>
                    <a:pt x="86707" y="18634"/>
                    <a:pt x="86450" y="22324"/>
                  </a:cubicBezTo>
                  <a:cubicBezTo>
                    <a:pt x="86194" y="25656"/>
                    <a:pt x="85886" y="29014"/>
                    <a:pt x="85681" y="32346"/>
                  </a:cubicBezTo>
                  <a:cubicBezTo>
                    <a:pt x="85323" y="37882"/>
                    <a:pt x="85169" y="43444"/>
                    <a:pt x="85297" y="48980"/>
                  </a:cubicBezTo>
                  <a:cubicBezTo>
                    <a:pt x="85374" y="53875"/>
                    <a:pt x="85630" y="58745"/>
                    <a:pt x="85886" y="63640"/>
                  </a:cubicBezTo>
                  <a:cubicBezTo>
                    <a:pt x="86092" y="67484"/>
                    <a:pt x="86348" y="71329"/>
                    <a:pt x="86527" y="75173"/>
                  </a:cubicBezTo>
                  <a:cubicBezTo>
                    <a:pt x="86784" y="79710"/>
                    <a:pt x="86732" y="84246"/>
                    <a:pt x="86425" y="88783"/>
                  </a:cubicBezTo>
                  <a:cubicBezTo>
                    <a:pt x="86450" y="88962"/>
                    <a:pt x="86476" y="89142"/>
                    <a:pt x="86527" y="89321"/>
                  </a:cubicBezTo>
                  <a:lnTo>
                    <a:pt x="83580" y="89321"/>
                  </a:lnTo>
                  <a:cubicBezTo>
                    <a:pt x="83605" y="88886"/>
                    <a:pt x="83605" y="88450"/>
                    <a:pt x="83657" y="88014"/>
                  </a:cubicBezTo>
                  <a:cubicBezTo>
                    <a:pt x="83836" y="85810"/>
                    <a:pt x="84118" y="83580"/>
                    <a:pt x="84221" y="81376"/>
                  </a:cubicBezTo>
                  <a:cubicBezTo>
                    <a:pt x="84502" y="75814"/>
                    <a:pt x="84323" y="70278"/>
                    <a:pt x="84144" y="64742"/>
                  </a:cubicBezTo>
                  <a:cubicBezTo>
                    <a:pt x="84041" y="61385"/>
                    <a:pt x="83913" y="58053"/>
                    <a:pt x="83836" y="54695"/>
                  </a:cubicBezTo>
                  <a:cubicBezTo>
                    <a:pt x="83657" y="47083"/>
                    <a:pt x="83708" y="39471"/>
                    <a:pt x="84195" y="31859"/>
                  </a:cubicBezTo>
                  <a:cubicBezTo>
                    <a:pt x="84451" y="28296"/>
                    <a:pt x="84605" y="24734"/>
                    <a:pt x="84810" y="21171"/>
                  </a:cubicBezTo>
                  <a:cubicBezTo>
                    <a:pt x="84989" y="18557"/>
                    <a:pt x="84938" y="15968"/>
                    <a:pt x="84707" y="13380"/>
                  </a:cubicBezTo>
                  <a:cubicBezTo>
                    <a:pt x="84554" y="11842"/>
                    <a:pt x="84195" y="10355"/>
                    <a:pt x="83631" y="8946"/>
                  </a:cubicBezTo>
                  <a:cubicBezTo>
                    <a:pt x="82580" y="6562"/>
                    <a:pt x="80658" y="4845"/>
                    <a:pt x="77839" y="3820"/>
                  </a:cubicBezTo>
                  <a:cubicBezTo>
                    <a:pt x="76660" y="3410"/>
                    <a:pt x="75481" y="3076"/>
                    <a:pt x="74276" y="2846"/>
                  </a:cubicBezTo>
                  <a:cubicBezTo>
                    <a:pt x="71124" y="2282"/>
                    <a:pt x="67971" y="2000"/>
                    <a:pt x="64793" y="1974"/>
                  </a:cubicBezTo>
                  <a:cubicBezTo>
                    <a:pt x="57770" y="1769"/>
                    <a:pt x="50748" y="2051"/>
                    <a:pt x="43776" y="2871"/>
                  </a:cubicBezTo>
                  <a:cubicBezTo>
                    <a:pt x="40444" y="3230"/>
                    <a:pt x="37164" y="3871"/>
                    <a:pt x="33934" y="4768"/>
                  </a:cubicBezTo>
                  <a:cubicBezTo>
                    <a:pt x="28731" y="6229"/>
                    <a:pt x="24144" y="8484"/>
                    <a:pt x="20350" y="11765"/>
                  </a:cubicBezTo>
                  <a:cubicBezTo>
                    <a:pt x="18223" y="13636"/>
                    <a:pt x="16301" y="15763"/>
                    <a:pt x="14660" y="18095"/>
                  </a:cubicBezTo>
                  <a:cubicBezTo>
                    <a:pt x="13379" y="19864"/>
                    <a:pt x="12174" y="21684"/>
                    <a:pt x="10944" y="23478"/>
                  </a:cubicBezTo>
                  <a:cubicBezTo>
                    <a:pt x="7971" y="27912"/>
                    <a:pt x="4716" y="32141"/>
                    <a:pt x="1205" y="36165"/>
                  </a:cubicBezTo>
                  <a:cubicBezTo>
                    <a:pt x="974" y="36421"/>
                    <a:pt x="743" y="36677"/>
                    <a:pt x="513" y="36908"/>
                  </a:cubicBezTo>
                  <a:cubicBezTo>
                    <a:pt x="333" y="36985"/>
                    <a:pt x="179" y="37036"/>
                    <a:pt x="0" y="37062"/>
                  </a:cubicBezTo>
                  <a:lnTo>
                    <a:pt x="0" y="34242"/>
                  </a:lnTo>
                  <a:cubicBezTo>
                    <a:pt x="564" y="34217"/>
                    <a:pt x="692" y="33807"/>
                    <a:pt x="948" y="3349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40" name="Google Shape;242;p9"/>
            <p:cNvSpPr/>
            <p:nvPr/>
          </p:nvSpPr>
          <p:spPr>
            <a:xfrm flipH="1">
              <a:off x="7662240" y="4084200"/>
              <a:ext cx="1479960" cy="1058400"/>
            </a:xfrm>
            <a:custGeom>
              <a:avLst/>
              <a:gdLst>
                <a:gd name="textAreaLeft" fmla="*/ -360 w 1479960"/>
                <a:gd name="textAreaRight" fmla="*/ 1479960 w 1479960"/>
                <a:gd name="textAreaTop" fmla="*/ 0 h 1058400"/>
                <a:gd name="textAreaBottom" fmla="*/ 1058760 h 1058400"/>
              </a:gdLst>
              <a:ahLst/>
              <a:cxnLst/>
              <a:rect l="textAreaLeft" t="textAreaTop" r="textAreaRight" b="textAreaBottom"/>
              <a:pathLst>
                <a:path w="46083" h="36216">
                  <a:moveTo>
                    <a:pt x="11149" y="6818"/>
                  </a:moveTo>
                  <a:cubicBezTo>
                    <a:pt x="13994" y="5357"/>
                    <a:pt x="16916" y="4101"/>
                    <a:pt x="19940" y="3050"/>
                  </a:cubicBezTo>
                  <a:cubicBezTo>
                    <a:pt x="23785" y="1717"/>
                    <a:pt x="27757" y="641"/>
                    <a:pt x="31935" y="231"/>
                  </a:cubicBezTo>
                  <a:cubicBezTo>
                    <a:pt x="33806" y="0"/>
                    <a:pt x="35703" y="26"/>
                    <a:pt x="37599" y="308"/>
                  </a:cubicBezTo>
                  <a:cubicBezTo>
                    <a:pt x="40265" y="769"/>
                    <a:pt x="42315" y="1948"/>
                    <a:pt x="43725" y="3896"/>
                  </a:cubicBezTo>
                  <a:cubicBezTo>
                    <a:pt x="44314" y="4742"/>
                    <a:pt x="44776" y="5664"/>
                    <a:pt x="45109" y="6664"/>
                  </a:cubicBezTo>
                  <a:cubicBezTo>
                    <a:pt x="45622" y="8330"/>
                    <a:pt x="45929" y="10098"/>
                    <a:pt x="45980" y="11867"/>
                  </a:cubicBezTo>
                  <a:cubicBezTo>
                    <a:pt x="46083" y="14635"/>
                    <a:pt x="45929" y="17454"/>
                    <a:pt x="45468" y="20196"/>
                  </a:cubicBezTo>
                  <a:cubicBezTo>
                    <a:pt x="44904" y="23887"/>
                    <a:pt x="44109" y="27501"/>
                    <a:pt x="43110" y="31089"/>
                  </a:cubicBezTo>
                  <a:cubicBezTo>
                    <a:pt x="42725" y="32473"/>
                    <a:pt x="42341" y="33832"/>
                    <a:pt x="41982" y="35216"/>
                  </a:cubicBezTo>
                  <a:cubicBezTo>
                    <a:pt x="41905" y="35523"/>
                    <a:pt x="41649" y="35856"/>
                    <a:pt x="41905" y="36215"/>
                  </a:cubicBezTo>
                  <a:lnTo>
                    <a:pt x="38701" y="36215"/>
                  </a:lnTo>
                  <a:cubicBezTo>
                    <a:pt x="38804" y="35600"/>
                    <a:pt x="38881" y="34959"/>
                    <a:pt x="39009" y="34370"/>
                  </a:cubicBezTo>
                  <a:cubicBezTo>
                    <a:pt x="39752" y="31140"/>
                    <a:pt x="40444" y="27885"/>
                    <a:pt x="40880" y="24630"/>
                  </a:cubicBezTo>
                  <a:cubicBezTo>
                    <a:pt x="41264" y="21683"/>
                    <a:pt x="41495" y="18710"/>
                    <a:pt x="41188" y="15737"/>
                  </a:cubicBezTo>
                  <a:cubicBezTo>
                    <a:pt x="41085" y="14276"/>
                    <a:pt x="40777" y="12866"/>
                    <a:pt x="40291" y="11508"/>
                  </a:cubicBezTo>
                  <a:cubicBezTo>
                    <a:pt x="40009" y="10790"/>
                    <a:pt x="39650" y="10098"/>
                    <a:pt x="39240" y="9432"/>
                  </a:cubicBezTo>
                  <a:cubicBezTo>
                    <a:pt x="37779" y="7074"/>
                    <a:pt x="35395" y="5690"/>
                    <a:pt x="32268" y="5203"/>
                  </a:cubicBezTo>
                  <a:cubicBezTo>
                    <a:pt x="30423" y="4947"/>
                    <a:pt x="28552" y="4921"/>
                    <a:pt x="26707" y="5126"/>
                  </a:cubicBezTo>
                  <a:cubicBezTo>
                    <a:pt x="22554" y="5562"/>
                    <a:pt x="18505" y="6664"/>
                    <a:pt x="14660" y="8330"/>
                  </a:cubicBezTo>
                  <a:cubicBezTo>
                    <a:pt x="10944" y="9919"/>
                    <a:pt x="7356" y="11790"/>
                    <a:pt x="3896" y="13917"/>
                  </a:cubicBezTo>
                  <a:cubicBezTo>
                    <a:pt x="2896" y="14532"/>
                    <a:pt x="1922" y="15173"/>
                    <a:pt x="923" y="15788"/>
                  </a:cubicBezTo>
                  <a:cubicBezTo>
                    <a:pt x="666" y="16019"/>
                    <a:pt x="333" y="16121"/>
                    <a:pt x="0" y="16121"/>
                  </a:cubicBezTo>
                  <a:lnTo>
                    <a:pt x="0" y="13123"/>
                  </a:lnTo>
                  <a:cubicBezTo>
                    <a:pt x="513" y="13123"/>
                    <a:pt x="820" y="12815"/>
                    <a:pt x="1179" y="12584"/>
                  </a:cubicBezTo>
                  <a:cubicBezTo>
                    <a:pt x="4383" y="10508"/>
                    <a:pt x="7689" y="8586"/>
                    <a:pt x="11149" y="6818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41" name="Google Shape;243;p9"/>
            <p:cNvSpPr/>
            <p:nvPr/>
          </p:nvSpPr>
          <p:spPr>
            <a:xfrm flipH="1">
              <a:off x="6502320" y="0"/>
              <a:ext cx="2639880" cy="1050840"/>
            </a:xfrm>
            <a:custGeom>
              <a:avLst/>
              <a:gdLst>
                <a:gd name="textAreaLeft" fmla="*/ -360 w 2639880"/>
                <a:gd name="textAreaRight" fmla="*/ 2639880 w 2639880"/>
                <a:gd name="textAreaTop" fmla="*/ 0 h 1050840"/>
                <a:gd name="textAreaBottom" fmla="*/ 1051200 h 1050840"/>
              </a:gdLst>
              <a:ahLst/>
              <a:cxnLst/>
              <a:rect l="textAreaLeft" t="textAreaTop" r="textAreaRight" b="textAreaBottom"/>
              <a:pathLst>
                <a:path w="82196" h="35959">
                  <a:moveTo>
                    <a:pt x="74737" y="6049"/>
                  </a:moveTo>
                  <a:cubicBezTo>
                    <a:pt x="72918" y="7766"/>
                    <a:pt x="71431" y="9791"/>
                    <a:pt x="70355" y="12046"/>
                  </a:cubicBezTo>
                  <a:cubicBezTo>
                    <a:pt x="69663" y="13558"/>
                    <a:pt x="69047" y="15096"/>
                    <a:pt x="68535" y="16685"/>
                  </a:cubicBezTo>
                  <a:cubicBezTo>
                    <a:pt x="67612" y="19402"/>
                    <a:pt x="66715" y="22144"/>
                    <a:pt x="65587" y="24784"/>
                  </a:cubicBezTo>
                  <a:cubicBezTo>
                    <a:pt x="64742" y="26809"/>
                    <a:pt x="63716" y="28782"/>
                    <a:pt x="62486" y="30628"/>
                  </a:cubicBezTo>
                  <a:cubicBezTo>
                    <a:pt x="61692" y="31832"/>
                    <a:pt x="60718" y="32935"/>
                    <a:pt x="59616" y="33857"/>
                  </a:cubicBezTo>
                  <a:cubicBezTo>
                    <a:pt x="57924" y="35216"/>
                    <a:pt x="55848" y="35959"/>
                    <a:pt x="53695" y="35933"/>
                  </a:cubicBezTo>
                  <a:cubicBezTo>
                    <a:pt x="51773" y="35933"/>
                    <a:pt x="49851" y="35626"/>
                    <a:pt x="48005" y="35087"/>
                  </a:cubicBezTo>
                  <a:cubicBezTo>
                    <a:pt x="45750" y="34395"/>
                    <a:pt x="43546" y="33575"/>
                    <a:pt x="41393" y="32576"/>
                  </a:cubicBezTo>
                  <a:cubicBezTo>
                    <a:pt x="37933" y="31012"/>
                    <a:pt x="34575" y="29295"/>
                    <a:pt x="31243" y="27552"/>
                  </a:cubicBezTo>
                  <a:cubicBezTo>
                    <a:pt x="24682" y="24169"/>
                    <a:pt x="18095" y="20786"/>
                    <a:pt x="11405" y="17582"/>
                  </a:cubicBezTo>
                  <a:cubicBezTo>
                    <a:pt x="8022" y="15993"/>
                    <a:pt x="4639" y="14378"/>
                    <a:pt x="1256" y="12789"/>
                  </a:cubicBezTo>
                  <a:cubicBezTo>
                    <a:pt x="871" y="12610"/>
                    <a:pt x="513" y="12354"/>
                    <a:pt x="0" y="12405"/>
                  </a:cubicBezTo>
                  <a:lnTo>
                    <a:pt x="0" y="11277"/>
                  </a:lnTo>
                  <a:cubicBezTo>
                    <a:pt x="179" y="11252"/>
                    <a:pt x="359" y="11252"/>
                    <a:pt x="538" y="11277"/>
                  </a:cubicBezTo>
                  <a:cubicBezTo>
                    <a:pt x="897" y="11405"/>
                    <a:pt x="1205" y="11559"/>
                    <a:pt x="1538" y="11713"/>
                  </a:cubicBezTo>
                  <a:cubicBezTo>
                    <a:pt x="11072" y="16044"/>
                    <a:pt x="20504" y="20504"/>
                    <a:pt x="29885" y="25092"/>
                  </a:cubicBezTo>
                  <a:cubicBezTo>
                    <a:pt x="33370" y="26809"/>
                    <a:pt x="36882" y="28475"/>
                    <a:pt x="40521" y="29961"/>
                  </a:cubicBezTo>
                  <a:cubicBezTo>
                    <a:pt x="42315" y="30705"/>
                    <a:pt x="44186" y="31345"/>
                    <a:pt x="46083" y="31884"/>
                  </a:cubicBezTo>
                  <a:cubicBezTo>
                    <a:pt x="47749" y="32345"/>
                    <a:pt x="49466" y="32576"/>
                    <a:pt x="51209" y="32550"/>
                  </a:cubicBezTo>
                  <a:cubicBezTo>
                    <a:pt x="53131" y="32550"/>
                    <a:pt x="55002" y="31909"/>
                    <a:pt x="56514" y="30730"/>
                  </a:cubicBezTo>
                  <a:cubicBezTo>
                    <a:pt x="57437" y="29987"/>
                    <a:pt x="58232" y="29167"/>
                    <a:pt x="58949" y="28244"/>
                  </a:cubicBezTo>
                  <a:cubicBezTo>
                    <a:pt x="59821" y="27117"/>
                    <a:pt x="60590" y="25938"/>
                    <a:pt x="61256" y="24682"/>
                  </a:cubicBezTo>
                  <a:cubicBezTo>
                    <a:pt x="62384" y="22580"/>
                    <a:pt x="63358" y="20401"/>
                    <a:pt x="64229" y="18197"/>
                  </a:cubicBezTo>
                  <a:cubicBezTo>
                    <a:pt x="65049" y="16147"/>
                    <a:pt x="65844" y="14096"/>
                    <a:pt x="66715" y="12046"/>
                  </a:cubicBezTo>
                  <a:cubicBezTo>
                    <a:pt x="67792" y="9560"/>
                    <a:pt x="69355" y="7279"/>
                    <a:pt x="71329" y="5408"/>
                  </a:cubicBezTo>
                  <a:cubicBezTo>
                    <a:pt x="72764" y="4075"/>
                    <a:pt x="74302" y="2871"/>
                    <a:pt x="75942" y="1794"/>
                  </a:cubicBezTo>
                  <a:cubicBezTo>
                    <a:pt x="76813" y="1205"/>
                    <a:pt x="77685" y="589"/>
                    <a:pt x="78556" y="0"/>
                  </a:cubicBezTo>
                  <a:lnTo>
                    <a:pt x="82196" y="0"/>
                  </a:lnTo>
                  <a:cubicBezTo>
                    <a:pt x="81273" y="692"/>
                    <a:pt x="80376" y="1410"/>
                    <a:pt x="79453" y="2102"/>
                  </a:cubicBezTo>
                  <a:cubicBezTo>
                    <a:pt x="77813" y="3332"/>
                    <a:pt x="76224" y="4639"/>
                    <a:pt x="74737" y="604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42" name="Google Shape;244;p9"/>
            <p:cNvSpPr/>
            <p:nvPr/>
          </p:nvSpPr>
          <p:spPr>
            <a:xfrm flipH="1">
              <a:off x="2026080" y="0"/>
              <a:ext cx="1460880" cy="649080"/>
            </a:xfrm>
            <a:custGeom>
              <a:avLst/>
              <a:gdLst>
                <a:gd name="textAreaLeft" fmla="*/ 360 w 1460880"/>
                <a:gd name="textAreaRight" fmla="*/ 1461600 w 1460880"/>
                <a:gd name="textAreaTop" fmla="*/ 0 h 649080"/>
                <a:gd name="textAreaBottom" fmla="*/ 649440 h 649080"/>
              </a:gdLst>
              <a:ahLst/>
              <a:cxnLst/>
              <a:rect l="textAreaLeft" t="textAreaTop" r="textAreaRight" b="textAreaBottom"/>
              <a:pathLst>
                <a:path w="45495" h="22222">
                  <a:moveTo>
                    <a:pt x="39240" y="3024"/>
                  </a:moveTo>
                  <a:cubicBezTo>
                    <a:pt x="32192" y="6356"/>
                    <a:pt x="25528" y="10406"/>
                    <a:pt x="19377" y="15173"/>
                  </a:cubicBezTo>
                  <a:cubicBezTo>
                    <a:pt x="18173" y="16096"/>
                    <a:pt x="16968" y="17018"/>
                    <a:pt x="15738" y="17890"/>
                  </a:cubicBezTo>
                  <a:cubicBezTo>
                    <a:pt x="14482" y="18761"/>
                    <a:pt x="13277" y="19556"/>
                    <a:pt x="11996" y="20325"/>
                  </a:cubicBezTo>
                  <a:cubicBezTo>
                    <a:pt x="11150" y="20837"/>
                    <a:pt x="10253" y="21247"/>
                    <a:pt x="9305" y="21555"/>
                  </a:cubicBezTo>
                  <a:cubicBezTo>
                    <a:pt x="7228" y="22221"/>
                    <a:pt x="5357" y="21914"/>
                    <a:pt x="3743" y="20658"/>
                  </a:cubicBezTo>
                  <a:cubicBezTo>
                    <a:pt x="2923" y="19991"/>
                    <a:pt x="2231" y="19197"/>
                    <a:pt x="1744" y="18274"/>
                  </a:cubicBezTo>
                  <a:cubicBezTo>
                    <a:pt x="1077" y="16993"/>
                    <a:pt x="616" y="15634"/>
                    <a:pt x="411" y="14199"/>
                  </a:cubicBezTo>
                  <a:cubicBezTo>
                    <a:pt x="26" y="11508"/>
                    <a:pt x="1" y="8765"/>
                    <a:pt x="334" y="6049"/>
                  </a:cubicBezTo>
                  <a:cubicBezTo>
                    <a:pt x="539" y="4050"/>
                    <a:pt x="821" y="2025"/>
                    <a:pt x="1103" y="0"/>
                  </a:cubicBezTo>
                  <a:lnTo>
                    <a:pt x="3589" y="0"/>
                  </a:lnTo>
                  <a:cubicBezTo>
                    <a:pt x="3486" y="897"/>
                    <a:pt x="3384" y="1820"/>
                    <a:pt x="3307" y="2717"/>
                  </a:cubicBezTo>
                  <a:cubicBezTo>
                    <a:pt x="3025" y="5075"/>
                    <a:pt x="2846" y="7458"/>
                    <a:pt x="3128" y="9842"/>
                  </a:cubicBezTo>
                  <a:cubicBezTo>
                    <a:pt x="3256" y="11021"/>
                    <a:pt x="3563" y="12200"/>
                    <a:pt x="4025" y="13302"/>
                  </a:cubicBezTo>
                  <a:cubicBezTo>
                    <a:pt x="4332" y="14045"/>
                    <a:pt x="4742" y="14712"/>
                    <a:pt x="5281" y="15301"/>
                  </a:cubicBezTo>
                  <a:cubicBezTo>
                    <a:pt x="5768" y="15839"/>
                    <a:pt x="6383" y="16275"/>
                    <a:pt x="7075" y="16557"/>
                  </a:cubicBezTo>
                  <a:cubicBezTo>
                    <a:pt x="8074" y="16941"/>
                    <a:pt x="9176" y="16967"/>
                    <a:pt x="10176" y="16634"/>
                  </a:cubicBezTo>
                  <a:cubicBezTo>
                    <a:pt x="10996" y="16378"/>
                    <a:pt x="11765" y="16070"/>
                    <a:pt x="12508" y="15686"/>
                  </a:cubicBezTo>
                  <a:cubicBezTo>
                    <a:pt x="13636" y="15070"/>
                    <a:pt x="14764" y="14404"/>
                    <a:pt x="15815" y="13686"/>
                  </a:cubicBezTo>
                  <a:cubicBezTo>
                    <a:pt x="17737" y="12405"/>
                    <a:pt x="19582" y="11072"/>
                    <a:pt x="21453" y="9739"/>
                  </a:cubicBezTo>
                  <a:cubicBezTo>
                    <a:pt x="26630" y="6049"/>
                    <a:pt x="32167" y="2896"/>
                    <a:pt x="37985" y="359"/>
                  </a:cubicBezTo>
                  <a:cubicBezTo>
                    <a:pt x="38241" y="256"/>
                    <a:pt x="38446" y="128"/>
                    <a:pt x="38651" y="0"/>
                  </a:cubicBezTo>
                  <a:lnTo>
                    <a:pt x="45494" y="0"/>
                  </a:lnTo>
                  <a:cubicBezTo>
                    <a:pt x="45264" y="154"/>
                    <a:pt x="45007" y="308"/>
                    <a:pt x="44777" y="436"/>
                  </a:cubicBezTo>
                  <a:cubicBezTo>
                    <a:pt x="42931" y="1307"/>
                    <a:pt x="41060" y="2153"/>
                    <a:pt x="39240" y="3024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43" name="Google Shape;245;p9"/>
            <p:cNvSpPr/>
            <p:nvPr/>
          </p:nvSpPr>
          <p:spPr>
            <a:xfrm flipH="1">
              <a:off x="7418160" y="3830040"/>
              <a:ext cx="1724400" cy="1312200"/>
            </a:xfrm>
            <a:custGeom>
              <a:avLst/>
              <a:gdLst>
                <a:gd name="textAreaLeft" fmla="*/ 360 w 1724400"/>
                <a:gd name="textAreaRight" fmla="*/ 1725120 w 1724400"/>
                <a:gd name="textAreaTop" fmla="*/ 0 h 1312200"/>
                <a:gd name="textAreaBottom" fmla="*/ 1312560 h 1312200"/>
              </a:gdLst>
              <a:ahLst/>
              <a:cxnLst/>
              <a:rect l="textAreaLeft" t="textAreaTop" r="textAreaRight" b="textAreaBottom"/>
              <a:pathLst>
                <a:path w="53696" h="44905">
                  <a:moveTo>
                    <a:pt x="5024" y="14199"/>
                  </a:moveTo>
                  <a:cubicBezTo>
                    <a:pt x="12456" y="9766"/>
                    <a:pt x="20350" y="6100"/>
                    <a:pt x="28552" y="3281"/>
                  </a:cubicBezTo>
                  <a:cubicBezTo>
                    <a:pt x="31602" y="2179"/>
                    <a:pt x="34729" y="1308"/>
                    <a:pt x="37907" y="667"/>
                  </a:cubicBezTo>
                  <a:cubicBezTo>
                    <a:pt x="40085" y="180"/>
                    <a:pt x="42315" y="0"/>
                    <a:pt x="44545" y="129"/>
                  </a:cubicBezTo>
                  <a:cubicBezTo>
                    <a:pt x="47621" y="359"/>
                    <a:pt x="49902" y="1590"/>
                    <a:pt x="51363" y="3845"/>
                  </a:cubicBezTo>
                  <a:cubicBezTo>
                    <a:pt x="52003" y="4819"/>
                    <a:pt x="52516" y="5921"/>
                    <a:pt x="52824" y="7074"/>
                  </a:cubicBezTo>
                  <a:cubicBezTo>
                    <a:pt x="53413" y="9150"/>
                    <a:pt x="53695" y="11329"/>
                    <a:pt x="53669" y="13482"/>
                  </a:cubicBezTo>
                  <a:cubicBezTo>
                    <a:pt x="53695" y="16250"/>
                    <a:pt x="53464" y="18992"/>
                    <a:pt x="53003" y="21735"/>
                  </a:cubicBezTo>
                  <a:cubicBezTo>
                    <a:pt x="52414" y="25297"/>
                    <a:pt x="51619" y="28834"/>
                    <a:pt x="50645" y="32346"/>
                  </a:cubicBezTo>
                  <a:cubicBezTo>
                    <a:pt x="49620" y="36216"/>
                    <a:pt x="48390" y="40060"/>
                    <a:pt x="47134" y="43879"/>
                  </a:cubicBezTo>
                  <a:cubicBezTo>
                    <a:pt x="47031" y="44212"/>
                    <a:pt x="46980" y="44545"/>
                    <a:pt x="46929" y="44904"/>
                  </a:cubicBezTo>
                  <a:lnTo>
                    <a:pt x="45314" y="44904"/>
                  </a:lnTo>
                  <a:cubicBezTo>
                    <a:pt x="45314" y="44648"/>
                    <a:pt x="45340" y="44392"/>
                    <a:pt x="45391" y="44161"/>
                  </a:cubicBezTo>
                  <a:cubicBezTo>
                    <a:pt x="45545" y="43648"/>
                    <a:pt x="45724" y="43136"/>
                    <a:pt x="45904" y="42623"/>
                  </a:cubicBezTo>
                  <a:cubicBezTo>
                    <a:pt x="48082" y="35780"/>
                    <a:pt x="50004" y="28885"/>
                    <a:pt x="50901" y="21837"/>
                  </a:cubicBezTo>
                  <a:cubicBezTo>
                    <a:pt x="51260" y="19223"/>
                    <a:pt x="51337" y="16583"/>
                    <a:pt x="51183" y="13969"/>
                  </a:cubicBezTo>
                  <a:cubicBezTo>
                    <a:pt x="51106" y="12636"/>
                    <a:pt x="50876" y="11329"/>
                    <a:pt x="50543" y="10047"/>
                  </a:cubicBezTo>
                  <a:cubicBezTo>
                    <a:pt x="50184" y="8715"/>
                    <a:pt x="49594" y="7433"/>
                    <a:pt x="48774" y="6305"/>
                  </a:cubicBezTo>
                  <a:cubicBezTo>
                    <a:pt x="47493" y="4588"/>
                    <a:pt x="45673" y="3512"/>
                    <a:pt x="43264" y="3102"/>
                  </a:cubicBezTo>
                  <a:cubicBezTo>
                    <a:pt x="41470" y="2845"/>
                    <a:pt x="39624" y="2820"/>
                    <a:pt x="37830" y="3076"/>
                  </a:cubicBezTo>
                  <a:cubicBezTo>
                    <a:pt x="35805" y="3307"/>
                    <a:pt x="33806" y="3691"/>
                    <a:pt x="31858" y="4204"/>
                  </a:cubicBezTo>
                  <a:cubicBezTo>
                    <a:pt x="25989" y="5742"/>
                    <a:pt x="20299" y="7818"/>
                    <a:pt x="14814" y="10406"/>
                  </a:cubicBezTo>
                  <a:cubicBezTo>
                    <a:pt x="10175" y="12636"/>
                    <a:pt x="5664" y="15122"/>
                    <a:pt x="1333" y="17890"/>
                  </a:cubicBezTo>
                  <a:cubicBezTo>
                    <a:pt x="923" y="18147"/>
                    <a:pt x="436" y="18352"/>
                    <a:pt x="0" y="18608"/>
                  </a:cubicBezTo>
                  <a:lnTo>
                    <a:pt x="0" y="17096"/>
                  </a:lnTo>
                  <a:cubicBezTo>
                    <a:pt x="384" y="17019"/>
                    <a:pt x="769" y="16839"/>
                    <a:pt x="1076" y="16609"/>
                  </a:cubicBezTo>
                  <a:cubicBezTo>
                    <a:pt x="2384" y="15814"/>
                    <a:pt x="3691" y="14994"/>
                    <a:pt x="5024" y="1419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44" name="Google Shape;246;p9"/>
            <p:cNvSpPr/>
            <p:nvPr/>
          </p:nvSpPr>
          <p:spPr>
            <a:xfrm flipH="1">
              <a:off x="0" y="983880"/>
              <a:ext cx="301680" cy="823680"/>
            </a:xfrm>
            <a:custGeom>
              <a:avLst/>
              <a:gdLst>
                <a:gd name="textAreaLeft" fmla="*/ 360 w 301680"/>
                <a:gd name="textAreaRight" fmla="*/ 302400 w 301680"/>
                <a:gd name="textAreaTop" fmla="*/ 0 h 823680"/>
                <a:gd name="textAreaBottom" fmla="*/ 824040 h 823680"/>
              </a:gdLst>
              <a:ahLst/>
              <a:cxnLst/>
              <a:rect l="textAreaLeft" t="textAreaTop" r="textAreaRight" b="textAreaBottom"/>
              <a:pathLst>
                <a:path w="9407" h="28194">
                  <a:moveTo>
                    <a:pt x="4050" y="24579"/>
                  </a:moveTo>
                  <a:cubicBezTo>
                    <a:pt x="1462" y="22273"/>
                    <a:pt x="129" y="19556"/>
                    <a:pt x="26" y="16429"/>
                  </a:cubicBezTo>
                  <a:cubicBezTo>
                    <a:pt x="1" y="14481"/>
                    <a:pt x="359" y="12533"/>
                    <a:pt x="1103" y="10714"/>
                  </a:cubicBezTo>
                  <a:cubicBezTo>
                    <a:pt x="2743" y="6536"/>
                    <a:pt x="5639" y="3025"/>
                    <a:pt x="9407" y="0"/>
                  </a:cubicBezTo>
                  <a:lnTo>
                    <a:pt x="9407" y="7125"/>
                  </a:lnTo>
                  <a:cubicBezTo>
                    <a:pt x="9356" y="7177"/>
                    <a:pt x="9279" y="7202"/>
                    <a:pt x="9228" y="7253"/>
                  </a:cubicBezTo>
                  <a:cubicBezTo>
                    <a:pt x="7741" y="9842"/>
                    <a:pt x="7126" y="12559"/>
                    <a:pt x="7792" y="15429"/>
                  </a:cubicBezTo>
                  <a:cubicBezTo>
                    <a:pt x="8074" y="16660"/>
                    <a:pt x="8612" y="17813"/>
                    <a:pt x="9407" y="18787"/>
                  </a:cubicBezTo>
                  <a:lnTo>
                    <a:pt x="9407" y="28193"/>
                  </a:lnTo>
                  <a:lnTo>
                    <a:pt x="8100" y="27424"/>
                  </a:lnTo>
                  <a:cubicBezTo>
                    <a:pt x="6639" y="26630"/>
                    <a:pt x="5280" y="25681"/>
                    <a:pt x="4050" y="24579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45" name="Google Shape;247;p9"/>
            <p:cNvSpPr/>
            <p:nvPr/>
          </p:nvSpPr>
          <p:spPr>
            <a:xfrm flipH="1">
              <a:off x="6772320" y="0"/>
              <a:ext cx="2369880" cy="829800"/>
            </a:xfrm>
            <a:custGeom>
              <a:avLst/>
              <a:gdLst>
                <a:gd name="textAreaLeft" fmla="*/ -360 w 2369880"/>
                <a:gd name="textAreaRight" fmla="*/ 2369880 w 2369880"/>
                <a:gd name="textAreaTop" fmla="*/ 0 h 829800"/>
                <a:gd name="textAreaBottom" fmla="*/ 830160 h 829800"/>
              </a:gdLst>
              <a:ahLst/>
              <a:cxnLst/>
              <a:rect l="textAreaLeft" t="textAreaTop" r="textAreaRight" b="textAreaBottom"/>
              <a:pathLst>
                <a:path w="73790" h="28399">
                  <a:moveTo>
                    <a:pt x="63076" y="10355"/>
                  </a:moveTo>
                  <a:cubicBezTo>
                    <a:pt x="62537" y="11405"/>
                    <a:pt x="61999" y="12482"/>
                    <a:pt x="61461" y="13558"/>
                  </a:cubicBezTo>
                  <a:cubicBezTo>
                    <a:pt x="60308" y="16044"/>
                    <a:pt x="59000" y="18479"/>
                    <a:pt x="57591" y="20863"/>
                  </a:cubicBezTo>
                  <a:cubicBezTo>
                    <a:pt x="56745" y="22247"/>
                    <a:pt x="55771" y="23554"/>
                    <a:pt x="54669" y="24784"/>
                  </a:cubicBezTo>
                  <a:cubicBezTo>
                    <a:pt x="53900" y="25630"/>
                    <a:pt x="53029" y="26373"/>
                    <a:pt x="52080" y="26988"/>
                  </a:cubicBezTo>
                  <a:cubicBezTo>
                    <a:pt x="51004" y="27680"/>
                    <a:pt x="49799" y="28090"/>
                    <a:pt x="48543" y="28244"/>
                  </a:cubicBezTo>
                  <a:cubicBezTo>
                    <a:pt x="47211" y="28398"/>
                    <a:pt x="45878" y="28347"/>
                    <a:pt x="44596" y="28090"/>
                  </a:cubicBezTo>
                  <a:cubicBezTo>
                    <a:pt x="42674" y="27757"/>
                    <a:pt x="40803" y="27245"/>
                    <a:pt x="38983" y="26604"/>
                  </a:cubicBezTo>
                  <a:cubicBezTo>
                    <a:pt x="35780" y="25502"/>
                    <a:pt x="32730" y="24195"/>
                    <a:pt x="29705" y="22836"/>
                  </a:cubicBezTo>
                  <a:cubicBezTo>
                    <a:pt x="24169" y="20401"/>
                    <a:pt x="18684" y="17941"/>
                    <a:pt x="13174" y="15481"/>
                  </a:cubicBezTo>
                  <a:cubicBezTo>
                    <a:pt x="9201" y="13686"/>
                    <a:pt x="5229" y="11944"/>
                    <a:pt x="1256" y="10175"/>
                  </a:cubicBezTo>
                  <a:cubicBezTo>
                    <a:pt x="871" y="9996"/>
                    <a:pt x="487" y="9739"/>
                    <a:pt x="0" y="9765"/>
                  </a:cubicBezTo>
                  <a:lnTo>
                    <a:pt x="0" y="9022"/>
                  </a:lnTo>
                  <a:cubicBezTo>
                    <a:pt x="461" y="9176"/>
                    <a:pt x="923" y="9329"/>
                    <a:pt x="1358" y="9509"/>
                  </a:cubicBezTo>
                  <a:cubicBezTo>
                    <a:pt x="9252" y="12943"/>
                    <a:pt x="17172" y="16378"/>
                    <a:pt x="25066" y="19838"/>
                  </a:cubicBezTo>
                  <a:cubicBezTo>
                    <a:pt x="28475" y="21299"/>
                    <a:pt x="31884" y="22708"/>
                    <a:pt x="35395" y="23990"/>
                  </a:cubicBezTo>
                  <a:cubicBezTo>
                    <a:pt x="37215" y="24656"/>
                    <a:pt x="39060" y="25194"/>
                    <a:pt x="40931" y="25656"/>
                  </a:cubicBezTo>
                  <a:cubicBezTo>
                    <a:pt x="42443" y="26014"/>
                    <a:pt x="43981" y="26194"/>
                    <a:pt x="45545" y="26168"/>
                  </a:cubicBezTo>
                  <a:cubicBezTo>
                    <a:pt x="47082" y="26168"/>
                    <a:pt x="48569" y="25758"/>
                    <a:pt x="49902" y="24989"/>
                  </a:cubicBezTo>
                  <a:cubicBezTo>
                    <a:pt x="50927" y="24374"/>
                    <a:pt x="51850" y="23656"/>
                    <a:pt x="52695" y="22811"/>
                  </a:cubicBezTo>
                  <a:cubicBezTo>
                    <a:pt x="53746" y="21734"/>
                    <a:pt x="54695" y="20555"/>
                    <a:pt x="55540" y="19299"/>
                  </a:cubicBezTo>
                  <a:cubicBezTo>
                    <a:pt x="56950" y="17198"/>
                    <a:pt x="58257" y="15045"/>
                    <a:pt x="59436" y="12815"/>
                  </a:cubicBezTo>
                  <a:cubicBezTo>
                    <a:pt x="60103" y="11585"/>
                    <a:pt x="60769" y="10355"/>
                    <a:pt x="61461" y="9150"/>
                  </a:cubicBezTo>
                  <a:cubicBezTo>
                    <a:pt x="62409" y="7510"/>
                    <a:pt x="63588" y="5997"/>
                    <a:pt x="64947" y="4665"/>
                  </a:cubicBezTo>
                  <a:cubicBezTo>
                    <a:pt x="66587" y="3076"/>
                    <a:pt x="68432" y="1717"/>
                    <a:pt x="70432" y="589"/>
                  </a:cubicBezTo>
                  <a:cubicBezTo>
                    <a:pt x="70739" y="410"/>
                    <a:pt x="70995" y="205"/>
                    <a:pt x="71277" y="0"/>
                  </a:cubicBezTo>
                  <a:lnTo>
                    <a:pt x="73789" y="0"/>
                  </a:lnTo>
                  <a:cubicBezTo>
                    <a:pt x="73123" y="410"/>
                    <a:pt x="72482" y="846"/>
                    <a:pt x="71790" y="1256"/>
                  </a:cubicBezTo>
                  <a:cubicBezTo>
                    <a:pt x="67869" y="3614"/>
                    <a:pt x="64947" y="6638"/>
                    <a:pt x="63076" y="1035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646" name="Google Shape;248;p9"/>
            <p:cNvSpPr/>
            <p:nvPr/>
          </p:nvSpPr>
          <p:spPr>
            <a:xfrm flipH="1">
              <a:off x="2507760" y="0"/>
              <a:ext cx="762840" cy="307440"/>
            </a:xfrm>
            <a:custGeom>
              <a:avLst/>
              <a:gdLst>
                <a:gd name="textAreaLeft" fmla="*/ -360 w 762840"/>
                <a:gd name="textAreaRight" fmla="*/ 762840 w 762840"/>
                <a:gd name="textAreaTop" fmla="*/ 0 h 307440"/>
                <a:gd name="textAreaBottom" fmla="*/ 307800 h 307440"/>
              </a:gdLst>
              <a:ahLst/>
              <a:cxnLst/>
              <a:rect l="textAreaLeft" t="textAreaTop" r="textAreaRight" b="textAreaBottom"/>
              <a:pathLst>
                <a:path w="23760" h="10534">
                  <a:moveTo>
                    <a:pt x="13944" y="5895"/>
                  </a:moveTo>
                  <a:cubicBezTo>
                    <a:pt x="12534" y="6792"/>
                    <a:pt x="11099" y="7663"/>
                    <a:pt x="9663" y="8509"/>
                  </a:cubicBezTo>
                  <a:cubicBezTo>
                    <a:pt x="8895" y="8945"/>
                    <a:pt x="8126" y="9329"/>
                    <a:pt x="7331" y="9688"/>
                  </a:cubicBezTo>
                  <a:cubicBezTo>
                    <a:pt x="6742" y="9919"/>
                    <a:pt x="6152" y="10124"/>
                    <a:pt x="5537" y="10252"/>
                  </a:cubicBezTo>
                  <a:cubicBezTo>
                    <a:pt x="4153" y="10534"/>
                    <a:pt x="2974" y="10226"/>
                    <a:pt x="2077" y="9329"/>
                  </a:cubicBezTo>
                  <a:cubicBezTo>
                    <a:pt x="1692" y="8919"/>
                    <a:pt x="1359" y="8458"/>
                    <a:pt x="1077" y="7971"/>
                  </a:cubicBezTo>
                  <a:cubicBezTo>
                    <a:pt x="667" y="7176"/>
                    <a:pt x="411" y="6305"/>
                    <a:pt x="283" y="5434"/>
                  </a:cubicBezTo>
                  <a:cubicBezTo>
                    <a:pt x="78" y="3947"/>
                    <a:pt x="1" y="2435"/>
                    <a:pt x="129" y="948"/>
                  </a:cubicBezTo>
                  <a:cubicBezTo>
                    <a:pt x="129" y="615"/>
                    <a:pt x="78" y="333"/>
                    <a:pt x="78" y="26"/>
                  </a:cubicBezTo>
                  <a:lnTo>
                    <a:pt x="2128" y="26"/>
                  </a:lnTo>
                  <a:cubicBezTo>
                    <a:pt x="2077" y="1025"/>
                    <a:pt x="2179" y="1999"/>
                    <a:pt x="2384" y="2973"/>
                  </a:cubicBezTo>
                  <a:cubicBezTo>
                    <a:pt x="2538" y="3870"/>
                    <a:pt x="2871" y="4716"/>
                    <a:pt x="3384" y="5459"/>
                  </a:cubicBezTo>
                  <a:cubicBezTo>
                    <a:pt x="4358" y="6792"/>
                    <a:pt x="5742" y="7279"/>
                    <a:pt x="7536" y="6818"/>
                  </a:cubicBezTo>
                  <a:cubicBezTo>
                    <a:pt x="8356" y="6613"/>
                    <a:pt x="9151" y="6305"/>
                    <a:pt x="9894" y="5946"/>
                  </a:cubicBezTo>
                  <a:cubicBezTo>
                    <a:pt x="11047" y="5408"/>
                    <a:pt x="12150" y="4793"/>
                    <a:pt x="13252" y="4178"/>
                  </a:cubicBezTo>
                  <a:cubicBezTo>
                    <a:pt x="15533" y="2896"/>
                    <a:pt x="17763" y="1563"/>
                    <a:pt x="20018" y="256"/>
                  </a:cubicBezTo>
                  <a:cubicBezTo>
                    <a:pt x="20146" y="179"/>
                    <a:pt x="20249" y="103"/>
                    <a:pt x="20351" y="0"/>
                  </a:cubicBezTo>
                  <a:lnTo>
                    <a:pt x="23760" y="0"/>
                  </a:lnTo>
                  <a:cubicBezTo>
                    <a:pt x="23581" y="154"/>
                    <a:pt x="23376" y="308"/>
                    <a:pt x="23171" y="436"/>
                  </a:cubicBezTo>
                  <a:cubicBezTo>
                    <a:pt x="19967" y="2127"/>
                    <a:pt x="16968" y="3998"/>
                    <a:pt x="13944" y="5895"/>
                  </a:cubicBezTo>
                  <a:close/>
                </a:path>
              </a:pathLst>
            </a:custGeom>
            <a:gradFill rotWithShape="0">
              <a:gsLst>
                <a:gs pos="0">
                  <a:srgbClr val="D2DAFF"/>
                </a:gs>
                <a:gs pos="50000">
                  <a:srgbClr val="AAC4FF"/>
                </a:gs>
                <a:gs pos="100000">
                  <a:srgbClr val="B1B2FF"/>
                </a:gs>
              </a:gsLst>
              <a:lin ang="5394000"/>
            </a:gra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sp>
        <p:nvSpPr>
          <p:cNvPr id="647" name="Google Shape;249;p9"/>
          <p:cNvSpPr/>
          <p:nvPr/>
        </p:nvSpPr>
        <p:spPr>
          <a:xfrm>
            <a:off x="1052640" y="1057320"/>
            <a:ext cx="7038360" cy="3028680"/>
          </a:xfrm>
          <a:prstGeom prst="roundRect">
            <a:avLst>
              <a:gd name="adj" fmla="val 10431"/>
            </a:avLst>
          </a:prstGeom>
          <a:solidFill>
            <a:schemeClr val="accent6"/>
          </a:solidFill>
          <a:ln w="0">
            <a:noFill/>
          </a:ln>
          <a:effectLst>
            <a:outerShdw blurRad="585720" algn="bl" rotWithShape="0">
              <a:schemeClr val="dk2">
                <a:alpha val="81000"/>
              </a:scheme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648" name="PlaceHolder 1"/>
          <p:cNvSpPr>
            <a:spLocks noGrp="1"/>
          </p:cNvSpPr>
          <p:nvPr>
            <p:ph type="title"/>
          </p:nvPr>
        </p:nvSpPr>
        <p:spPr>
          <a:xfrm>
            <a:off x="1827720" y="1360080"/>
            <a:ext cx="548820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96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  <a:endParaRPr lang="fr-FR" sz="96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/>
    <p:bodyStyle/>
    <p:otherStyle/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7477FB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  <a:endParaRPr lang="fr-FR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50" name="PlaceHolder 2"/>
          <p:cNvSpPr>
            <a:spLocks noGrp="1"/>
          </p:cNvSpPr>
          <p:nvPr>
            <p:ph type="title"/>
          </p:nvPr>
        </p:nvSpPr>
        <p:spPr>
          <a:xfrm>
            <a:off x="1000080" y="3409560"/>
            <a:ext cx="4178160" cy="9298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5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  <a:endParaRPr lang="fr-FR" sz="35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xStyles>
    <p:titleStyle/>
    <p:bodyStyle/>
    <p:otherStyle/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txStyles>
    <p:titleStyle/>
    <p:bodyStyle/>
    <p:otherStyle/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729;p28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652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  <a:endParaRPr lang="fr-FR" sz="22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/>
    <p:bodyStyle/>
    <p:otherStyle/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732;p29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654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  <a:endParaRPr lang="fr-FR" sz="22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  <p:sp>
        <p:nvSpPr>
          <p:cNvPr id="655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strike="noStrike" spc="-1">
                <a:solidFill>
                  <a:schemeClr val="dk1"/>
                </a:solidFill>
                <a:latin typeface="Arial" panose="020B0604020202020204"/>
              </a:rPr>
              <a:t>Click to edit the title text format</a:t>
            </a:r>
            <a:endParaRPr lang="fr-FR" sz="2200" b="0" strike="noStrike" spc="-1">
              <a:solidFill>
                <a:schemeClr val="dk1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/>
    <p:bodyStyle/>
    <p:otherStyle/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GI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PlaceHolder 1"/>
          <p:cNvSpPr>
            <a:spLocks noGrp="1"/>
          </p:cNvSpPr>
          <p:nvPr>
            <p:ph type="title"/>
          </p:nvPr>
        </p:nvSpPr>
        <p:spPr>
          <a:xfrm>
            <a:off x="1000125" y="1358265"/>
            <a:ext cx="7009765" cy="294005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GB" sz="7000" b="1" strike="noStrike" spc="-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Work Sans"/>
                <a:ea typeface="Work Sans"/>
              </a:rPr>
              <a:t>Flappy</a:t>
            </a:r>
            <a:r>
              <a:rPr lang="en-US" altLang="en-GB" sz="7000" b="1" strike="noStrike" spc="-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Work Sans"/>
                <a:ea typeface="Work Sans"/>
              </a:rPr>
              <a:t> </a:t>
            </a:r>
            <a:r>
              <a:rPr lang="en-GB" sz="7000" b="1" strike="noStrike" spc="-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Work Sans"/>
                <a:ea typeface="Work Sans"/>
              </a:rPr>
              <a:t>Bird </a:t>
            </a:r>
            <a:endParaRPr lang="en-GB" sz="7000" b="1" strike="noStrike" spc="-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Work Sans"/>
              <a:ea typeface="Work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PlaceHolder 1"/>
          <p:cNvSpPr>
            <a:spLocks noGrp="1"/>
          </p:cNvSpPr>
          <p:nvPr>
            <p:ph type="title"/>
          </p:nvPr>
        </p:nvSpPr>
        <p:spPr>
          <a:xfrm>
            <a:off x="429260" y="369570"/>
            <a:ext cx="8000365" cy="7747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en-US" sz="2800" b="1" strike="noStrike" spc="-1">
                <a:solidFill>
                  <a:schemeClr val="dk1"/>
                </a:solidFill>
                <a:latin typeface="Work Sans" charset="0"/>
                <a:cs typeface="Work Sans" charset="0"/>
              </a:rPr>
              <a:t> Brief Description of Idea</a:t>
            </a:r>
            <a:r>
              <a:rPr lang="ar-EG" altLang="en-US" sz="2800" b="1" strike="noStrike" spc="-1">
                <a:solidFill>
                  <a:schemeClr val="dk1"/>
                </a:solidFill>
                <a:latin typeface="Work Sans" charset="0"/>
                <a:cs typeface="Work Sans" charset="0"/>
              </a:rPr>
              <a:t> </a:t>
            </a:r>
            <a:r>
              <a:rPr lang="en-US" altLang="ar-EG" sz="2800" b="1" strike="noStrike" spc="-1">
                <a:solidFill>
                  <a:schemeClr val="dk1"/>
                </a:solidFill>
                <a:latin typeface="Work Sans" charset="0"/>
                <a:cs typeface="Work Sans" charset="0"/>
              </a:rPr>
              <a:t> </a:t>
            </a:r>
            <a:endParaRPr lang="en-US" altLang="ar-EG" sz="2800" b="1" strike="noStrike" spc="-1">
              <a:solidFill>
                <a:schemeClr val="dk1"/>
              </a:solidFill>
              <a:latin typeface="Work Sans" charset="0"/>
              <a:cs typeface="Work Sans" charset="0"/>
            </a:endParaRPr>
          </a:p>
        </p:txBody>
      </p:sp>
      <p:sp>
        <p:nvSpPr>
          <p:cNvPr id="659" name="PlaceHolder 2"/>
          <p:cNvSpPr>
            <a:spLocks noGrp="1"/>
          </p:cNvSpPr>
          <p:nvPr>
            <p:ph type="subTitle"/>
          </p:nvPr>
        </p:nvSpPr>
        <p:spPr>
          <a:xfrm>
            <a:off x="173355" y="1243330"/>
            <a:ext cx="5354955" cy="356806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10000"/>
          </a:bodyPr>
          <a:lstStyle/>
          <a:p>
            <a:pPr marL="285750" indent="-285750" algn="ctr">
              <a:buFont typeface="Wingdings" panose="05000000000000000000" charset="0"/>
              <a:buChar char="q"/>
            </a:pPr>
            <a:r>
              <a:rPr lang="en-US" altLang="en-US" sz="1400" b="0" strike="noStrike" spc="-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/>
                <a:ea typeface="Open Sans"/>
              </a:rPr>
              <a:t>Idea: Train an RL agent to play Flappy Bird, a 2D game where a bird navigates through moving pipes by flapping its wings.</a:t>
            </a:r>
            <a:endParaRPr lang="en-US" altLang="en-US" sz="1400" b="0" strike="noStrike" spc="-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"/>
              <a:ea typeface="Open Sans"/>
            </a:endParaRPr>
          </a:p>
          <a:p>
            <a:pPr marL="285750" indent="-285750" algn="ctr">
              <a:buFont typeface="Wingdings" panose="05000000000000000000" charset="0"/>
              <a:buChar char="q"/>
            </a:pPr>
            <a:endParaRPr lang="en-US" altLang="en-US" sz="1400" b="0" strike="noStrike" spc="-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"/>
              <a:ea typeface="Open Sans"/>
            </a:endParaRPr>
          </a:p>
          <a:p>
            <a:pPr marL="285750" indent="-285750" algn="ctr">
              <a:buFont typeface="Wingdings" panose="05000000000000000000" charset="0"/>
              <a:buChar char="q"/>
            </a:pPr>
            <a:r>
              <a:rPr lang="en-US" altLang="en-US" sz="1400" b="0" strike="noStrike" spc="-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/>
                <a:ea typeface="Open Sans"/>
              </a:rPr>
              <a:t>Objective: Enable the agent to maximize its score by learning to avoid pipes through trial and error.</a:t>
            </a:r>
            <a:endParaRPr lang="en-US" altLang="en-US" sz="1400" b="0" strike="noStrike" spc="-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"/>
              <a:ea typeface="Open Sans"/>
            </a:endParaRPr>
          </a:p>
          <a:p>
            <a:pPr marL="0" indent="0" algn="ctr">
              <a:buFont typeface="Wingdings" panose="05000000000000000000" charset="0"/>
              <a:buNone/>
            </a:pPr>
            <a:endParaRPr lang="en-US" altLang="en-US" sz="1400" b="0" strike="noStrike" spc="-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"/>
              <a:ea typeface="Open Sans"/>
            </a:endParaRPr>
          </a:p>
          <a:p>
            <a:pPr marL="285750" indent="-285750" algn="ctr">
              <a:buFont typeface="Wingdings" panose="05000000000000000000" charset="0"/>
              <a:buChar char="q"/>
            </a:pPr>
            <a:endParaRPr lang="en-US" altLang="en-US" sz="1400" b="0" strike="noStrike" spc="-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"/>
              <a:ea typeface="Open Sans"/>
            </a:endParaRPr>
          </a:p>
          <a:p>
            <a:pPr marL="285750" indent="-285750" algn="ctr">
              <a:buFont typeface="Wingdings" panose="05000000000000000000" charset="0"/>
              <a:buChar char="q"/>
            </a:pPr>
            <a:r>
              <a:rPr lang="en-US" altLang="en-US" sz="1400" b="0" strike="noStrike" spc="-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/>
                <a:ea typeface="Open Sans"/>
              </a:rPr>
              <a:t>Approach: Use Reinforcement Learning (likely Q-Learning or DQN) to develop a policy that maps game states to actions.</a:t>
            </a:r>
            <a:endParaRPr lang="en-US" altLang="en-US" sz="1400" b="0" strike="noStrike" spc="-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"/>
              <a:ea typeface="Open Sans"/>
            </a:endParaRPr>
          </a:p>
          <a:p>
            <a:pPr marL="285750" indent="-285750" algn="ctr">
              <a:buFont typeface="Wingdings" panose="05000000000000000000" charset="0"/>
              <a:buChar char="q"/>
            </a:pPr>
            <a:endParaRPr lang="en-US" altLang="en-US" sz="1400" b="0" strike="noStrike" spc="-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"/>
              <a:ea typeface="Open Sans"/>
            </a:endParaRPr>
          </a:p>
          <a:p>
            <a:pPr marL="285750" indent="-285750" algn="ctr">
              <a:buFont typeface="Wingdings" panose="05000000000000000000" charset="0"/>
              <a:buChar char="q"/>
            </a:pPr>
            <a:endParaRPr lang="en-US" altLang="en-US" sz="1400" b="0" strike="noStrike" spc="-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"/>
              <a:ea typeface="Open Sans"/>
            </a:endParaRPr>
          </a:p>
          <a:p>
            <a:pPr marL="285750" indent="-285750" algn="ctr">
              <a:buFont typeface="Wingdings" panose="05000000000000000000" charset="0"/>
              <a:buChar char="q"/>
            </a:pPr>
            <a:r>
              <a:rPr lang="en-US" altLang="en-US" sz="1400" b="0" strike="noStrike" spc="-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/>
                <a:ea typeface="Open Sans"/>
              </a:rPr>
              <a:t>Scope: Implement in Python (e.g., using </a:t>
            </a:r>
            <a:r>
              <a:rPr lang="en-US" altLang="en-US" sz="1400" b="0" strike="noStrike" spc="-1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/>
                <a:ea typeface="Open Sans"/>
              </a:rPr>
              <a:t>Pygame</a:t>
            </a:r>
            <a:r>
              <a:rPr lang="en-US" altLang="en-US" sz="1400" b="0" strike="noStrike" spc="-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/>
                <a:ea typeface="Open Sans"/>
              </a:rPr>
              <a:t>), focusing on a simple yet challenging game environment.</a:t>
            </a:r>
            <a:endParaRPr lang="en-US" altLang="en-US" sz="1400" b="0" strike="noStrike" spc="-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"/>
              <a:ea typeface="Open Sans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40995" y="159512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pic>
        <p:nvPicPr>
          <p:cNvPr id="3" name="Picture 2" descr="1"/>
          <p:cNvPicPr>
            <a:picLocks noChangeAspect="1"/>
          </p:cNvPicPr>
          <p:nvPr/>
        </p:nvPicPr>
        <p:blipFill>
          <a:blip r:embed="rId1">
            <a:lum contrast="6000"/>
          </a:blip>
          <a:stretch>
            <a:fillRect/>
          </a:stretch>
        </p:blipFill>
        <p:spPr>
          <a:xfrm>
            <a:off x="5528310" y="1595120"/>
            <a:ext cx="3240405" cy="247015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323215" y="339725"/>
            <a:ext cx="8474075" cy="44958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171450" indent="-171450">
              <a:buFont typeface="Wingdings" panose="05000000000000000000" charset="0"/>
              <a:buChar char="q"/>
            </a:pPr>
            <a:r>
              <a:rPr lang="en-US" altLang="zh-CN" sz="1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charset="0"/>
                <a:cs typeface="Open Sans" charset="0"/>
              </a:rPr>
              <a:t>Environment: </a:t>
            </a:r>
            <a:endParaRPr lang="en-US" altLang="zh-CN" sz="12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" charset="0"/>
              <a:cs typeface="Open Sans" charset="0"/>
            </a:endParaRPr>
          </a:p>
          <a:p>
            <a:pPr indent="0">
              <a:buFont typeface="Arial" panose="020B0604020202020204"/>
              <a:buNone/>
            </a:pPr>
            <a:endParaRPr lang="en-US" altLang="zh-CN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" charset="0"/>
              <a:cs typeface="Open Sans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charset="0"/>
                <a:cs typeface="Open Sans" charset="0"/>
              </a:rPr>
              <a:t>Flappy Bird game, including the bird, moving pipes, ground, and sky. The environment updates based on the bird’s position and pipe locations.</a:t>
            </a:r>
            <a:endParaRPr lang="en-US" altLang="zh-CN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" charset="0"/>
              <a:cs typeface="Open Sans" charset="0"/>
            </a:endParaRPr>
          </a:p>
          <a:p>
            <a:pPr>
              <a:buFont typeface="Arial" panose="020B0604020202020204"/>
              <a:buChar char="•"/>
            </a:pPr>
            <a:endParaRPr lang="en-US" altLang="zh-CN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" charset="0"/>
              <a:cs typeface="Open Sans" charset="0"/>
            </a:endParaRPr>
          </a:p>
          <a:p>
            <a:pPr marL="171450" indent="-171450">
              <a:buFont typeface="Wingdings" panose="05000000000000000000" charset="0"/>
              <a:buChar char="q"/>
            </a:pPr>
            <a:r>
              <a:rPr lang="en-US" altLang="zh-CN" sz="1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charset="0"/>
                <a:cs typeface="Open Sans" charset="0"/>
              </a:rPr>
              <a:t>Action</a:t>
            </a:r>
            <a:r>
              <a:rPr lang="en-US" altLang="zh-CN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charset="0"/>
                <a:cs typeface="Open Sans" charset="0"/>
              </a:rPr>
              <a:t>:</a:t>
            </a:r>
            <a:endParaRPr lang="en-US" altLang="zh-CN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" charset="0"/>
              <a:cs typeface="Open Sans" charset="0"/>
            </a:endParaRP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charset="0"/>
                <a:cs typeface="Open Sans" charset="0"/>
              </a:rPr>
              <a:t>Flap (jump): Bird gains upward velocity.</a:t>
            </a:r>
            <a:endParaRPr lang="en-US" altLang="zh-CN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" charset="0"/>
              <a:cs typeface="Open Sans" charset="0"/>
            </a:endParaRP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charset="0"/>
                <a:cs typeface="Open Sans" charset="0"/>
              </a:rPr>
              <a:t>Do Nothing: Bird falls due to gravity.</a:t>
            </a:r>
            <a:endParaRPr lang="en-US" altLang="zh-CN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" charset="0"/>
              <a:cs typeface="Open Sans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altLang="zh-CN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" charset="0"/>
              <a:cs typeface="Open Sans" charset="0"/>
            </a:endParaRPr>
          </a:p>
          <a:p>
            <a:pPr marL="171450" indent="-171450">
              <a:buFont typeface="Wingdings" panose="05000000000000000000" charset="0"/>
              <a:buChar char="q"/>
            </a:pPr>
            <a:r>
              <a:rPr lang="en-US" altLang="zh-CN" sz="1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charset="0"/>
                <a:cs typeface="Open Sans" charset="0"/>
              </a:rPr>
              <a:t>State:</a:t>
            </a:r>
            <a:endParaRPr lang="en-US" altLang="zh-CN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" charset="0"/>
              <a:cs typeface="Open Sans" charset="0"/>
            </a:endParaRP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charset="0"/>
                <a:cs typeface="Open Sans" charset="0"/>
              </a:rPr>
              <a:t>Horizontal distance to the nearest pipe.</a:t>
            </a:r>
            <a:endParaRPr lang="en-US" altLang="zh-CN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" charset="0"/>
              <a:cs typeface="Open Sans" charset="0"/>
            </a:endParaRP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charset="0"/>
                <a:cs typeface="Open Sans" charset="0"/>
              </a:rPr>
              <a:t>Vertical distance to the pipe’s gap.</a:t>
            </a:r>
            <a:endParaRPr lang="en-US" altLang="zh-CN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" charset="0"/>
              <a:cs typeface="Open Sans" charset="0"/>
            </a:endParaRP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charset="0"/>
                <a:cs typeface="Open Sans" charset="0"/>
              </a:rPr>
              <a:t>Bird’s vertical velocity.</a:t>
            </a:r>
            <a:endParaRPr lang="en-US" altLang="zh-CN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" charset="0"/>
              <a:cs typeface="Open Sans" charset="0"/>
            </a:endParaRP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charset="0"/>
                <a:cs typeface="Open Sans" charset="0"/>
              </a:rPr>
              <a:t>Example: [</a:t>
            </a:r>
            <a:r>
              <a:rPr lang="en-US" altLang="zh-CN" sz="1200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charset="0"/>
                <a:cs typeface="Open Sans" charset="0"/>
              </a:rPr>
              <a:t>x_distance</a:t>
            </a:r>
            <a:r>
              <a:rPr lang="en-US" altLang="zh-CN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charset="0"/>
                <a:cs typeface="Open Sans" charset="0"/>
              </a:rPr>
              <a:t>, </a:t>
            </a:r>
            <a:r>
              <a:rPr lang="en-US" altLang="zh-CN" sz="1200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charset="0"/>
                <a:cs typeface="Open Sans" charset="0"/>
              </a:rPr>
              <a:t>y_distance</a:t>
            </a:r>
            <a:r>
              <a:rPr lang="en-US" altLang="zh-CN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charset="0"/>
                <a:cs typeface="Open Sans" charset="0"/>
              </a:rPr>
              <a:t>, velocity].</a:t>
            </a:r>
            <a:endParaRPr lang="en-US" altLang="zh-CN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" charset="0"/>
              <a:cs typeface="Open Sans" charset="0"/>
            </a:endParaRPr>
          </a:p>
          <a:p>
            <a:pPr lvl="3">
              <a:buFont typeface="Arial" panose="020B0604020202020204"/>
              <a:buChar char="◦"/>
            </a:pPr>
            <a:endParaRPr lang="en-US" altLang="zh-CN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" charset="0"/>
              <a:cs typeface="Open Sans" charset="0"/>
            </a:endParaRPr>
          </a:p>
          <a:p>
            <a:pPr marL="171450" indent="-171450">
              <a:buFont typeface="Wingdings" panose="05000000000000000000" charset="0"/>
              <a:buChar char="q"/>
            </a:pPr>
            <a:r>
              <a:rPr lang="en-US" altLang="zh-CN" sz="1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charset="0"/>
                <a:cs typeface="Open Sans" charset="0"/>
              </a:rPr>
              <a:t>Reward:</a:t>
            </a:r>
            <a:endParaRPr lang="en-US" altLang="zh-CN" sz="12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" charset="0"/>
              <a:cs typeface="Open Sans" charset="0"/>
            </a:endParaRP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charset="0"/>
                <a:cs typeface="Open Sans" charset="0"/>
              </a:rPr>
              <a:t>+1 per frame the bird stays alive.</a:t>
            </a:r>
            <a:endParaRPr lang="en-US" altLang="zh-CN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" charset="0"/>
              <a:cs typeface="Open Sans" charset="0"/>
            </a:endParaRP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charset="0"/>
                <a:cs typeface="Open Sans" charset="0"/>
              </a:rPr>
              <a:t>+10 for passing through a pipe (optional, based on design).</a:t>
            </a:r>
            <a:endParaRPr lang="en-US" altLang="zh-CN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" charset="0"/>
              <a:cs typeface="Open Sans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altLang="zh-CN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" charset="0"/>
              <a:cs typeface="Open Sans" charset="0"/>
            </a:endParaRPr>
          </a:p>
          <a:p>
            <a:pPr marL="171450" indent="-171450">
              <a:buFont typeface="Wingdings" panose="05000000000000000000" charset="0"/>
              <a:buChar char="q"/>
            </a:pPr>
            <a:r>
              <a:rPr lang="en-US" altLang="zh-CN" sz="1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charset="0"/>
                <a:cs typeface="Open Sans" charset="0"/>
              </a:rPr>
              <a:t>Penalty:</a:t>
            </a:r>
            <a:endParaRPr lang="en-US" altLang="zh-CN" sz="12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" charset="0"/>
              <a:cs typeface="Open Sans" charset="0"/>
            </a:endParaRPr>
          </a:p>
          <a:p>
            <a:pPr marL="1543050" lvl="3" indent="-171450"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charset="0"/>
                <a:cs typeface="Open Sans" charset="0"/>
              </a:rPr>
              <a:t>-1000 for colliding with a pipe, ground, or ceiling (game over).</a:t>
            </a:r>
            <a:endParaRPr lang="en-US" altLang="zh-CN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" charset="0"/>
              <a:cs typeface="Open Sans" charset="0"/>
            </a:endParaRPr>
          </a:p>
          <a:p>
            <a:pPr lvl="1">
              <a:buFont typeface="Arial" panose="020B0604020202020204"/>
              <a:buChar char="◦"/>
            </a:pPr>
            <a:endParaRPr lang="en-US" altLang="zh-CN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" charset="0"/>
              <a:cs typeface="Open Sans" charset="0"/>
            </a:endParaRPr>
          </a:p>
          <a:p>
            <a:pPr marL="171450" indent="-171450">
              <a:buFont typeface="Wingdings" panose="05000000000000000000" charset="0"/>
              <a:buChar char="q"/>
            </a:pPr>
            <a:r>
              <a:rPr lang="en-US" altLang="zh-CN" sz="1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charset="0"/>
                <a:cs typeface="Open Sans" charset="0"/>
              </a:rPr>
              <a:t>Agent</a:t>
            </a:r>
            <a:r>
              <a:rPr lang="en-US" altLang="zh-CN" sz="1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charset="0"/>
                <a:cs typeface="Open Sans" charset="0"/>
              </a:rPr>
              <a:t>: RL algorithm (QL, DQN) that learns to select actions based on states to maximize cumulative rewards.</a:t>
            </a:r>
            <a:endParaRPr lang="en-US" altLang="zh-CN" sz="1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" charset="0"/>
              <a:cs typeface="Open Sans" charset="0"/>
            </a:endParaRPr>
          </a:p>
        </p:txBody>
      </p:sp>
      <p:pic>
        <p:nvPicPr>
          <p:cNvPr id="3" name="Picture 2" descr="200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7515" y="1155700"/>
            <a:ext cx="2981960" cy="21259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PlaceHolder 2"/>
          <p:cNvSpPr>
            <a:spLocks noGrp="1"/>
          </p:cNvSpPr>
          <p:nvPr>
            <p:ph type="subTitle"/>
          </p:nvPr>
        </p:nvSpPr>
        <p:spPr>
          <a:xfrm>
            <a:off x="469265" y="354330"/>
            <a:ext cx="8317865" cy="450278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285750" indent="-285750">
              <a:lnSpc>
                <a:spcPct val="100000"/>
              </a:lnSpc>
              <a:buFont typeface="Wingdings" panose="05000000000000000000" charset="0"/>
              <a:buChar char="q"/>
              <a:tabLst>
                <a:tab pos="0" algn="l"/>
              </a:tabLst>
            </a:pPr>
            <a:r>
              <a:rPr lang="en-US" altLang="en-US" sz="1400" b="1" strike="noStrike" spc="-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charset="0"/>
                <a:cs typeface="Open Sans" charset="0"/>
              </a:rPr>
              <a:t>Without Implementation:</a:t>
            </a:r>
            <a:endParaRPr lang="en-US" altLang="en-US" sz="1400" b="1" strike="noStrike" spc="-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" charset="0"/>
              <a:cs typeface="Open Sans" charset="0"/>
            </a:endParaRPr>
          </a:p>
          <a:p>
            <a:pPr marL="0" indent="0">
              <a:lnSpc>
                <a:spcPct val="100000"/>
              </a:lnSpc>
              <a:buFont typeface="Wingdings" panose="05000000000000000000" charset="0"/>
              <a:buNone/>
              <a:tabLst>
                <a:tab pos="0" algn="l"/>
              </a:tabLst>
            </a:pPr>
            <a:endParaRPr lang="en-US" altLang="en-US" sz="1400" b="1" strike="noStrike" spc="-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" charset="0"/>
              <a:cs typeface="Open Sans" charset="0"/>
            </a:endParaRP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ar-EG" altLang="en-US" sz="1400" b="0" strike="noStrike" spc="-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charset="0"/>
                <a:cs typeface="Open Sans" charset="0"/>
              </a:rPr>
              <a:t> </a:t>
            </a:r>
            <a:r>
              <a:rPr lang="en-US" altLang="en-US" sz="1400" b="1" strike="noStrike" spc="-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charset="0"/>
                <a:cs typeface="Open Sans" charset="0"/>
              </a:rPr>
              <a:t>Early Behavior</a:t>
            </a:r>
            <a:r>
              <a:rPr lang="en-US" altLang="en-US" sz="1400" b="0" strike="noStrike" spc="-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charset="0"/>
                <a:cs typeface="Open Sans" charset="0"/>
              </a:rPr>
              <a:t>: The agent flaps randomly, crashing into the first pipe quickly.</a:t>
            </a:r>
            <a:endParaRPr lang="en-US" altLang="en-US" sz="1400" b="0" strike="noStrike" spc="-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" charset="0"/>
              <a:cs typeface="Open Sans" charset="0"/>
            </a:endParaRP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altLang="en-US" sz="1400" b="0" strike="noStrike" spc="-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" charset="0"/>
              <a:cs typeface="Open Sans" charset="0"/>
            </a:endParaRP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altLang="en-US" sz="1400" b="1" strike="noStrike" spc="-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charset="0"/>
                <a:cs typeface="Open Sans" charset="0"/>
              </a:rPr>
              <a:t>Learning Progression</a:t>
            </a:r>
            <a:r>
              <a:rPr lang="en-US" altLang="en-US" sz="1400" b="0" strike="noStrike" spc="-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charset="0"/>
                <a:cs typeface="Open Sans" charset="0"/>
              </a:rPr>
              <a:t>: After many tries, it flaps to avoid nearby pipes, passing one or two but often misjudging gaps.</a:t>
            </a:r>
            <a:endParaRPr lang="en-US" altLang="en-US" sz="1400" b="0" strike="noStrike" spc="-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" charset="0"/>
              <a:cs typeface="Open Sans" charset="0"/>
            </a:endParaRP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altLang="en-US" sz="1400" b="0" strike="noStrike" spc="-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" charset="0"/>
              <a:cs typeface="Open Sans" charset="0"/>
            </a:endParaRP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altLang="en-US" sz="1400" b="1" strike="noStrike" spc="-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charset="0"/>
                <a:cs typeface="Open Sans" charset="0"/>
              </a:rPr>
              <a:t>Long-Term Potential</a:t>
            </a:r>
            <a:r>
              <a:rPr lang="en-US" altLang="en-US" sz="1400" b="0" strike="noStrike" spc="-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charset="0"/>
                <a:cs typeface="Open Sans" charset="0"/>
              </a:rPr>
              <a:t>: With extensive training, it balances flapping and falling, passing multiple pipes but may fail suddenly due to small errors.</a:t>
            </a:r>
            <a:endParaRPr lang="en-US" altLang="en-US" sz="1400" b="0" strike="noStrike" spc="-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" charset="0"/>
              <a:cs typeface="Open Sans" charset="0"/>
            </a:endParaRP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altLang="en-US" sz="1400" b="0" strike="noStrike" spc="-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" charset="0"/>
              <a:cs typeface="Open Sans" charset="0"/>
            </a:endParaRP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altLang="en-US" sz="1400" b="1" strike="noStrike" spc="-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charset="0"/>
                <a:cs typeface="Open Sans" charset="0"/>
              </a:rPr>
              <a:t>Failure Modes</a:t>
            </a:r>
            <a:r>
              <a:rPr lang="en-US" altLang="en-US" sz="1400" b="0" strike="noStrike" spc="-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charset="0"/>
                <a:cs typeface="Open Sans" charset="0"/>
              </a:rPr>
              <a:t>: The agent might over-flap (hitting upper pipes) or under-flap (falling into lower pipes), or repeat bad flap timings.</a:t>
            </a:r>
            <a:endParaRPr lang="en-US" altLang="en-US" sz="1400" b="0" strike="noStrike" spc="-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" charset="0"/>
              <a:cs typeface="Open Sans" charset="0"/>
            </a:endParaRPr>
          </a:p>
          <a:p>
            <a:pPr marL="457200" lvl="1" indent="0">
              <a:lnSpc>
                <a:spcPct val="100000"/>
              </a:lnSpc>
              <a:buFont typeface="Wingdings" panose="05000000000000000000" charset="0"/>
              <a:buNone/>
              <a:tabLst>
                <a:tab pos="0" algn="l"/>
              </a:tabLst>
            </a:pPr>
            <a:endParaRPr lang="en-US" altLang="en-US" sz="1200" b="0" strike="noStrike" spc="-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" charset="0"/>
              <a:cs typeface="Open Sans" charset="0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charset="0"/>
              <a:buChar char="q"/>
              <a:tabLst>
                <a:tab pos="0" algn="l"/>
              </a:tabLst>
            </a:pPr>
            <a:r>
              <a:rPr lang="en-US" altLang="en-US" sz="1400" b="1" strike="noStrike" spc="-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charset="0"/>
                <a:cs typeface="Open Sans" charset="0"/>
              </a:rPr>
              <a:t>Challenges:</a:t>
            </a:r>
            <a:endParaRPr lang="en-US" altLang="en-US" sz="1400" b="1" strike="noStrike" spc="-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" charset="0"/>
              <a:cs typeface="Open Sans" charset="0"/>
            </a:endParaRPr>
          </a:p>
          <a:p>
            <a:pPr marL="0" indent="0">
              <a:lnSpc>
                <a:spcPct val="100000"/>
              </a:lnSpc>
              <a:buFont typeface="Wingdings" panose="05000000000000000000" charset="0"/>
              <a:buNone/>
              <a:tabLst>
                <a:tab pos="0" algn="l"/>
              </a:tabLst>
            </a:pPr>
            <a:endParaRPr lang="en-US" altLang="en-US" sz="1200" b="0" strike="noStrike" spc="-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" charset="0"/>
              <a:cs typeface="Open Sans" charset="0"/>
            </a:endParaRPr>
          </a:p>
          <a:p>
            <a:pPr marL="628650" lvl="1" indent="-17145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altLang="en-US" sz="1400" b="1" strike="noStrike" spc="-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charset="0"/>
                <a:cs typeface="Open Sans" charset="0"/>
              </a:rPr>
              <a:t>State Sensitivity</a:t>
            </a:r>
            <a:r>
              <a:rPr lang="en-US" altLang="en-US" sz="1400" b="0" strike="noStrike" spc="-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charset="0"/>
                <a:cs typeface="Open Sans" charset="0"/>
              </a:rPr>
              <a:t>: Small changes in state (e.g., bird velocity) require precise flap timing, leading to unstable learning.</a:t>
            </a:r>
            <a:endParaRPr lang="en-US" altLang="en-US" sz="1400" b="0" strike="noStrike" spc="-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" charset="0"/>
              <a:cs typeface="Open Sans" charset="0"/>
            </a:endParaRPr>
          </a:p>
          <a:p>
            <a:pPr marL="457200" lvl="1" indent="0">
              <a:lnSpc>
                <a:spcPct val="100000"/>
              </a:lnSpc>
              <a:buFont typeface="Arial" panose="020B0604020202020204" pitchFamily="34" charset="0"/>
              <a:buNone/>
              <a:tabLst>
                <a:tab pos="0" algn="l"/>
              </a:tabLst>
            </a:pPr>
            <a:endParaRPr lang="en-US" altLang="en-US" sz="1400" b="0" strike="noStrike" spc="-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" charset="0"/>
              <a:cs typeface="Open Sans" charset="0"/>
            </a:endParaRPr>
          </a:p>
          <a:p>
            <a:pPr marL="628650" lvl="1" indent="-17145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altLang="en-US" sz="1400" b="1" strike="noStrike" spc="-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charset="0"/>
                <a:cs typeface="Open Sans" charset="0"/>
              </a:rPr>
              <a:t>Overfitting to Early Pipes</a:t>
            </a:r>
            <a:r>
              <a:rPr lang="en-US" altLang="en-US" sz="1400" b="0" strike="noStrike" spc="-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charset="0"/>
                <a:cs typeface="Open Sans" charset="0"/>
              </a:rPr>
              <a:t>: The agent may optimize for the first few pipes but struggle with varying pipe patterns later.</a:t>
            </a:r>
            <a:endParaRPr lang="en-US" altLang="en-US" sz="1400" b="0" strike="noStrike" spc="-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Open Sans" charset="0"/>
              <a:cs typeface="Open Sans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Picture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615" y="381000"/>
            <a:ext cx="8193405" cy="43821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PlaceHolder 1"/>
          <p:cNvSpPr>
            <a:spLocks noGrp="1"/>
          </p:cNvSpPr>
          <p:nvPr>
            <p:ph type="title"/>
          </p:nvPr>
        </p:nvSpPr>
        <p:spPr>
          <a:xfrm>
            <a:off x="723900" y="1752600"/>
            <a:ext cx="7705725" cy="16383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5400" b="1" strike="noStrike">
                <a:solidFill>
                  <a:schemeClr val="dk1"/>
                </a:solidFill>
                <a:latin typeface="Work Sans"/>
                <a:ea typeface="Work Sans"/>
                <a:sym typeface="+mn-ea"/>
              </a:rPr>
              <a:t>Thank you!</a:t>
            </a:r>
            <a:endParaRPr lang="en-GB" sz="5400" b="1" strike="noStrike" spc="-1">
              <a:solidFill>
                <a:schemeClr val="dk1"/>
              </a:solidFill>
              <a:latin typeface="Work Sans"/>
              <a:ea typeface="Work Sans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 Abstract Waves by Slidesgo">
  <a:themeElements>
    <a:clrScheme name="Simple Light">
      <a:dk1>
        <a:srgbClr val="20206F"/>
      </a:dk1>
      <a:lt1>
        <a:srgbClr val="FFFFFF"/>
      </a:lt1>
      <a:dk2>
        <a:srgbClr val="B1B2FF"/>
      </a:dk2>
      <a:lt2>
        <a:srgbClr val="AAC4FF"/>
      </a:lt2>
      <a:accent1>
        <a:srgbClr val="D2DAFF"/>
      </a:accent1>
      <a:accent2>
        <a:srgbClr val="7477F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lue Abstract Waves by Slidesgo">
  <a:themeElements>
    <a:clrScheme name="Simple Light">
      <a:dk1>
        <a:srgbClr val="20206F"/>
      </a:dk1>
      <a:lt1>
        <a:srgbClr val="FFFFFF"/>
      </a:lt1>
      <a:dk2>
        <a:srgbClr val="B1B2FF"/>
      </a:dk2>
      <a:lt2>
        <a:srgbClr val="AAC4FF"/>
      </a:lt2>
      <a:accent1>
        <a:srgbClr val="D2DAFF"/>
      </a:accent1>
      <a:accent2>
        <a:srgbClr val="7477F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Blue Abstract Waves by Slidesgo">
  <a:themeElements>
    <a:clrScheme name="Simple Light">
      <a:dk1>
        <a:srgbClr val="20206F"/>
      </a:dk1>
      <a:lt1>
        <a:srgbClr val="FFFFFF"/>
      </a:lt1>
      <a:dk2>
        <a:srgbClr val="B1B2FF"/>
      </a:dk2>
      <a:lt2>
        <a:srgbClr val="AAC4FF"/>
      </a:lt2>
      <a:accent1>
        <a:srgbClr val="D2DAFF"/>
      </a:accent1>
      <a:accent2>
        <a:srgbClr val="7477F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Blue Abstract Waves by Slidesgo">
  <a:themeElements>
    <a:clrScheme name="Simple Light">
      <a:dk1>
        <a:srgbClr val="20206F"/>
      </a:dk1>
      <a:lt1>
        <a:srgbClr val="FFFFFF"/>
      </a:lt1>
      <a:dk2>
        <a:srgbClr val="B1B2FF"/>
      </a:dk2>
      <a:lt2>
        <a:srgbClr val="AAC4FF"/>
      </a:lt2>
      <a:accent1>
        <a:srgbClr val="D2DAFF"/>
      </a:accent1>
      <a:accent2>
        <a:srgbClr val="7477F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Blue Abstract Waves by Slidesgo">
  <a:themeElements>
    <a:clrScheme name="Simple Light">
      <a:dk1>
        <a:srgbClr val="20206F"/>
      </a:dk1>
      <a:lt1>
        <a:srgbClr val="FFFFFF"/>
      </a:lt1>
      <a:dk2>
        <a:srgbClr val="B1B2FF"/>
      </a:dk2>
      <a:lt2>
        <a:srgbClr val="AAC4FF"/>
      </a:lt2>
      <a:accent1>
        <a:srgbClr val="D2DAFF"/>
      </a:accent1>
      <a:accent2>
        <a:srgbClr val="7477F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Blue Abstract Waves by Slidesgo">
  <a:themeElements>
    <a:clrScheme name="Simple Light">
      <a:dk1>
        <a:srgbClr val="20206F"/>
      </a:dk1>
      <a:lt1>
        <a:srgbClr val="FFFFFF"/>
      </a:lt1>
      <a:dk2>
        <a:srgbClr val="B1B2FF"/>
      </a:dk2>
      <a:lt2>
        <a:srgbClr val="AAC4FF"/>
      </a:lt2>
      <a:accent1>
        <a:srgbClr val="D2DAFF"/>
      </a:accent1>
      <a:accent2>
        <a:srgbClr val="7477F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Blue Abstract Waves by Slidesgo">
  <a:themeElements>
    <a:clrScheme name="Simple Light">
      <a:dk1>
        <a:srgbClr val="20206F"/>
      </a:dk1>
      <a:lt1>
        <a:srgbClr val="FFFFFF"/>
      </a:lt1>
      <a:dk2>
        <a:srgbClr val="B1B2FF"/>
      </a:dk2>
      <a:lt2>
        <a:srgbClr val="AAC4FF"/>
      </a:lt2>
      <a:accent1>
        <a:srgbClr val="D2DAFF"/>
      </a:accent1>
      <a:accent2>
        <a:srgbClr val="7477F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Blue Abstract Waves by Slidesgo">
  <a:themeElements>
    <a:clrScheme name="Simple Light">
      <a:dk1>
        <a:srgbClr val="20206F"/>
      </a:dk1>
      <a:lt1>
        <a:srgbClr val="FFFFFF"/>
      </a:lt1>
      <a:dk2>
        <a:srgbClr val="B1B2FF"/>
      </a:dk2>
      <a:lt2>
        <a:srgbClr val="AAC4FF"/>
      </a:lt2>
      <a:accent1>
        <a:srgbClr val="D2DAFF"/>
      </a:accent1>
      <a:accent2>
        <a:srgbClr val="7477F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Blue Abstract Waves by Slidesgo">
  <a:themeElements>
    <a:clrScheme name="Simple Light">
      <a:dk1>
        <a:srgbClr val="20206F"/>
      </a:dk1>
      <a:lt1>
        <a:srgbClr val="FFFFFF"/>
      </a:lt1>
      <a:dk2>
        <a:srgbClr val="B1B2FF"/>
      </a:dk2>
      <a:lt2>
        <a:srgbClr val="AAC4FF"/>
      </a:lt2>
      <a:accent1>
        <a:srgbClr val="D2DAFF"/>
      </a:accent1>
      <a:accent2>
        <a:srgbClr val="7477F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Blue Abstract Waves by Slidesgo">
  <a:themeElements>
    <a:clrScheme name="Simple Light">
      <a:dk1>
        <a:srgbClr val="20206F"/>
      </a:dk1>
      <a:lt1>
        <a:srgbClr val="FFFFFF"/>
      </a:lt1>
      <a:dk2>
        <a:srgbClr val="B1B2FF"/>
      </a:dk2>
      <a:lt2>
        <a:srgbClr val="AAC4FF"/>
      </a:lt2>
      <a:accent1>
        <a:srgbClr val="D2DAFF"/>
      </a:accent1>
      <a:accent2>
        <a:srgbClr val="7477F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Blue Abstract Waves by Slidesgo">
  <a:themeElements>
    <a:clrScheme name="Simple Light">
      <a:dk1>
        <a:srgbClr val="20206F"/>
      </a:dk1>
      <a:lt1>
        <a:srgbClr val="FFFFFF"/>
      </a:lt1>
      <a:dk2>
        <a:srgbClr val="B1B2FF"/>
      </a:dk2>
      <a:lt2>
        <a:srgbClr val="AAC4FF"/>
      </a:lt2>
      <a:accent1>
        <a:srgbClr val="D2DAFF"/>
      </a:accent1>
      <a:accent2>
        <a:srgbClr val="7477F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Blue Abstract Waves by Slidesgo">
  <a:themeElements>
    <a:clrScheme name="Simple Light">
      <a:dk1>
        <a:srgbClr val="20206F"/>
      </a:dk1>
      <a:lt1>
        <a:srgbClr val="FFFFFF"/>
      </a:lt1>
      <a:dk2>
        <a:srgbClr val="B1B2FF"/>
      </a:dk2>
      <a:lt2>
        <a:srgbClr val="AAC4FF"/>
      </a:lt2>
      <a:accent1>
        <a:srgbClr val="D2DAFF"/>
      </a:accent1>
      <a:accent2>
        <a:srgbClr val="7477F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Blue Abstract Waves by Slidesgo">
  <a:themeElements>
    <a:clrScheme name="Simple Light">
      <a:dk1>
        <a:srgbClr val="20206F"/>
      </a:dk1>
      <a:lt1>
        <a:srgbClr val="FFFFFF"/>
      </a:lt1>
      <a:dk2>
        <a:srgbClr val="B1B2FF"/>
      </a:dk2>
      <a:lt2>
        <a:srgbClr val="AAC4FF"/>
      </a:lt2>
      <a:accent1>
        <a:srgbClr val="D2DAFF"/>
      </a:accent1>
      <a:accent2>
        <a:srgbClr val="7477F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Blue Abstract Waves by Slidesgo">
  <a:themeElements>
    <a:clrScheme name="Simple Light">
      <a:dk1>
        <a:srgbClr val="20206F"/>
      </a:dk1>
      <a:lt1>
        <a:srgbClr val="FFFFFF"/>
      </a:lt1>
      <a:dk2>
        <a:srgbClr val="B1B2FF"/>
      </a:dk2>
      <a:lt2>
        <a:srgbClr val="AAC4FF"/>
      </a:lt2>
      <a:accent1>
        <a:srgbClr val="D2DAFF"/>
      </a:accent1>
      <a:accent2>
        <a:srgbClr val="7477F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Blue Abstract Waves by Slidesgo">
  <a:themeElements>
    <a:clrScheme name="Simple Light">
      <a:dk1>
        <a:srgbClr val="20206F"/>
      </a:dk1>
      <a:lt1>
        <a:srgbClr val="FFFFFF"/>
      </a:lt1>
      <a:dk2>
        <a:srgbClr val="B1B2FF"/>
      </a:dk2>
      <a:lt2>
        <a:srgbClr val="AAC4FF"/>
      </a:lt2>
      <a:accent1>
        <a:srgbClr val="D2DAFF"/>
      </a:accent1>
      <a:accent2>
        <a:srgbClr val="7477F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Blue Abstract Waves by Slidesgo">
  <a:themeElements>
    <a:clrScheme name="Simple Light">
      <a:dk1>
        <a:srgbClr val="20206F"/>
      </a:dk1>
      <a:lt1>
        <a:srgbClr val="FFFFFF"/>
      </a:lt1>
      <a:dk2>
        <a:srgbClr val="B1B2FF"/>
      </a:dk2>
      <a:lt2>
        <a:srgbClr val="AAC4FF"/>
      </a:lt2>
      <a:accent1>
        <a:srgbClr val="D2DAFF"/>
      </a:accent1>
      <a:accent2>
        <a:srgbClr val="7477F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Blue Abstract Waves by Slidesgo">
  <a:themeElements>
    <a:clrScheme name="Simple Light">
      <a:dk1>
        <a:srgbClr val="20206F"/>
      </a:dk1>
      <a:lt1>
        <a:srgbClr val="FFFFFF"/>
      </a:lt1>
      <a:dk2>
        <a:srgbClr val="B1B2FF"/>
      </a:dk2>
      <a:lt2>
        <a:srgbClr val="AAC4FF"/>
      </a:lt2>
      <a:accent1>
        <a:srgbClr val="D2DAFF"/>
      </a:accent1>
      <a:accent2>
        <a:srgbClr val="7477F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Blue Abstract Waves by Slidesgo">
  <a:themeElements>
    <a:clrScheme name="Simple Light">
      <a:dk1>
        <a:srgbClr val="20206F"/>
      </a:dk1>
      <a:lt1>
        <a:srgbClr val="FFFFFF"/>
      </a:lt1>
      <a:dk2>
        <a:srgbClr val="B1B2FF"/>
      </a:dk2>
      <a:lt2>
        <a:srgbClr val="AAC4FF"/>
      </a:lt2>
      <a:accent1>
        <a:srgbClr val="D2DAFF"/>
      </a:accent1>
      <a:accent2>
        <a:srgbClr val="7477F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Blue Abstract Waves by Slidesgo">
  <a:themeElements>
    <a:clrScheme name="Simple Light">
      <a:dk1>
        <a:srgbClr val="20206F"/>
      </a:dk1>
      <a:lt1>
        <a:srgbClr val="FFFFFF"/>
      </a:lt1>
      <a:dk2>
        <a:srgbClr val="B1B2FF"/>
      </a:dk2>
      <a:lt2>
        <a:srgbClr val="AAC4FF"/>
      </a:lt2>
      <a:accent1>
        <a:srgbClr val="D2DAFF"/>
      </a:accent1>
      <a:accent2>
        <a:srgbClr val="7477F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Blue Abstract Waves by Slidesgo">
  <a:themeElements>
    <a:clrScheme name="Simple Light">
      <a:dk1>
        <a:srgbClr val="20206F"/>
      </a:dk1>
      <a:lt1>
        <a:srgbClr val="FFFFFF"/>
      </a:lt1>
      <a:dk2>
        <a:srgbClr val="B1B2FF"/>
      </a:dk2>
      <a:lt2>
        <a:srgbClr val="AAC4FF"/>
      </a:lt2>
      <a:accent1>
        <a:srgbClr val="D2DAFF"/>
      </a:accent1>
      <a:accent2>
        <a:srgbClr val="7477F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Blue Abstract Waves by Slidesgo">
  <a:themeElements>
    <a:clrScheme name="Simple Light">
      <a:dk1>
        <a:srgbClr val="20206F"/>
      </a:dk1>
      <a:lt1>
        <a:srgbClr val="FFFFFF"/>
      </a:lt1>
      <a:dk2>
        <a:srgbClr val="B1B2FF"/>
      </a:dk2>
      <a:lt2>
        <a:srgbClr val="AAC4FF"/>
      </a:lt2>
      <a:accent1>
        <a:srgbClr val="D2DAFF"/>
      </a:accent1>
      <a:accent2>
        <a:srgbClr val="7477F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Blue Abstract Waves by Slidesgo">
  <a:themeElements>
    <a:clrScheme name="Simple Light">
      <a:dk1>
        <a:srgbClr val="20206F"/>
      </a:dk1>
      <a:lt1>
        <a:srgbClr val="FFFFFF"/>
      </a:lt1>
      <a:dk2>
        <a:srgbClr val="B1B2FF"/>
      </a:dk2>
      <a:lt2>
        <a:srgbClr val="AAC4FF"/>
      </a:lt2>
      <a:accent1>
        <a:srgbClr val="D2DAFF"/>
      </a:accent1>
      <a:accent2>
        <a:srgbClr val="7477F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1912</Words>
  <Application>WPS Slides</Application>
  <PresentationFormat>On-screen Show (16:9)</PresentationFormat>
  <Paragraphs>55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26</vt:i4>
      </vt:variant>
      <vt:variant>
        <vt:lpstr>幻灯片标题</vt:lpstr>
      </vt:variant>
      <vt:variant>
        <vt:i4>6</vt:i4>
      </vt:variant>
    </vt:vector>
  </HeadingPairs>
  <TitlesOfParts>
    <vt:vector size="48" baseType="lpstr">
      <vt:lpstr>Arial</vt:lpstr>
      <vt:lpstr>SimSun</vt:lpstr>
      <vt:lpstr>Wingdings</vt:lpstr>
      <vt:lpstr>OpenSymbol</vt:lpstr>
      <vt:lpstr>Arial</vt:lpstr>
      <vt:lpstr>Symbol</vt:lpstr>
      <vt:lpstr>Work Sans</vt:lpstr>
      <vt:lpstr>Segoe Print</vt:lpstr>
      <vt:lpstr>Work Sans</vt:lpstr>
      <vt:lpstr>Wingdings</vt:lpstr>
      <vt:lpstr>Open Sans</vt:lpstr>
      <vt:lpstr>Open Sans</vt:lpstr>
      <vt:lpstr>Microsoft YaHei</vt:lpstr>
      <vt:lpstr>Arial Unicode MS</vt:lpstr>
      <vt:lpstr>Calibri</vt:lpstr>
      <vt:lpstr>Aldhabi</vt:lpstr>
      <vt:lpstr>Blue Abstract Waves by Slidesgo</vt:lpstr>
      <vt:lpstr>Blue Abstract Waves by Slidesgo</vt:lpstr>
      <vt:lpstr>Blue Abstract Waves by Slidesgo</vt:lpstr>
      <vt:lpstr>Blue Abstract Waves by Slidesgo</vt:lpstr>
      <vt:lpstr>Blue Abstract Waves by Slidesgo</vt:lpstr>
      <vt:lpstr>Blue Abstract Waves by Slidesgo</vt:lpstr>
      <vt:lpstr>Blue Abstract Waves by Slidesgo</vt:lpstr>
      <vt:lpstr>Blue Abstract Waves by Slidesgo</vt:lpstr>
      <vt:lpstr>Blue Abstract Waves by Slidesgo</vt:lpstr>
      <vt:lpstr>Blue Abstract Waves by Slidesgo</vt:lpstr>
      <vt:lpstr>Blue Abstract Waves by Slidesgo</vt:lpstr>
      <vt:lpstr>Blue Abstract Waves by Slidesgo</vt:lpstr>
      <vt:lpstr>Blue Abstract Waves by Slidesgo</vt:lpstr>
      <vt:lpstr>Blue Abstract Waves by Slidesgo</vt:lpstr>
      <vt:lpstr>Blue Abstract Waves by Slidesgo</vt:lpstr>
      <vt:lpstr>Blue Abstract Waves by Slidesgo</vt:lpstr>
      <vt:lpstr>Blue Abstract Waves by Slidesgo</vt:lpstr>
      <vt:lpstr>Blue Abstract Waves by Slidesgo</vt:lpstr>
      <vt:lpstr>Blue Abstract Waves by Slidesgo</vt:lpstr>
      <vt:lpstr>Blue Abstract Waves by Slidesgo</vt:lpstr>
      <vt:lpstr>Blue Abstract Waves by Slidesgo</vt:lpstr>
      <vt:lpstr>Blue Abstract Waves by Slidesgo</vt:lpstr>
      <vt:lpstr>Slidesgo Final Pages</vt:lpstr>
      <vt:lpstr>Slidesgo Final Pages</vt:lpstr>
      <vt:lpstr>Slidesgo Final Pages</vt:lpstr>
      <vt:lpstr>Slidesgo Final Pages</vt:lpstr>
      <vt:lpstr>Flappy Bird </vt:lpstr>
      <vt:lpstr> Brief Description of Idea :-</vt:lpstr>
      <vt:lpstr>PowerPoint 演示文稿</vt:lpstr>
      <vt:lpstr>PowerPoint 演示文稿</vt:lpstr>
      <vt:lpstr>PowerPoint 演示文稿</vt:lpstr>
      <vt:lpstr>Thank you!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Flappy Bird </dc:title>
  <dc:creator/>
  <cp:lastModifiedBy>anas abdelghany</cp:lastModifiedBy>
  <cp:revision>7</cp:revision>
  <dcterms:created xsi:type="dcterms:W3CDTF">2025-04-26T13:22:00Z</dcterms:created>
  <dcterms:modified xsi:type="dcterms:W3CDTF">2025-04-27T00:26:33Z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  <property fmtid="{D5CDD505-2E9C-101B-9397-08002B2CF9AE}" pid="3" name="ICV">
    <vt:lpwstr>D7970D10015E47C3BCCC6C8670677DA1_12</vt:lpwstr>
  </property>
  <property fmtid="{D5CDD505-2E9C-101B-9397-08002B2CF9AE}" pid="4" name="KSOProductBuildVer">
    <vt:lpwstr>1033-12.2.0.20795</vt:lpwstr>
  </property>
</Properties>
</file>